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tags/tag28.xml" ContentType="application/vnd.openxmlformats-officedocument.presentationml.tags+xml"/>
  <Override PartName="/ppt/notesSlides/notesSlide28.xml" ContentType="application/vnd.openxmlformats-officedocument.presentationml.notesSlide+xml"/>
  <Override PartName="/ppt/tags/tag29.xml" ContentType="application/vnd.openxmlformats-officedocument.presentationml.tags+xml"/>
  <Override PartName="/ppt/notesSlides/notesSlide29.xml" ContentType="application/vnd.openxmlformats-officedocument.presentationml.notesSlide+xml"/>
  <Override PartName="/ppt/tags/tag30.xml" ContentType="application/vnd.openxmlformats-officedocument.presentationml.tags+xml"/>
  <Override PartName="/ppt/notesSlides/notesSlide30.xml" ContentType="application/vnd.openxmlformats-officedocument.presentationml.notesSlide+xml"/>
  <Override PartName="/ppt/tags/tag31.xml" ContentType="application/vnd.openxmlformats-officedocument.presentationml.tags+xml"/>
  <Override PartName="/ppt/notesSlides/notesSlide31.xml" ContentType="application/vnd.openxmlformats-officedocument.presentationml.notesSlide+xml"/>
  <Override PartName="/ppt/tags/tag32.xml" ContentType="application/vnd.openxmlformats-officedocument.presentationml.tags+xml"/>
  <Override PartName="/ppt/notesSlides/notesSlide32.xml" ContentType="application/vnd.openxmlformats-officedocument.presentationml.notesSlide+xml"/>
  <Override PartName="/ppt/tags/tag33.xml" ContentType="application/vnd.openxmlformats-officedocument.presentationml.tags+xml"/>
  <Override PartName="/ppt/notesSlides/notesSlide33.xml" ContentType="application/vnd.openxmlformats-officedocument.presentationml.notesSlide+xml"/>
  <Override PartName="/ppt/tags/tag34.xml" ContentType="application/vnd.openxmlformats-officedocument.presentationml.tags+xml"/>
  <Override PartName="/ppt/notesSlides/notesSlide34.xml" ContentType="application/vnd.openxmlformats-officedocument.presentationml.notesSlide+xml"/>
  <Override PartName="/ppt/tags/tag35.xml" ContentType="application/vnd.openxmlformats-officedocument.presentationml.tags+xml"/>
  <Override PartName="/ppt/notesSlides/notesSlide35.xml" ContentType="application/vnd.openxmlformats-officedocument.presentationml.notesSlide+xml"/>
  <Override PartName="/ppt/tags/tag36.xml" ContentType="application/vnd.openxmlformats-officedocument.presentationml.tags+xml"/>
  <Override PartName="/ppt/notesSlides/notesSlide36.xml" ContentType="application/vnd.openxmlformats-officedocument.presentationml.notesSlide+xml"/>
  <Override PartName="/ppt/tags/tag37.xml" ContentType="application/vnd.openxmlformats-officedocument.presentationml.tags+xml"/>
  <Override PartName="/ppt/notesSlides/notesSlide37.xml" ContentType="application/vnd.openxmlformats-officedocument.presentationml.notesSlide+xml"/>
  <Override PartName="/ppt/tags/tag38.xml" ContentType="application/vnd.openxmlformats-officedocument.presentationml.tags+xml"/>
  <Override PartName="/ppt/notesSlides/notesSlide38.xml" ContentType="application/vnd.openxmlformats-officedocument.presentationml.notesSlide+xml"/>
  <Override PartName="/ppt/tags/tag39.xml" ContentType="application/vnd.openxmlformats-officedocument.presentationml.tags+xml"/>
  <Override PartName="/ppt/notesSlides/notesSlide3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4"/>
  </p:sldMasterIdLst>
  <p:notesMasterIdLst>
    <p:notesMasterId r:id="rId44"/>
  </p:notesMasterIdLst>
  <p:handoutMasterIdLst>
    <p:handoutMasterId r:id="rId45"/>
  </p:handoutMasterIdLst>
  <p:sldIdLst>
    <p:sldId id="291" r:id="rId5"/>
    <p:sldId id="292" r:id="rId6"/>
    <p:sldId id="293"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307" r:id="rId21"/>
    <p:sldId id="308" r:id="rId22"/>
    <p:sldId id="309" r:id="rId23"/>
    <p:sldId id="310" r:id="rId24"/>
    <p:sldId id="311" r:id="rId25"/>
    <p:sldId id="312" r:id="rId26"/>
    <p:sldId id="313" r:id="rId27"/>
    <p:sldId id="314" r:id="rId28"/>
    <p:sldId id="315" r:id="rId29"/>
    <p:sldId id="316" r:id="rId30"/>
    <p:sldId id="317" r:id="rId31"/>
    <p:sldId id="318" r:id="rId32"/>
    <p:sldId id="319" r:id="rId33"/>
    <p:sldId id="320" r:id="rId34"/>
    <p:sldId id="321" r:id="rId35"/>
    <p:sldId id="322" r:id="rId36"/>
    <p:sldId id="323" r:id="rId37"/>
    <p:sldId id="324" r:id="rId38"/>
    <p:sldId id="325" r:id="rId39"/>
    <p:sldId id="326" r:id="rId40"/>
    <p:sldId id="327" r:id="rId41"/>
    <p:sldId id="328" r:id="rId42"/>
    <p:sldId id="329" r:id="rId43"/>
  </p:sldIdLst>
  <p:sldSz cx="12192000" cy="6858000"/>
  <p:notesSz cx="6669088" cy="9872663"/>
  <p:embeddedFontLst>
    <p:embeddedFont>
      <p:font typeface="Fira Sans" panose="020B0503050000020004" pitchFamily="34" charset="0"/>
      <p:regular r:id="rId46"/>
      <p:bold r:id="rId47"/>
      <p:italic r:id="rId48"/>
      <p:boldItalic r:id="rId49"/>
    </p:embeddedFont>
    <p:embeddedFont>
      <p:font typeface="Fira Sans Light" panose="020B0403050000020004" pitchFamily="34" charset="0"/>
      <p:regular r:id="rId50"/>
      <p:italic r:id="rId51"/>
    </p:embeddedFont>
    <p:embeddedFont>
      <p:font typeface="Fira Sans Medium" panose="020B0603050000020004" pitchFamily="34" charset="0"/>
      <p:regular r:id="rId52"/>
      <p:italic r:id="rId53"/>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2B52CDB-5599-4F5F-81E9-A57064D2BDB4}">
          <p14:sldIdLst/>
        </p14:section>
        <p14:section name="Title slides" id="{25D4A0E0-BFAE-4666-87DC-9F49250410F2}">
          <p14:sldIdLst/>
        </p14:section>
        <p14:section name="Session title" id="{0B561828-30E5-4655-B96A-B3F305ADEFEB}">
          <p14:sldIdLst/>
        </p14:section>
        <p14:section name="Speaker(s)" id="{3D0F6745-3B29-4E0F-9457-E60A3D77A4B8}">
          <p14:sldIdLst/>
        </p14:section>
        <p14:section name="Agenda" id="{5F0218C1-753D-46B3-BFB7-3F1E4DCB6905}">
          <p14:sldIdLst/>
        </p14:section>
        <p14:section name="How to &amp; Samples" id="{B80F180F-B071-44D8-AA3B-8D2196F9E681}">
          <p14:sldIdLst/>
        </p14:section>
        <p14:section name="Icon options" id="{2348AEED-2F11-4370-8AA9-15BB4699CB98}">
          <p14:sldIdLst/>
        </p14:section>
        <p14:section name="Polling" id="{AF49E8FD-B0FF-4519-B8B1-7ECAEBCB4DED}">
          <p14:sldIdLst/>
        </p14:section>
        <p14:section name="Presentation Tips" id="{6559E2CC-3140-4F05-9AA3-8650FCDDCD80}">
          <p14:sldIdLst/>
        </p14:section>
        <p14:section name="Wrap up" id="{B9DA39AE-409F-4C8A-B61D-5D46F7E0B57C}">
          <p14:sldIdLst>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anmiguel, Andrea" initials="SA" lastIdx="6" clrIdx="6"/>
  <p:cmAuthor id="1" name="Dérogée - Pikaar, Annemarije" initials="D-PA" lastIdx="30" clrIdx="0"/>
  <p:cmAuthor id="2" name="Van Holten, Lauren" initials="VHL" lastIdx="8" clrIdx="1"/>
  <p:cmAuthor id="3" name="Griesheimer, Marlijn" initials="GM" lastIdx="10" clrIdx="2"/>
  <p:cmAuthor id="4" name="Annemarije Dérogée - Pikaar" initials="AD-P" lastIdx="18" clrIdx="3"/>
  <p:cmAuthor id="5" name="Joyal, Ann" initials="JA" lastIdx="8" clrIdx="4"/>
  <p:cmAuthor id="6" name="Bonacum, Leslie" initials="BL" lastIdx="6" clrIdx="5"/>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C92"/>
    <a:srgbClr val="80BDE1"/>
    <a:srgbClr val="F6F6F6"/>
    <a:srgbClr val="EDEDED"/>
    <a:srgbClr val="DADADA"/>
    <a:srgbClr val="BFBFBF"/>
    <a:srgbClr val="A3A3A3"/>
    <a:srgbClr val="757575"/>
    <a:srgbClr val="474747"/>
    <a:srgbClr val="35353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Stijl, gemiddeld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Stijl, gemiddeld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Stijl, licht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Stijl, gemiddeld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Stijl, gemiddeld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8034E78-7F5D-4C2E-B375-FC64B27BC917}" styleName="Stijl, donker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Geen stijl, gee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Geen stijl, tabel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74"/>
    <p:restoredTop sz="96327"/>
  </p:normalViewPr>
  <p:slideViewPr>
    <p:cSldViewPr snapToGrid="0">
      <p:cViewPr varScale="1">
        <p:scale>
          <a:sx n="109" d="100"/>
          <a:sy n="109" d="100"/>
        </p:scale>
        <p:origin x="92" y="224"/>
      </p:cViewPr>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80" d="100"/>
        <a:sy n="80" d="100"/>
      </p:scale>
      <p:origin x="0" y="0"/>
    </p:cViewPr>
  </p:sorterViewPr>
  <p:notesViewPr>
    <p:cSldViewPr snapToGrid="0">
      <p:cViewPr varScale="1">
        <p:scale>
          <a:sx n="56" d="100"/>
          <a:sy n="56" d="100"/>
        </p:scale>
        <p:origin x="2558" y="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3" Type="http://schemas.openxmlformats.org/officeDocument/2006/relationships/font" Target="fonts/font8.fntdata"/><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3.fntdata"/><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1.fntdata"/><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4.fntdata"/><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openxmlformats.org/officeDocument/2006/relationships/font" Target="fonts/font7.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ey Chernykh" userId="c7c135f1-59ad-450e-b071-fa08415b0072" providerId="ADAL" clId="{E2C2CDDD-CAC9-4783-87D1-CAEB4364208D}"/>
    <pc:docChg chg="custSel modSld">
      <pc:chgData name="Sergey Chernykh" userId="c7c135f1-59ad-450e-b071-fa08415b0072" providerId="ADAL" clId="{E2C2CDDD-CAC9-4783-87D1-CAEB4364208D}" dt="2026-10-16T03:04:34.779" v="0" actId="478"/>
      <pc:docMkLst>
        <pc:docMk/>
      </pc:docMkLst>
      <pc:sldChg chg="delSp mod">
        <pc:chgData name="Sergey Chernykh" userId="c7c135f1-59ad-450e-b071-fa08415b0072" providerId="ADAL" clId="{E2C2CDDD-CAC9-4783-87D1-CAEB4364208D}" dt="2026-10-16T03:04:34.779" v="0" actId="478"/>
        <pc:sldMkLst>
          <pc:docMk/>
          <pc:sldMk cId="4160826144" sldId="292"/>
        </pc:sldMkLst>
        <pc:spChg chg="del">
          <ac:chgData name="Sergey Chernykh" userId="c7c135f1-59ad-450e-b071-fa08415b0072" providerId="ADAL" clId="{E2C2CDDD-CAC9-4783-87D1-CAEB4364208D}" dt="2026-10-16T03:04:34.779" v="0" actId="478"/>
          <ac:spMkLst>
            <pc:docMk/>
            <pc:sldMk cId="4160826144" sldId="292"/>
            <ac:spMk id="7" creationId="{5E550706-2E5E-0401-AB6D-4D069709B81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1"/>
            <a:ext cx="2889938" cy="493633"/>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sz="quarter" idx="1"/>
          </p:nvPr>
        </p:nvSpPr>
        <p:spPr>
          <a:xfrm>
            <a:off x="3777607" y="1"/>
            <a:ext cx="2889938" cy="493633"/>
          </a:xfrm>
          <a:prstGeom prst="rect">
            <a:avLst/>
          </a:prstGeom>
        </p:spPr>
        <p:txBody>
          <a:bodyPr vert="horz" lIns="91440" tIns="45720" rIns="91440" bIns="45720" rtlCol="0"/>
          <a:lstStyle>
            <a:lvl1pPr algn="r">
              <a:defRPr sz="1200"/>
            </a:lvl1pPr>
          </a:lstStyle>
          <a:p>
            <a:fld id="{92460324-399B-E044-B7AB-24BBE3670693}" type="datetimeFigureOut">
              <a:rPr lang="nl-NL" smtClean="0"/>
              <a:t>15-10-2026</a:t>
            </a:fld>
            <a:endParaRPr lang="nl-NL"/>
          </a:p>
        </p:txBody>
      </p:sp>
      <p:sp>
        <p:nvSpPr>
          <p:cNvPr id="4" name="Tijdelijke aanduiding voor voettekst 3"/>
          <p:cNvSpPr>
            <a:spLocks noGrp="1"/>
          </p:cNvSpPr>
          <p:nvPr>
            <p:ph type="ftr" sz="quarter" idx="2"/>
          </p:nvPr>
        </p:nvSpPr>
        <p:spPr>
          <a:xfrm>
            <a:off x="0" y="9377317"/>
            <a:ext cx="2889938" cy="493633"/>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p:cNvSpPr>
            <a:spLocks noGrp="1"/>
          </p:cNvSpPr>
          <p:nvPr>
            <p:ph type="sldNum" sz="quarter" idx="3"/>
          </p:nvPr>
        </p:nvSpPr>
        <p:spPr>
          <a:xfrm>
            <a:off x="3777607" y="9377317"/>
            <a:ext cx="2889938" cy="493633"/>
          </a:xfrm>
          <a:prstGeom prst="rect">
            <a:avLst/>
          </a:prstGeom>
        </p:spPr>
        <p:txBody>
          <a:bodyPr vert="horz" lIns="91440" tIns="45720" rIns="91440" bIns="45720" rtlCol="0" anchor="b"/>
          <a:lstStyle>
            <a:lvl1pPr algn="r">
              <a:defRPr sz="1200"/>
            </a:lvl1pPr>
          </a:lstStyle>
          <a:p>
            <a:fld id="{6939251E-53F1-FC41-8C35-4A7AA1F42D14}" type="slidenum">
              <a:rPr lang="nl-NL" smtClean="0"/>
              <a:t>‹#›</a:t>
            </a:fld>
            <a:endParaRPr lang="nl-NL"/>
          </a:p>
        </p:txBody>
      </p:sp>
    </p:spTree>
    <p:extLst>
      <p:ext uri="{BB962C8B-B14F-4D97-AF65-F5344CB8AC3E}">
        <p14:creationId xmlns:p14="http://schemas.microsoft.com/office/powerpoint/2010/main" val="24129165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889938" cy="49363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7607" y="1"/>
            <a:ext cx="2889938" cy="493633"/>
          </a:xfrm>
          <a:prstGeom prst="rect">
            <a:avLst/>
          </a:prstGeom>
        </p:spPr>
        <p:txBody>
          <a:bodyPr vert="horz" lIns="91440" tIns="45720" rIns="91440" bIns="45720" rtlCol="0"/>
          <a:lstStyle>
            <a:lvl1pPr algn="r">
              <a:defRPr sz="1200"/>
            </a:lvl1pPr>
          </a:lstStyle>
          <a:p>
            <a:fld id="{16226358-5A07-BF4D-A2AB-14C0FB991A39}" type="datetimeFigureOut">
              <a:rPr lang="en-US" smtClean="0"/>
              <a:t>10/15/2026</a:t>
            </a:fld>
            <a:endParaRPr lang="en-US"/>
          </a:p>
        </p:txBody>
      </p:sp>
      <p:sp>
        <p:nvSpPr>
          <p:cNvPr id="4" name="Slide Image Placeholder 3"/>
          <p:cNvSpPr>
            <a:spLocks noGrp="1" noRot="1" noChangeAspect="1"/>
          </p:cNvSpPr>
          <p:nvPr>
            <p:ph type="sldImg" idx="2"/>
          </p:nvPr>
        </p:nvSpPr>
        <p:spPr>
          <a:xfrm>
            <a:off x="42863" y="739775"/>
            <a:ext cx="6583362" cy="370363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6909" y="4689515"/>
            <a:ext cx="5335270" cy="444269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7317"/>
            <a:ext cx="2889938" cy="4936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7607" y="9377317"/>
            <a:ext cx="2889938" cy="493633"/>
          </a:xfrm>
          <a:prstGeom prst="rect">
            <a:avLst/>
          </a:prstGeom>
        </p:spPr>
        <p:txBody>
          <a:bodyPr vert="horz" lIns="91440" tIns="45720" rIns="91440" bIns="45720" rtlCol="0" anchor="b"/>
          <a:lstStyle>
            <a:lvl1pPr algn="r">
              <a:defRPr sz="1200"/>
            </a:lvl1pPr>
          </a:lstStyle>
          <a:p>
            <a:fld id="{4EE6E482-F2E1-AE4E-B7AD-A6CBD907DFA8}" type="slidenum">
              <a:rPr lang="en-US" smtClean="0"/>
              <a:t>‹#›</a:t>
            </a:fld>
            <a:endParaRPr lang="en-US"/>
          </a:p>
        </p:txBody>
      </p:sp>
    </p:spTree>
    <p:extLst>
      <p:ext uri="{BB962C8B-B14F-4D97-AF65-F5344CB8AC3E}">
        <p14:creationId xmlns:p14="http://schemas.microsoft.com/office/powerpoint/2010/main" val="3071687179"/>
      </p:ext>
    </p:extLst>
  </p:cSld>
  <p:clrMap bg1="lt1" tx1="dk1" bg2="lt2" tx2="dk2" accent1="accent1" accent2="accent2" accent3="accent3" accent4="accent4" accent5="accent5" accent6="accent6" hlink="hlink" folHlink="folHlink"/>
  <p:hf hdr="0" ftr="0" dt="0"/>
  <p:notesStyle>
    <a:lvl1pPr marL="0" algn="l" defTabSz="609585" rtl="0" eaLnBrk="1" latinLnBrk="0" hangingPunct="1">
      <a:defRPr sz="1600" kern="1200">
        <a:solidFill>
          <a:schemeClr val="tx1"/>
        </a:solidFill>
        <a:latin typeface="+mn-lt"/>
        <a:ea typeface="+mn-ea"/>
        <a:cs typeface="+mn-cs"/>
      </a:defRPr>
    </a:lvl1pPr>
    <a:lvl2pPr marL="609585" algn="l" defTabSz="609585" rtl="0" eaLnBrk="1" latinLnBrk="0" hangingPunct="1">
      <a:defRPr sz="1600" kern="1200">
        <a:solidFill>
          <a:schemeClr val="tx1"/>
        </a:solidFill>
        <a:latin typeface="+mn-lt"/>
        <a:ea typeface="+mn-ea"/>
        <a:cs typeface="+mn-cs"/>
      </a:defRPr>
    </a:lvl2pPr>
    <a:lvl3pPr marL="1219170" algn="l" defTabSz="609585" rtl="0" eaLnBrk="1" latinLnBrk="0" hangingPunct="1">
      <a:defRPr sz="1600" kern="1200">
        <a:solidFill>
          <a:schemeClr val="tx1"/>
        </a:solidFill>
        <a:latin typeface="+mn-lt"/>
        <a:ea typeface="+mn-ea"/>
        <a:cs typeface="+mn-cs"/>
      </a:defRPr>
    </a:lvl3pPr>
    <a:lvl4pPr marL="1828754" algn="l" defTabSz="609585" rtl="0" eaLnBrk="1" latinLnBrk="0" hangingPunct="1">
      <a:defRPr sz="1600" kern="1200">
        <a:solidFill>
          <a:schemeClr val="tx1"/>
        </a:solidFill>
        <a:latin typeface="+mn-lt"/>
        <a:ea typeface="+mn-ea"/>
        <a:cs typeface="+mn-cs"/>
      </a:defRPr>
    </a:lvl4pPr>
    <a:lvl5pPr marL="2438339" algn="l" defTabSz="609585" rtl="0" eaLnBrk="1" latinLnBrk="0" hangingPunct="1">
      <a:defRPr sz="1600" kern="1200">
        <a:solidFill>
          <a:schemeClr val="tx1"/>
        </a:solidFill>
        <a:latin typeface="+mn-lt"/>
        <a:ea typeface="+mn-ea"/>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1 | Welcome | Lead: Both | Target: 60 seconds
Working first-pass adaptation of the outline submitted to Nathan in PR #4. Confirm the final conference-portal title and apply the supplied WK presentation template before external use. No live demo or product integration is claimed complete.
Primary source: https://github.com/nathandyck/wk-tax-api/blob/8bfe2f5b1edebdfe9c74a22f79ad95f6fab5bf95/presentation/session-outline.md
Passage locator: section:2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1</a:t>
            </a:r>
          </a:p>
          <a:p>
            <a:r>
              <a:rPr lang="en-US"/>
              <a:t>Official layout: 3_Black Title Slide 02</a:t>
            </a:r>
          </a:p>
          <a:p>
            <a:r>
              <a:rPr lang="en-US"/>
              <a:t>Message treatment: cover</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1</a:t>
            </a:fld>
            <a:endParaRPr lang="en-US"/>
          </a:p>
        </p:txBody>
      </p:sp>
    </p:spTree>
    <p:extLst>
      <p:ext uri="{BB962C8B-B14F-4D97-AF65-F5344CB8AC3E}">
        <p14:creationId xmlns:p14="http://schemas.microsoft.com/office/powerpoint/2010/main" val="134134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Added to satisfy the WK template's required session-title and description slide. This summarizes existing first-pass content and is covered by the existing 10-minute welcome; it adds no agenda time. Demo choices and API availability remain provisional.</a:t>
            </a:r>
          </a:p>
          <a:p>
            <a:endParaRPr lang="en-US"/>
          </a:p>
          <a:p>
            <a:r>
              <a:rPr lang="en-US"/>
              <a:t>WK TEMPLATE MIGRATION</a:t>
            </a:r>
          </a:p>
          <a:p>
            <a:r>
              <a:rPr lang="en-US"/>
              <a:t>Original source slide: </a:t>
            </a:r>
          </a:p>
          <a:p>
            <a:r>
              <a:rPr lang="en-US"/>
              <a:t>Official layout: Two Columns Right</a:t>
            </a:r>
          </a:p>
          <a:p>
            <a:r>
              <a:rPr lang="en-US"/>
              <a:t>Message treatment: overview</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2</a:t>
            </a:fld>
            <a:endParaRPr lang="en-US"/>
          </a:p>
        </p:txBody>
      </p:sp>
    </p:spTree>
    <p:extLst>
      <p:ext uri="{BB962C8B-B14F-4D97-AF65-F5344CB8AC3E}">
        <p14:creationId xmlns:p14="http://schemas.microsoft.com/office/powerpoint/2010/main" val="3733881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Added to satisfy the WK template's required speaker slide, using its two-speaker layout. Presenter names and companies come from the original title slide. No headshots or confirmed job-title wording were supplied, so photographs remain explicitly marked as pending and no job titles are invented. Covered by the existing welcome allocation; no additional agenda time.</a:t>
            </a:r>
          </a:p>
          <a:p>
            <a:endParaRPr lang="en-US"/>
          </a:p>
          <a:p>
            <a:r>
              <a:rPr lang="en-US"/>
              <a:t>WK TEMPLATE MIGRATION</a:t>
            </a:r>
          </a:p>
          <a:p>
            <a:r>
              <a:rPr lang="en-US"/>
              <a:t>Original source slide: </a:t>
            </a:r>
          </a:p>
          <a:p>
            <a:r>
              <a:rPr lang="en-US"/>
              <a:t>Official layout: Two speaker without bio</a:t>
            </a:r>
          </a:p>
          <a:p>
            <a:r>
              <a:rPr lang="en-US"/>
              <a:t>Message treatment: speakers</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3</a:t>
            </a:fld>
            <a:endParaRPr lang="en-US"/>
          </a:p>
        </p:txBody>
      </p:sp>
    </p:spTree>
    <p:extLst>
      <p:ext uri="{BB962C8B-B14F-4D97-AF65-F5344CB8AC3E}">
        <p14:creationId xmlns:p14="http://schemas.microsoft.com/office/powerpoint/2010/main" val="3706903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3 | Welcome | Lead: Both | Target: 90 seconds
The six submitted sections total 100 minutes. This deck has 33 main slides and four presenter-reference slides. Demo and Q&amp;A time are included, not added. End early rather than fill time.
Primary source: https://github.com/nathandyck/wk-tax-api/blob/8bfe2f5b1edebdfe9c74a22f79ad95f6fab5bf95/presentation/session-outline.md
Passage locator: section:5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3</a:t>
            </a:r>
          </a:p>
          <a:p>
            <a:r>
              <a:rPr lang="en-US"/>
              <a:t>Official layout: Page Breaker 2</a:t>
            </a:r>
          </a:p>
          <a:p>
            <a:r>
              <a:rPr lang="en-US"/>
              <a:t>Message treatment: agenda</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4</a:t>
            </a:fld>
            <a:endParaRPr lang="en-US"/>
          </a:p>
        </p:txBody>
      </p:sp>
    </p:spTree>
    <p:extLst>
      <p:ext uri="{BB962C8B-B14F-4D97-AF65-F5344CB8AC3E}">
        <p14:creationId xmlns:p14="http://schemas.microsoft.com/office/powerpoint/2010/main" val="1808087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2 | Welcome | Lead: Both | Target: 120 seconds
The session message is practical: the firm supplies the workflow knowledge; the API and development tools supply different parts of the implementation. Do not imply that AI removes the need for review.
Primary source: https://github.com/nathandyck/wk-tax-api/blob/8bfe2f5b1edebdfe9c74a22f79ad95f6fab5bf95/presentation/session-outline.md
Passage locator: section:3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2</a:t>
            </a:r>
          </a:p>
          <a:p>
            <a:r>
              <a:rPr lang="en-US"/>
              <a:t>Official layout: Two Columns 2</a:t>
            </a:r>
          </a:p>
          <a:p>
            <a:r>
              <a:rPr lang="en-US"/>
              <a:t>Message treatment: four-grid</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5</a:t>
            </a:fld>
            <a:endParaRPr lang="en-US"/>
          </a:p>
        </p:txBody>
      </p:sp>
    </p:spTree>
    <p:extLst>
      <p:ext uri="{BB962C8B-B14F-4D97-AF65-F5344CB8AC3E}">
        <p14:creationId xmlns:p14="http://schemas.microsoft.com/office/powerpoint/2010/main" val="35325519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4 | Welcome | Lead: Both | Target: 180 seconds
Nathan should substitute one example he knows the audience will recognize. This is an illustrative before-and-after, not a measured productivity claim. Say CCH Axcess Tax on first mention and Axcess Tax afterward.
Primary source: https://github.com/nathandyck/wk-tax-api/blob/8bfe2f5b1edebdfe9c74a22f79ad95f6fab5bf95/presentation/session-outline.md
Passage locator: section:6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4</a:t>
            </a:r>
          </a:p>
          <a:p>
            <a:r>
              <a:rPr lang="en-US"/>
              <a:t>Official layout: Two Columns 2</a:t>
            </a:r>
          </a:p>
          <a:p>
            <a:r>
              <a:rPr lang="en-US"/>
              <a:t>Message treatment: comparison</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6</a:t>
            </a:fld>
            <a:endParaRPr lang="en-US"/>
          </a:p>
        </p:txBody>
      </p:sp>
    </p:spTree>
    <p:extLst>
      <p:ext uri="{BB962C8B-B14F-4D97-AF65-F5344CB8AC3E}">
        <p14:creationId xmlns:p14="http://schemas.microsoft.com/office/powerpoint/2010/main" val="651466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5 | Welcome | Lead: Both | Target: 150 seconds
Optional show of hands. Calibrate the explanations to the room. Invite one brief workflow example and keep the detailed exploration for the lab or questions.
Primary source: https://github.com/nathandyck/wk-tax-api/blob/8bfe2f5b1edebdfe9c74a22f79ad95f6fab5bf95/presentation/session-outline.md
Passage locator: section:6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5</a:t>
            </a:r>
          </a:p>
          <a:p>
            <a:r>
              <a:rPr lang="en-US"/>
              <a:t>Official layout: Two Columns Right</a:t>
            </a:r>
          </a:p>
          <a:p>
            <a:r>
              <a:rPr lang="en-US"/>
              <a:t>Message treatment: poll</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7</a:t>
            </a:fld>
            <a:endParaRPr lang="en-US"/>
          </a:p>
        </p:txBody>
      </p:sp>
    </p:spTree>
    <p:extLst>
      <p:ext uri="{BB962C8B-B14F-4D97-AF65-F5344CB8AC3E}">
        <p14:creationId xmlns:p14="http://schemas.microsoft.com/office/powerpoint/2010/main" val="4028770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6 | API capabilities | Lead: Nathan | Target: 180 seconds
Keep endpoints, parameters and variables off the screen. Nathan to confirm how CCH Axcess permissions apply. This conceptual sequence does not establish an entitlement or security guarantee.
Primary source: https://github.com/nathandyck/wk-tax-api/blob/8bfe2f5b1edebdfe9c74a22f79ad95f6fab5bf95/presentation/session-outline.md
Passage locator: section:7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6</a:t>
            </a:r>
          </a:p>
          <a:p>
            <a:r>
              <a:rPr lang="en-US"/>
              <a:t>Official layout: Two Columns - Classic</a:t>
            </a:r>
          </a:p>
          <a:p>
            <a:r>
              <a:rPr lang="en-US"/>
              <a:t>Message treatment: flow</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8</a:t>
            </a:fld>
            <a:endParaRPr lang="en-US"/>
          </a:p>
        </p:txBody>
      </p:sp>
    </p:spTree>
    <p:extLst>
      <p:ext uri="{BB962C8B-B14F-4D97-AF65-F5344CB8AC3E}">
        <p14:creationId xmlns:p14="http://schemas.microsoft.com/office/powerpoint/2010/main" val="3664117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7 | API capabilities | Lead: Nathan | Target: 240 seconds
Draft capability grouping from section 2 of the submitted outline. Nathan owns the final wording, scope, availability and any newly available capabilities. Advanced features may require additional licensing. Do not describe these as new releases without confirmation.
Primary source: https://github.com/nathandyck/wk-tax-api/blob/8bfe2f5b1edebdfe9c74a22f79ad95f6fab5bf95/presentation/session-outline.md
Passage locator: section:7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7</a:t>
            </a:r>
          </a:p>
          <a:p>
            <a:r>
              <a:rPr lang="en-US"/>
              <a:t>Official layout: Two Columns 2</a:t>
            </a:r>
          </a:p>
          <a:p>
            <a:r>
              <a:rPr lang="en-US"/>
              <a:t>Message treatment: four-grid</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9</a:t>
            </a:fld>
            <a:endParaRPr lang="en-US"/>
          </a:p>
        </p:txBody>
      </p:sp>
    </p:spTree>
    <p:extLst>
      <p:ext uri="{BB962C8B-B14F-4D97-AF65-F5344CB8AC3E}">
        <p14:creationId xmlns:p14="http://schemas.microsoft.com/office/powerpoint/2010/main" val="3305319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8 | API capabilities | Lead: Nathan | Target: 180 seconds
REVIEW REQUIRED: the submitted outline explicitly leaves packaging with Nathan. Do not substitute guessed SKUs, included-feature lists or pricing. Add the newly available capability announcement only after Nathan supplies it.
Primary source: https://github.com/nathandyck/wk-tax-api/blob/8bfe2f5b1edebdfe9c74a22f79ad95f6fab5bf95/presentation/session-outline.md
Passage locator: section:7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8</a:t>
            </a:r>
          </a:p>
          <a:p>
            <a:r>
              <a:rPr lang="en-US"/>
              <a:t>Official layout: Three Columns - Classic</a:t>
            </a:r>
          </a:p>
          <a:p>
            <a:r>
              <a:rPr lang="en-US"/>
              <a:t>Message treatment: three-columns</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10</a:t>
            </a:fld>
            <a:endParaRPr lang="en-US"/>
          </a:p>
        </p:txBody>
      </p:sp>
    </p:spTree>
    <p:extLst>
      <p:ext uri="{BB962C8B-B14F-4D97-AF65-F5344CB8AC3E}">
        <p14:creationId xmlns:p14="http://schemas.microsoft.com/office/powerpoint/2010/main" val="4738748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9 | API capabilities | Lead: Nathan | Target: 180 seconds
Illustrative integration possibilities from the outline, not claims of packaged connectors. Nathan may replace these with selected published firm examples such as organizer printing or client-data synchronization.
Primary source: https://github.com/nathandyck/wk-tax-api/blob/8bfe2f5b1edebdfe9c74a22f79ad95f6fab5bf95/presentation/session-outline.md
Passage locator: section:7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9</a:t>
            </a:r>
          </a:p>
          <a:p>
            <a:r>
              <a:rPr lang="en-US"/>
              <a:t>Official layout: Two Columns 2</a:t>
            </a:r>
          </a:p>
          <a:p>
            <a:r>
              <a:rPr lang="en-US"/>
              <a:t>Message treatment: four-grid</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11</a:t>
            </a:fld>
            <a:endParaRPr lang="en-US"/>
          </a:p>
        </p:txBody>
      </p:sp>
    </p:spTree>
    <p:extLst>
      <p:ext uri="{BB962C8B-B14F-4D97-AF65-F5344CB8AC3E}">
        <p14:creationId xmlns:p14="http://schemas.microsoft.com/office/powerpoint/2010/main" val="1973872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10 | API capabilities | Lead: Nathan | Target: 120 seconds
Nathan should supply the exact attendee-facing links and support wording. Wolters Kluwer Open Integration landing page: https://www.wolterskluwer.com/en/solutions/cch-axcess/open-integration . That page could not be independently captured during this pass; this slide is grounded in the submitted outline. Transition to the finished application before explaining how it was built.
Primary source: https://github.com/nathandyck/wk-tax-api/blob/8bfe2f5b1edebdfe9c74a22f79ad95f6fab5bf95/presentation/session-outline.md
Passage locator: section:7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10</a:t>
            </a:r>
          </a:p>
          <a:p>
            <a:r>
              <a:rPr lang="en-US"/>
              <a:t>Official layout: Three Columns - Classic</a:t>
            </a:r>
          </a:p>
          <a:p>
            <a:r>
              <a:rPr lang="en-US"/>
              <a:t>Message treatment: three-columns</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12</a:t>
            </a:fld>
            <a:endParaRPr lang="en-US"/>
          </a:p>
        </p:txBody>
      </p:sp>
    </p:spTree>
    <p:extLst>
      <p:ext uri="{BB962C8B-B14F-4D97-AF65-F5344CB8AC3E}">
        <p14:creationId xmlns:p14="http://schemas.microsoft.com/office/powerpoint/2010/main" val="32450637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11 | Application demonstration | Lead: Nathan with Sergey | Target: 120 seconds
DEMO CUE: show the finished application if the address-sync scenario is selected and rehearsed. This deck contains no fabricated screenshot or client record. The outline recommends address synchronization but does not establish it as the final choice.
Primary source: https://github.com/nathandyck/wk-tax-api/blob/8bfe2f5b1edebdfe9c74a22f79ad95f6fab5bf95/presentation/session-outline.md
Passage locator: section:12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11</a:t>
            </a:r>
          </a:p>
          <a:p>
            <a:r>
              <a:rPr lang="en-US"/>
              <a:t>Official layout: Title and Content (Dark)</a:t>
            </a:r>
          </a:p>
          <a:p>
            <a:r>
              <a:rPr lang="en-US"/>
              <a:t>Message treatment: demo</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13</a:t>
            </a:fld>
            <a:endParaRPr lang="en-US"/>
          </a:p>
        </p:txBody>
      </p:sp>
    </p:spTree>
    <p:extLst>
      <p:ext uri="{BB962C8B-B14F-4D97-AF65-F5344CB8AC3E}">
        <p14:creationId xmlns:p14="http://schemas.microsoft.com/office/powerpoint/2010/main" val="3375463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12 | Application demonstration | Lead: Nathan | Target: 420 seconds
Reserve seven minutes for the live finished-app walkthrough. Use only the designated test firm. Address synchronization requires work beyond the existing sample; confirm the client-address operations and compare-and-apply path before presenting. Use a recording if the live path is unavailable. Do not perform an unrehearsed live write.
Primary source: https://github.com/nathandyck/wk-tax-api/blob/8bfe2f5b1edebdfe9c74a22f79ad95f6fab5bf95/presentation/session-outline.md
Passage locator: section:12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12</a:t>
            </a:r>
          </a:p>
          <a:p>
            <a:r>
              <a:rPr lang="en-US"/>
              <a:t>Official layout: Two Columns - Classic (Grey)</a:t>
            </a:r>
          </a:p>
          <a:p>
            <a:r>
              <a:rPr lang="en-US"/>
              <a:t>Message treatment: flow</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14</a:t>
            </a:fld>
            <a:endParaRPr lang="en-US"/>
          </a:p>
        </p:txBody>
      </p:sp>
    </p:spTree>
    <p:extLst>
      <p:ext uri="{BB962C8B-B14F-4D97-AF65-F5344CB8AC3E}">
        <p14:creationId xmlns:p14="http://schemas.microsoft.com/office/powerpoint/2010/main" val="3594205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13 | Application demonstration | Lead: Nathan with Sergey | Target: 240 seconds
Use screenshots or a short recording of the actual build. Show the real prompt, API definitions, AGENTS.md and repository skill in the presenter environment. Replace this general sequence with actual corrections and test results after rehearsal; do not invent them.
Primary source: https://github.com/nathandyck/wk-tax-api/blob/8bfe2f5b1edebdfe9c74a22f79ad95f6fab5bf95/presentation/session-outline.md
Passage locator: section:8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13</a:t>
            </a:r>
          </a:p>
          <a:p>
            <a:r>
              <a:rPr lang="en-US"/>
              <a:t>Official layout: Two Columns - Classic</a:t>
            </a:r>
          </a:p>
          <a:p>
            <a:r>
              <a:rPr lang="en-US"/>
              <a:t>Message treatment: flow</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15</a:t>
            </a:fld>
            <a:endParaRPr lang="en-US"/>
          </a:p>
        </p:txBody>
      </p:sp>
    </p:spTree>
    <p:extLst>
      <p:ext uri="{BB962C8B-B14F-4D97-AF65-F5344CB8AC3E}">
        <p14:creationId xmlns:p14="http://schemas.microsoft.com/office/powerpoint/2010/main" val="197157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14 | Application demonstration | Lead: Both | Target: 120 seconds
The submitted outline separates implementation help, API behavior and human accountability. An application built with AI can later run without AI; the next section distinguishes this from AI used at run time.
Primary source: https://github.com/nathandyck/wk-tax-api/blob/8bfe2f5b1edebdfe9c74a22f79ad95f6fab5bf95/presentation/session-outline.md
Passage locator: section:8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14</a:t>
            </a:r>
          </a:p>
          <a:p>
            <a:r>
              <a:rPr lang="en-US"/>
              <a:t>Official layout: Three Columns - Classic</a:t>
            </a:r>
          </a:p>
          <a:p>
            <a:r>
              <a:rPr lang="en-US"/>
              <a:t>Message treatment: three-columns</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16</a:t>
            </a:fld>
            <a:endParaRPr lang="en-US"/>
          </a:p>
        </p:txBody>
      </p:sp>
    </p:spTree>
    <p:extLst>
      <p:ext uri="{BB962C8B-B14F-4D97-AF65-F5344CB8AC3E}">
        <p14:creationId xmlns:p14="http://schemas.microsoft.com/office/powerpoint/2010/main" val="39616477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15 | AI tools | Lead: Sergey | Target: 300 seconds
Keep this distinction brief and concrete. These are explanatory roles, not rigid product categories. A product may support more than one role. Move quickly to the build-time versus run-time distinction.
Primary source: https://github.com/nathandyck/wk-tax-api/blob/8bfe2f5b1edebdfe9c74a22f79ad95f6fab5bf95/presentation/session-outline.md
Passage locator: section:9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15</a:t>
            </a:r>
          </a:p>
          <a:p>
            <a:r>
              <a:rPr lang="en-US"/>
              <a:t>Official layout: Three Columns - Classic</a:t>
            </a:r>
          </a:p>
          <a:p>
            <a:r>
              <a:rPr lang="en-US"/>
              <a:t>Message treatment: three-columns</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17</a:t>
            </a:fld>
            <a:endParaRPr lang="en-US"/>
          </a:p>
        </p:txBody>
      </p:sp>
    </p:spTree>
    <p:extLst>
      <p:ext uri="{BB962C8B-B14F-4D97-AF65-F5344CB8AC3E}">
        <p14:creationId xmlns:p14="http://schemas.microsoft.com/office/powerpoint/2010/main" val="26393413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16 | AI tools | Lead: Sergey | Target: 180 seconds
Build time fits a defined application or recurring task. Run time may fit requests that vary and need interpretation. These are patterns, not a declaration that every API workflow needs an agent.
Primary source: https://github.com/nathandyck/wk-tax-api/blob/8bfe2f5b1edebdfe9c74a22f79ad95f6fab5bf95/presentation/session-outline.md
Passage locator: section:9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16</a:t>
            </a:r>
          </a:p>
          <a:p>
            <a:r>
              <a:rPr lang="en-US"/>
              <a:t>Official layout: Two Columns 2</a:t>
            </a:r>
          </a:p>
          <a:p>
            <a:r>
              <a:rPr lang="en-US"/>
              <a:t>Message treatment: comparison</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18</a:t>
            </a:fld>
            <a:endParaRPr lang="en-US"/>
          </a:p>
        </p:txBody>
      </p:sp>
    </p:spTree>
    <p:extLst>
      <p:ext uri="{BB962C8B-B14F-4D97-AF65-F5344CB8AC3E}">
        <p14:creationId xmlns:p14="http://schemas.microsoft.com/office/powerpoint/2010/main" val="42875478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17 | AI tools | Lead: Sergey | Target: 180 seconds
Do not say that the application or API is free. Separate AI usage from the applicable development, hosting, API and product-license costs. Avoid price figures; Nathan owns CCH licensing and the firm must check its approved service terms.
Primary source: https://github.com/nathandyck/wk-tax-api/blob/8bfe2f5b1edebdfe9c74a22f79ad95f6fab5bf95/presentation/session-outline.md
Passage locator: section:11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17</a:t>
            </a:r>
          </a:p>
          <a:p>
            <a:r>
              <a:rPr lang="en-US"/>
              <a:t>Official layout: Two Columns 2</a:t>
            </a:r>
          </a:p>
          <a:p>
            <a:r>
              <a:rPr lang="en-US"/>
              <a:t>Message treatment: comparison</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19</a:t>
            </a:fld>
            <a:endParaRPr lang="en-US"/>
          </a:p>
        </p:txBody>
      </p:sp>
    </p:spTree>
    <p:extLst>
      <p:ext uri="{BB962C8B-B14F-4D97-AF65-F5344CB8AC3E}">
        <p14:creationId xmlns:p14="http://schemas.microsoft.com/office/powerpoint/2010/main" val="40727407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18 | AI tools | Lead: Sergey | Target: 120 seconds
This map explains roles only. The platform examples are proposed design illustrations, not released CCH Axcess integrations or product commitments. The following slides provide one concrete illustration per role.
Primary source: https://github.com/nathandyck/wk-tax-api/blob/8bfe2f5b1edebdfe9c74a22f79ad95f6fab5bf95/presentation/session-outline.md
Passage locator: section:9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18</a:t>
            </a:r>
          </a:p>
          <a:p>
            <a:r>
              <a:rPr lang="en-US"/>
              <a:t>Official layout: Two Columns 2</a:t>
            </a:r>
          </a:p>
          <a:p>
            <a:r>
              <a:rPr lang="en-US"/>
              <a:t>Message treatment: four-grid</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20</a:t>
            </a:fld>
            <a:endParaRPr lang="en-US"/>
          </a:p>
        </p:txBody>
      </p:sp>
    </p:spTree>
    <p:extLst>
      <p:ext uri="{BB962C8B-B14F-4D97-AF65-F5344CB8AC3E}">
        <p14:creationId xmlns:p14="http://schemas.microsoft.com/office/powerpoint/2010/main" val="398493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19 | AI tools | Lead: Sergey | Target: 120 seconds
Lead with GitHub Copilot as agreed. Codespaces is the environment, not an API entitlement or security approval. Return-status reporting remains the proposed lab core, not a finalized event commitment.
Primary source: https://github.com/nathandyck/wk-tax-api/blob/8bfe2f5b1edebdfe9c74a22f79ad95f6fab5bf95/presentation/session-outline.md
Passage locator: section:9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19</a:t>
            </a:r>
          </a:p>
          <a:p>
            <a:r>
              <a:rPr lang="en-US"/>
              <a:t>Official layout: Three Columns - Classic</a:t>
            </a:r>
          </a:p>
          <a:p>
            <a:r>
              <a:rPr lang="en-US"/>
              <a:t>Message treatment: three-columns</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21</a:t>
            </a:fld>
            <a:endParaRPr lang="en-US"/>
          </a:p>
        </p:txBody>
      </p:sp>
    </p:spTree>
    <p:extLst>
      <p:ext uri="{BB962C8B-B14F-4D97-AF65-F5344CB8AC3E}">
        <p14:creationId xmlns:p14="http://schemas.microsoft.com/office/powerpoint/2010/main" val="34226632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20 | AI tools | Lead: Sergey | Target: 120 seconds
Illustrative design only. Microsoft 365 Copilot provides an everyday work experience; Copilot Studio can build and extend agents. A CCH Axcess tool connection would need to be implemented and authorized. Do not imply that Microsoft 365 Copilot automatically has access to Axcess Tax.
Primary source: https://github.com/nathandyck/wk-tax-api/blob/8bfe2f5b1edebdfe9c74a22f79ad95f6fab5bf95/presentation/session-outline.md
Passage locator: section:9
Technical role source: https://learn.microsoft.com/en-us/microsoft-copilot-studio/fundamentals-what-is-copilot-studio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20</a:t>
            </a:r>
          </a:p>
          <a:p>
            <a:r>
              <a:rPr lang="en-US"/>
              <a:t>Official layout: Three Columns - Classic</a:t>
            </a:r>
          </a:p>
          <a:p>
            <a:r>
              <a:rPr lang="en-US"/>
              <a:t>Message treatment: three-columns</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22</a:t>
            </a:fld>
            <a:endParaRPr lang="en-US"/>
          </a:p>
        </p:txBody>
      </p:sp>
    </p:spTree>
    <p:extLst>
      <p:ext uri="{BB962C8B-B14F-4D97-AF65-F5344CB8AC3E}">
        <p14:creationId xmlns:p14="http://schemas.microsoft.com/office/powerpoint/2010/main" val="30929568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21 | AI tools | Lead: Sergey | Target: 120 seconds
Use Foundry when explaining custom-agent development and operation. This example is a proposed architecture, not an existing WK integration. Do not suggest the platform itself grants access to firm data.
Primary source: https://github.com/nathandyck/wk-tax-api/blob/8bfe2f5b1edebdfe9c74a22f79ad95f6fab5bf95/presentation/session-outline.md
Passage locator: section:9
Technical role source: https://learn.microsoft.com/en-us/azure/ai-foundry/what-is-azure-ai-foundry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21</a:t>
            </a:r>
          </a:p>
          <a:p>
            <a:r>
              <a:rPr lang="en-US"/>
              <a:t>Official layout: Two Columns 2</a:t>
            </a:r>
          </a:p>
          <a:p>
            <a:r>
              <a:rPr lang="en-US"/>
              <a:t>Message treatment: four-grid</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23</a:t>
            </a:fld>
            <a:endParaRPr lang="en-US"/>
          </a:p>
        </p:txBody>
      </p:sp>
    </p:spTree>
    <p:extLst>
      <p:ext uri="{BB962C8B-B14F-4D97-AF65-F5344CB8AC3E}">
        <p14:creationId xmlns:p14="http://schemas.microsoft.com/office/powerpoint/2010/main" val="38206557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22 | AI tools | Lead: Sergey | Target: 120 seconds
Agent 365 is the oversight role in this platform map, not a replacement for building the application or connecting the API. The official overview describes observe, govern and secure. Do not claim that a particular CCH agent is already enrolled or that oversight is automatic.
Primary source: https://github.com/nathandyck/wk-tax-api/blob/8bfe2f5b1edebdfe9c74a22f79ad95f6fab5bf95/presentation/session-outline.md
Passage locator: section:9
Technical role source: https://learn.microsoft.com/en-us/microsoft-agent-365/overview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22</a:t>
            </a:r>
          </a:p>
          <a:p>
            <a:r>
              <a:rPr lang="en-US"/>
              <a:t>Official layout: Three Columns - Classic</a:t>
            </a:r>
          </a:p>
          <a:p>
            <a:r>
              <a:rPr lang="en-US"/>
              <a:t>Message treatment: three-columns</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24</a:t>
            </a:fld>
            <a:endParaRPr lang="en-US"/>
          </a:p>
        </p:txBody>
      </p:sp>
    </p:spTree>
    <p:extLst>
      <p:ext uri="{BB962C8B-B14F-4D97-AF65-F5344CB8AC3E}">
        <p14:creationId xmlns:p14="http://schemas.microsoft.com/office/powerpoint/2010/main" val="39873280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23 | AI tools | Lead: Sergey | Target: 180 seconds
The point is an iterative engineering process. A successful run does not prove all cases are handled. Use the real sample and real corrections during the build walkthrough. Other agentic coding tools can follow a similar loop.
Primary source: https://github.com/nathandyck/wk-tax-api/blob/8bfe2f5b1edebdfe9c74a22f79ad95f6fab5bf95/presentation/session-outline.md
Passage locator: section:9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23</a:t>
            </a:r>
          </a:p>
          <a:p>
            <a:r>
              <a:rPr lang="en-US"/>
              <a:t>Official layout: Two Columns - Classic (Grey)</a:t>
            </a:r>
          </a:p>
          <a:p>
            <a:r>
              <a:rPr lang="en-US"/>
              <a:t>Message treatment: cycle</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25</a:t>
            </a:fld>
            <a:endParaRPr lang="en-US"/>
          </a:p>
        </p:txBody>
      </p:sp>
    </p:spTree>
    <p:extLst>
      <p:ext uri="{BB962C8B-B14F-4D97-AF65-F5344CB8AC3E}">
        <p14:creationId xmlns:p14="http://schemas.microsoft.com/office/powerpoint/2010/main" val="11688569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24 | AI tools | Lead: Sergey | Target: 120 seconds
Show the real repository in the presenter view. The submitted outline specifically names swaggerFiles, AGENTS.md and the repository skill. Keep endpoint names and variables out of audience-facing slide copy.
Primary source: https://github.com/nathandyck/wk-tax-api/blob/8bfe2f5b1edebdfe9c74a22f79ad95f6fab5bf95/presentation/session-outline.md
Passage locator: section:8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24</a:t>
            </a:r>
          </a:p>
          <a:p>
            <a:r>
              <a:rPr lang="en-US"/>
              <a:t>Official layout: Three Columns - Classic</a:t>
            </a:r>
          </a:p>
          <a:p>
            <a:r>
              <a:rPr lang="en-US"/>
              <a:t>Message treatment: three-columns</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26</a:t>
            </a:fld>
            <a:endParaRPr lang="en-US"/>
          </a:p>
        </p:txBody>
      </p:sp>
    </p:spTree>
    <p:extLst>
      <p:ext uri="{BB962C8B-B14F-4D97-AF65-F5344CB8AC3E}">
        <p14:creationId xmlns:p14="http://schemas.microsoft.com/office/powerpoint/2010/main" val="41838977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25 | AI tools | Lead: Sergey | Target: 120 seconds
This is an assistant-authored prompt illustration, not a quotation from a completed build. Define whether scope means one client, one signer or the whole firm. Return status is not e-file status or workflow status. Do not promise reasons for e-file rejection unless the selected API and exercise support them.
Primary source: https://github.com/nathandyck/wk-tax-api/blob/8bfe2f5b1edebdfe9c74a22f79ad95f6fab5bf95/presentation/session-outline.md
Passage locator: section:12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25</a:t>
            </a:r>
          </a:p>
          <a:p>
            <a:r>
              <a:rPr lang="en-US"/>
              <a:t>Official layout: Title and Content (Dark)</a:t>
            </a:r>
          </a:p>
          <a:p>
            <a:r>
              <a:rPr lang="en-US"/>
              <a:t>Message treatment: prompt</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27</a:t>
            </a:fld>
            <a:endParaRPr lang="en-US"/>
          </a:p>
        </p:txBody>
      </p:sp>
    </p:spTree>
    <p:extLst>
      <p:ext uri="{BB962C8B-B14F-4D97-AF65-F5344CB8AC3E}">
        <p14:creationId xmlns:p14="http://schemas.microsoft.com/office/powerpoint/2010/main" val="4687595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26 | AI tools | Lead: Sergey | Target: 180 seconds
For return/client joins, the outline warns that Client ID uses a contains search: confirm exact identifiers. Do not equate return status, e-file status and workflow status. Explain safeguards as responsibilities, not an assurance that any generated application is safe.
Primary source: https://github.com/nathandyck/wk-tax-api/blob/8bfe2f5b1edebdfe9c74a22f79ad95f6fab5bf95/presentation/session-outline.md
Passage locator: section:12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26</a:t>
            </a:r>
          </a:p>
          <a:p>
            <a:r>
              <a:rPr lang="en-US"/>
              <a:t>Official layout: Title and Content</a:t>
            </a:r>
          </a:p>
          <a:p>
            <a:r>
              <a:rPr lang="en-US"/>
              <a:t>Message treatment: checklist</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28</a:t>
            </a:fld>
            <a:endParaRPr lang="en-US"/>
          </a:p>
        </p:txBody>
      </p:sp>
    </p:spTree>
    <p:extLst>
      <p:ext uri="{BB962C8B-B14F-4D97-AF65-F5344CB8AC3E}">
        <p14:creationId xmlns:p14="http://schemas.microsoft.com/office/powerpoint/2010/main" val="41988574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27 | AI tools | Lead: Sergey | Target: 240 seconds
Four-minute build demonstration or recording. A recording is the default until the live change is rehearsed. Use an actual result, including a correction if one occurred. No screenshots or test outcomes have been fabricated for this first pass.
Primary source: https://github.com/nathandyck/wk-tax-api/blob/8bfe2f5b1edebdfe9c74a22f79ad95f6fab5bf95/presentation/session-outline.md
Passage locator: section:9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27</a:t>
            </a:r>
          </a:p>
          <a:p>
            <a:r>
              <a:rPr lang="en-US"/>
              <a:t>Official layout: Title and Content (Grey)</a:t>
            </a:r>
          </a:p>
          <a:p>
            <a:r>
              <a:rPr lang="en-US"/>
              <a:t>Message treatment: demo</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29</a:t>
            </a:fld>
            <a:endParaRPr lang="en-US"/>
          </a:p>
        </p:txBody>
      </p:sp>
    </p:spTree>
    <p:extLst>
      <p:ext uri="{BB962C8B-B14F-4D97-AF65-F5344CB8AC3E}">
        <p14:creationId xmlns:p14="http://schemas.microsoft.com/office/powerpoint/2010/main" val="15601666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28 | Lab preview | Lead: Both | Target: 180 seconds
The hands-on lab is separate from the 100-minute session and should stand on its own. Align this wording with the lab team. Return-status reporting is the proposed core exercise; do not silently reinstate the earlier e-file-exception proposal as an agreed selection.
Primary source: https://github.com/nathandyck/wk-tax-api/blob/8bfe2f5b1edebdfe9c74a22f79ad95f6fab5bf95/presentation/session-outline.md
Passage locator: section:10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28</a:t>
            </a:r>
          </a:p>
          <a:p>
            <a:r>
              <a:rPr lang="en-US"/>
              <a:t>Official layout: Two Columns - Classic</a:t>
            </a:r>
          </a:p>
          <a:p>
            <a:r>
              <a:rPr lang="en-US"/>
              <a:t>Message treatment: lab-flow</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30</a:t>
            </a:fld>
            <a:endParaRPr lang="en-US"/>
          </a:p>
        </p:txBody>
      </p:sp>
    </p:spTree>
    <p:extLst>
      <p:ext uri="{BB962C8B-B14F-4D97-AF65-F5344CB8AC3E}">
        <p14:creationId xmlns:p14="http://schemas.microsoft.com/office/powerpoint/2010/main" val="30493583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29 | Lab preview | Lead: Both | Target: 180 seconds
These are the submitted candidate roles, not confirmed lab deliverables. Full contact export needs additional address, email and phone lookups. Confirm an exercise that is repeatable within the lab time.
Primary source: https://github.com/nathandyck/wk-tax-api/blob/8bfe2f5b1edebdfe9c74a22f79ad95f6fab5bf95/presentation/session-outline.md
Passage locator: section:12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29</a:t>
            </a:r>
          </a:p>
          <a:p>
            <a:r>
              <a:rPr lang="en-US"/>
              <a:t>Official layout: Three Columns - Classic</a:t>
            </a:r>
          </a:p>
          <a:p>
            <a:r>
              <a:rPr lang="en-US"/>
              <a:t>Message treatment: three-columns</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31</a:t>
            </a:fld>
            <a:endParaRPr lang="en-US"/>
          </a:p>
        </p:txBody>
      </p:sp>
    </p:spTree>
    <p:extLst>
      <p:ext uri="{BB962C8B-B14F-4D97-AF65-F5344CB8AC3E}">
        <p14:creationId xmlns:p14="http://schemas.microsoft.com/office/powerpoint/2010/main" val="40336191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30 | Lab preview | Lead: Both | Target: 120 seconds
The later preparation thread says attendees will set up their own GitHub account, replacing the October 7 provisioned-account proposal. This slide deliberately refers to current lab instructions rather than promising accounts or entitlements. Lab dates, times and access details still need the lab team confirmation.
Primary source: https://github.com/nathandyck/wk-tax-api/blob/8bfe2f5b1edebdfe9c74a22f79ad95f6fab5bf95/presentation/session-outline.md
Passage locator: section:10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30</a:t>
            </a:r>
          </a:p>
          <a:p>
            <a:r>
              <a:rPr lang="en-US"/>
              <a:t>Official layout: Title and Content</a:t>
            </a:r>
          </a:p>
          <a:p>
            <a:r>
              <a:rPr lang="en-US"/>
              <a:t>Message treatment: checklist</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32</a:t>
            </a:fld>
            <a:endParaRPr lang="en-US"/>
          </a:p>
        </p:txBody>
      </p:sp>
    </p:spTree>
    <p:extLst>
      <p:ext uri="{BB962C8B-B14F-4D97-AF65-F5344CB8AC3E}">
        <p14:creationId xmlns:p14="http://schemas.microsoft.com/office/powerpoint/2010/main" val="31871887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31 | Lab preview | Lead: Both | Target: 120 seconds
Add the final lab link and schedule only after confirmation. The outline says credentials belong in a local settings file excluded from source control; do not show any real value. Confirm the exact starting branch and expected setup with Nathan.
Primary source: https://github.com/nathandyck/wk-tax-api/blob/8bfe2f5b1edebdfe9c74a22f79ad95f6fab5bf95/presentation/session-outline.md
Passage locator: section:10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31</a:t>
            </a:r>
          </a:p>
          <a:p>
            <a:r>
              <a:rPr lang="en-US"/>
              <a:t>Official layout: Three Columns - Classic</a:t>
            </a:r>
          </a:p>
          <a:p>
            <a:r>
              <a:rPr lang="en-US"/>
              <a:t>Message treatment: three-columns</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33</a:t>
            </a:fld>
            <a:endParaRPr lang="en-US"/>
          </a:p>
        </p:txBody>
      </p:sp>
    </p:spTree>
    <p:extLst>
      <p:ext uri="{BB962C8B-B14F-4D97-AF65-F5344CB8AC3E}">
        <p14:creationId xmlns:p14="http://schemas.microsoft.com/office/powerpoint/2010/main" val="28002197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32 | Questions | Lead: Both | Target: 840 seconds
Allow fourteen minutes here plus the one-minute close. If questions are sparse, discuss two or three audience workflows. Route licensing and newly available API details to Nathan. Do not stretch the session to fill time.
Primary source: https://github.com/nathandyck/wk-tax-api/blob/8bfe2f5b1edebdfe9c74a22f79ad95f6fab5bf95/presentation/session-outline.md
Passage locator: section:11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32</a:t>
            </a:r>
          </a:p>
          <a:p>
            <a:r>
              <a:rPr lang="en-US"/>
              <a:t>Official layout: Two Columns - Classic (Grey)</a:t>
            </a:r>
          </a:p>
          <a:p>
            <a:r>
              <a:rPr lang="en-US"/>
              <a:t>Message treatment: qa</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34</a:t>
            </a:fld>
            <a:endParaRPr lang="en-US"/>
          </a:p>
        </p:txBody>
      </p:sp>
    </p:spTree>
    <p:extLst>
      <p:ext uri="{BB962C8B-B14F-4D97-AF65-F5344CB8AC3E}">
        <p14:creationId xmlns:p14="http://schemas.microsoft.com/office/powerpoint/2010/main" val="38740577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33 | Close | Lead: Both | Target: 60 seconds
Close on the submitted learning objective: identify a workflow and know where to start. No broad claim about production readiness or measured time savings. Confirm the lab invitation details before final distribution.
Primary source: https://github.com/nathandyck/wk-tax-api/blob/8bfe2f5b1edebdfe9c74a22f79ad95f6fab5bf95/presentation/session-outline.md
Passage locator: section:14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33</a:t>
            </a:r>
          </a:p>
          <a:p>
            <a:r>
              <a:rPr lang="en-US"/>
              <a:t>Official layout: End slide</a:t>
            </a:r>
          </a:p>
          <a:p>
            <a:r>
              <a:rPr lang="en-US"/>
              <a:t>Message treatment: closing</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35</a:t>
            </a:fld>
            <a:endParaRPr lang="en-US"/>
          </a:p>
        </p:txBody>
      </p:sp>
    </p:spTree>
    <p:extLst>
      <p:ext uri="{BB962C8B-B14F-4D97-AF65-F5344CB8AC3E}">
        <p14:creationId xmlns:p14="http://schemas.microsoft.com/office/powerpoint/2010/main" val="30099620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34 | Presenter reference | Lead: Both | Target: 0 seconds
Presenter reference: outside the 100-minute agenda. Remove or hide before conference use.
Presenter reference only. The 1-to-5 values are planning ratings, not measured business value, performance or production-readiness scores. A restricted contact export may be complexity 2. Workpaper-to-return automation needs Advanced Tax Transfer licensing and independent review.
Primary source: https://github.com/nathandyck/wk-tax-api/blob/8bfe2f5b1edebdfe9c74a22f79ad95f6fab5bf95/presentation/session-outline.md
Passage locator: section:12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34</a:t>
            </a:r>
          </a:p>
          <a:p>
            <a:r>
              <a:rPr lang="en-US"/>
              <a:t>Official layout: Two Columns - Classic</a:t>
            </a:r>
          </a:p>
          <a:p>
            <a:r>
              <a:rPr lang="en-US"/>
              <a:t>Message treatment: demo-table</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36</a:t>
            </a:fld>
            <a:endParaRPr lang="en-US"/>
          </a:p>
        </p:txBody>
      </p:sp>
    </p:spTree>
    <p:extLst>
      <p:ext uri="{BB962C8B-B14F-4D97-AF65-F5344CB8AC3E}">
        <p14:creationId xmlns:p14="http://schemas.microsoft.com/office/powerpoint/2010/main" val="18435570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35 | Presenter reference | Lead: Both | Target: 0 seconds
Presenter reference: outside the 100-minute agenda. Remove or hide before conference use.
Do not invent exact subscription prices or product entitlements. Avoid promising that every workflow is supported. This is a reference for questions, not extra scheduled lecture time.
Primary source: https://github.com/nathandyck/wk-tax-api/blob/8bfe2f5b1edebdfe9c74a22f79ad95f6fab5bf95/presentation/session-outline.md
Passage locator: section:11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35</a:t>
            </a:r>
          </a:p>
          <a:p>
            <a:r>
              <a:rPr lang="en-US"/>
              <a:t>Official layout: Two Columns - Classic</a:t>
            </a:r>
          </a:p>
          <a:p>
            <a:r>
              <a:rPr lang="en-US"/>
              <a:t>Message treatment: reference-table</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37</a:t>
            </a:fld>
            <a:endParaRPr lang="en-US"/>
          </a:p>
        </p:txBody>
      </p:sp>
    </p:spTree>
    <p:extLst>
      <p:ext uri="{BB962C8B-B14F-4D97-AF65-F5344CB8AC3E}">
        <p14:creationId xmlns:p14="http://schemas.microsoft.com/office/powerpoint/2010/main" val="8229436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36 | Presenter reference | Lead: Both | Target: 0 seconds
Presenter reference: outside the 100-minute agenda. Remove or hide before conference use.
Internal production checklist, not an assignment sent to anyone. No owner approval is recorded. The WK slide template was supplied October 15; its layouts and brand treatment have not been applied in this content-first draft.
Primary source: https://github.com/nathandyck/wk-tax-api/blob/8bfe2f5b1edebdfe9c74a22f79ad95f6fab5bf95/presentation/session-outline.md
Passage locator: section:13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36</a:t>
            </a:r>
          </a:p>
          <a:p>
            <a:r>
              <a:rPr lang="en-US"/>
              <a:t>Official layout: Two Columns - Classic</a:t>
            </a:r>
          </a:p>
          <a:p>
            <a:r>
              <a:rPr lang="en-US"/>
              <a:t>Message treatment: reference-table</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38</a:t>
            </a:fld>
            <a:endParaRPr lang="en-US"/>
          </a:p>
        </p:txBody>
      </p:sp>
    </p:spTree>
    <p:extLst>
      <p:ext uri="{BB962C8B-B14F-4D97-AF65-F5344CB8AC3E}">
        <p14:creationId xmlns:p14="http://schemas.microsoft.com/office/powerpoint/2010/main" val="40619167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FIRST PASS - NOT APPROVED FOR EXTERNAL DISTRIBUTION
Slide 37 | Presenter reference | Lead: Both | Target: 0 seconds
Presenter reference: outside the 100-minute agenda. Remove or hide before conference use.
Primary source is pinned to commit 8bfe2f5b1edebdfe9c74a22f79ad95f6fab5bf95. PR #4 merged October 15, 2026. Public outline capability claims remain subject to Nathan review; the WK landing page returned HTTP 403 when source capture was attempted. Official technical sources:
https://github.com/nathandyck/wk-tax-api/blob/8bfe2f5b1edebdfe9c74a22f79ad95f6fab5bf95/presentation/session-outline.md
https://learn.microsoft.com/en-us/microsoft-copilot-studio/fundamentals-what-is-copilot-studio
https://learn.microsoft.com/en-us/azure/ai-foundry/what-is-azure-ai-foundry
https://learn.microsoft.com/en-us/microsoft-agent-365/overview
Primary source: https://github.com/nathandyck/wk-tax-api/blob/8bfe2f5b1edebdfe9c74a22f79ad95f6fab5bf95/presentation/session-outline.md
Passage locator: section:15
Drafting boundary: speaker notes and slide phrasing are an assistant-authored adaptation. Recommendations, demo cues and illustrative platform integrations are not confirmed product features or completed results.</a:t>
            </a:r>
          </a:p>
          <a:p>
            <a:endParaRPr lang="en-US"/>
          </a:p>
          <a:p>
            <a:r>
              <a:rPr lang="en-US"/>
              <a:t>WK TEMPLATE MIGRATION</a:t>
            </a:r>
          </a:p>
          <a:p>
            <a:r>
              <a:rPr lang="en-US"/>
              <a:t>Original source slide: 37</a:t>
            </a:r>
          </a:p>
          <a:p>
            <a:r>
              <a:rPr lang="en-US"/>
              <a:t>Official layout: Two Columns - Classic</a:t>
            </a:r>
          </a:p>
          <a:p>
            <a:r>
              <a:rPr lang="en-US"/>
              <a:t>Message treatment: reference-table</a:t>
            </a:r>
          </a:p>
          <a:p>
            <a:r>
              <a:rPr lang="en-US"/>
              <a:t>All original first-pass message text and source notes are retained. Additional introductory slides fit within the existing welcome allocation.</a:t>
            </a:r>
            <a:endParaRPr lang="en-CA"/>
          </a:p>
        </p:txBody>
      </p:sp>
      <p:sp>
        <p:nvSpPr>
          <p:cNvPr id="4" name="Slide Number Placeholder 3"/>
          <p:cNvSpPr>
            <a:spLocks noGrp="1"/>
          </p:cNvSpPr>
          <p:nvPr>
            <p:ph type="sldNum" sz="quarter" idx="5"/>
          </p:nvPr>
        </p:nvSpPr>
        <p:spPr/>
        <p:txBody>
          <a:bodyPr/>
          <a:lstStyle/>
          <a:p>
            <a:fld id="{4EE6E482-F2E1-AE4E-B7AD-A6CBD907DFA8}" type="slidenum">
              <a:rPr lang="en-US" smtClean="0"/>
              <a:t>39</a:t>
            </a:fld>
            <a:endParaRPr lang="en-US"/>
          </a:p>
        </p:txBody>
      </p:sp>
    </p:spTree>
    <p:extLst>
      <p:ext uri="{BB962C8B-B14F-4D97-AF65-F5344CB8AC3E}">
        <p14:creationId xmlns:p14="http://schemas.microsoft.com/office/powerpoint/2010/main" val="34325888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www.youtube.com/user/WoltersKluwerComms" TargetMode="External"/><Relationship Id="rId7" Type="http://schemas.openxmlformats.org/officeDocument/2006/relationships/hyperlink" Target="https://www.instagram.com/_wolterskluwer/" TargetMode="External"/><Relationship Id="rId12"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11" Type="http://schemas.openxmlformats.org/officeDocument/2006/relationships/hyperlink" Target="https://twitter.com/Wolters_Kluwer" TargetMode="External"/><Relationship Id="rId5" Type="http://schemas.openxmlformats.org/officeDocument/2006/relationships/hyperlink" Target="https://www.facebook.com/wolterskluwer" TargetMode="External"/><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hyperlink" Target="https://www.linkedin.com/company/wolters-kluwer/"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Black Title Slide 02">
    <p:spTree>
      <p:nvGrpSpPr>
        <p:cNvPr id="1" name=""/>
        <p:cNvGrpSpPr/>
        <p:nvPr/>
      </p:nvGrpSpPr>
      <p:grpSpPr>
        <a:xfrm>
          <a:off x="0" y="0"/>
          <a:ext cx="0" cy="0"/>
          <a:chOff x="0" y="0"/>
          <a:chExt cx="0" cy="0"/>
        </a:xfrm>
      </p:grpSpPr>
      <p:pic>
        <p:nvPicPr>
          <p:cNvPr id="2" name="Afbeelding 11">
            <a:extLst>
              <a:ext uri="{FF2B5EF4-FFF2-40B4-BE49-F238E27FC236}">
                <a16:creationId xmlns:a16="http://schemas.microsoft.com/office/drawing/2014/main" id="{DE2C207E-02CA-E84B-9EC9-D866D41761FC}"/>
              </a:ext>
            </a:extLst>
          </p:cNvPr>
          <p:cNvPicPr>
            <a:picLocks noChangeAspect="1"/>
          </p:cNvPicPr>
          <p:nvPr userDrawn="1"/>
        </p:nvPicPr>
        <p:blipFill>
          <a:blip r:embed="rId2"/>
          <a:srcRect/>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AFB05743-3EC5-D7CC-E704-F0A39CFF4840}"/>
              </a:ext>
            </a:extLst>
          </p:cNvPr>
          <p:cNvSpPr/>
          <p:nvPr userDrawn="1"/>
        </p:nvSpPr>
        <p:spPr>
          <a:xfrm>
            <a:off x="334963" y="333376"/>
            <a:ext cx="3708400" cy="61912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3200" dirty="0"/>
          </a:p>
        </p:txBody>
      </p:sp>
      <p:cxnSp>
        <p:nvCxnSpPr>
          <p:cNvPr id="16" name="Rechte verbindingslijn 12">
            <a:extLst>
              <a:ext uri="{FF2B5EF4-FFF2-40B4-BE49-F238E27FC236}">
                <a16:creationId xmlns:a16="http://schemas.microsoft.com/office/drawing/2014/main" id="{B183D5A5-9FF5-C2E3-C71F-D14FF32D5903}"/>
              </a:ext>
            </a:extLst>
          </p:cNvPr>
          <p:cNvCxnSpPr>
            <a:cxnSpLocks/>
          </p:cNvCxnSpPr>
          <p:nvPr userDrawn="1"/>
        </p:nvCxnSpPr>
        <p:spPr>
          <a:xfrm flipH="1">
            <a:off x="658813" y="677174"/>
            <a:ext cx="3060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itle 1">
            <a:extLst>
              <a:ext uri="{FF2B5EF4-FFF2-40B4-BE49-F238E27FC236}">
                <a16:creationId xmlns:a16="http://schemas.microsoft.com/office/drawing/2014/main" id="{6FF9DA5B-E64D-295F-24E2-D298B3F50437}"/>
              </a:ext>
            </a:extLst>
          </p:cNvPr>
          <p:cNvSpPr>
            <a:spLocks noGrp="1"/>
          </p:cNvSpPr>
          <p:nvPr>
            <p:ph type="ctrTitle"/>
          </p:nvPr>
        </p:nvSpPr>
        <p:spPr>
          <a:xfrm>
            <a:off x="548869" y="851030"/>
            <a:ext cx="3170644" cy="2933260"/>
          </a:xfrm>
        </p:spPr>
        <p:txBody>
          <a:bodyPr wrap="square" lIns="108000" tIns="36000" rIns="108000" anchor="t">
            <a:noAutofit/>
          </a:bodyPr>
          <a:lstStyle>
            <a:lvl1pPr>
              <a:defRPr sz="3600" b="0">
                <a:solidFill>
                  <a:schemeClr val="tx1"/>
                </a:solidFill>
              </a:defRPr>
            </a:lvl1pPr>
          </a:lstStyle>
          <a:p>
            <a:r>
              <a:rPr lang="en-US" dirty="0"/>
              <a:t>Click to edit Master title style</a:t>
            </a:r>
          </a:p>
        </p:txBody>
      </p:sp>
      <p:sp>
        <p:nvSpPr>
          <p:cNvPr id="18" name="Tijdelijke aanduiding voor tekst 3">
            <a:extLst>
              <a:ext uri="{FF2B5EF4-FFF2-40B4-BE49-F238E27FC236}">
                <a16:creationId xmlns:a16="http://schemas.microsoft.com/office/drawing/2014/main" id="{1B1A768E-B445-B1FF-7118-5B4C6476AA36}"/>
              </a:ext>
            </a:extLst>
          </p:cNvPr>
          <p:cNvSpPr>
            <a:spLocks noGrp="1"/>
          </p:cNvSpPr>
          <p:nvPr>
            <p:ph type="body" sz="quarter" idx="12" hasCustomPrompt="1"/>
          </p:nvPr>
        </p:nvSpPr>
        <p:spPr>
          <a:xfrm>
            <a:off x="548869" y="3958145"/>
            <a:ext cx="3170644" cy="532320"/>
          </a:xfrm>
        </p:spPr>
        <p:txBody>
          <a:bodyPr lIns="72000" rIns="90000"/>
          <a:lstStyle>
            <a:lvl1pPr marL="40639" indent="0">
              <a:buNone/>
              <a:defRPr sz="1800">
                <a:solidFill>
                  <a:schemeClr val="tx1"/>
                </a:solidFill>
              </a:defRPr>
            </a:lvl1pPr>
          </a:lstStyle>
          <a:p>
            <a:pPr lvl="0"/>
            <a:r>
              <a:rPr lang="en-US" dirty="0"/>
              <a:t>Name presenter</a:t>
            </a:r>
          </a:p>
        </p:txBody>
      </p:sp>
      <p:sp>
        <p:nvSpPr>
          <p:cNvPr id="19" name="Tijdelijke aanduiding voor tekst 3">
            <a:extLst>
              <a:ext uri="{FF2B5EF4-FFF2-40B4-BE49-F238E27FC236}">
                <a16:creationId xmlns:a16="http://schemas.microsoft.com/office/drawing/2014/main" id="{11A4E5DB-CCF0-0EF6-B49D-9A8319637723}"/>
              </a:ext>
            </a:extLst>
          </p:cNvPr>
          <p:cNvSpPr>
            <a:spLocks noGrp="1"/>
          </p:cNvSpPr>
          <p:nvPr>
            <p:ph type="body" sz="quarter" idx="14" hasCustomPrompt="1"/>
          </p:nvPr>
        </p:nvSpPr>
        <p:spPr>
          <a:xfrm>
            <a:off x="548868" y="4499373"/>
            <a:ext cx="3170645" cy="532320"/>
          </a:xfrm>
        </p:spPr>
        <p:txBody>
          <a:bodyPr lIns="72000" rIns="90000"/>
          <a:lstStyle>
            <a:lvl1pPr marL="40639" indent="0">
              <a:buNone/>
              <a:defRPr sz="1800">
                <a:solidFill>
                  <a:schemeClr val="tx1"/>
                </a:solidFill>
              </a:defRPr>
            </a:lvl1pPr>
          </a:lstStyle>
          <a:p>
            <a:pPr lvl="0"/>
            <a:r>
              <a:rPr lang="en-US"/>
              <a:t>Date</a:t>
            </a:r>
          </a:p>
        </p:txBody>
      </p:sp>
      <p:grpSp>
        <p:nvGrpSpPr>
          <p:cNvPr id="36" name="Group 35">
            <a:extLst>
              <a:ext uri="{FF2B5EF4-FFF2-40B4-BE49-F238E27FC236}">
                <a16:creationId xmlns:a16="http://schemas.microsoft.com/office/drawing/2014/main" id="{53CDCBD1-2CE0-1038-0F25-BF0DBE2E4FD9}"/>
              </a:ext>
            </a:extLst>
          </p:cNvPr>
          <p:cNvGrpSpPr/>
          <p:nvPr userDrawn="1"/>
        </p:nvGrpSpPr>
        <p:grpSpPr>
          <a:xfrm>
            <a:off x="10748720" y="6111522"/>
            <a:ext cx="1109394" cy="413104"/>
            <a:chOff x="5242819" y="3107487"/>
            <a:chExt cx="1707312" cy="635750"/>
          </a:xfrm>
        </p:grpSpPr>
        <p:sp>
          <p:nvSpPr>
            <p:cNvPr id="9" name="Oval 8">
              <a:extLst>
                <a:ext uri="{FF2B5EF4-FFF2-40B4-BE49-F238E27FC236}">
                  <a16:creationId xmlns:a16="http://schemas.microsoft.com/office/drawing/2014/main" id="{68124726-879C-85F0-4306-543BCB4DC4E1}"/>
                </a:ext>
              </a:extLst>
            </p:cNvPr>
            <p:cNvSpPr/>
            <p:nvPr/>
          </p:nvSpPr>
          <p:spPr>
            <a:xfrm>
              <a:off x="5242819" y="3107487"/>
              <a:ext cx="99925" cy="99925"/>
            </a:xfrm>
            <a:prstGeom prst="ellipse">
              <a:avLst/>
            </a:prstGeom>
            <a:solidFill>
              <a:srgbClr val="FFFFFF"/>
            </a:solidFill>
            <a:ln w="8653" cap="flat">
              <a:noFill/>
              <a:prstDash val="solid"/>
              <a:miter/>
            </a:ln>
          </p:spPr>
          <p:txBody>
            <a:bodyPr/>
            <a:lstStyle/>
            <a:p>
              <a:endParaRPr lang="en-US"/>
            </a:p>
          </p:txBody>
        </p:sp>
        <p:sp>
          <p:nvSpPr>
            <p:cNvPr id="10" name="Oval 9">
              <a:extLst>
                <a:ext uri="{FF2B5EF4-FFF2-40B4-BE49-F238E27FC236}">
                  <a16:creationId xmlns:a16="http://schemas.microsoft.com/office/drawing/2014/main" id="{DAC9F70B-BDEC-34D9-FD18-078E6BA4F4DD}"/>
                </a:ext>
              </a:extLst>
            </p:cNvPr>
            <p:cNvSpPr/>
            <p:nvPr/>
          </p:nvSpPr>
          <p:spPr>
            <a:xfrm>
              <a:off x="6582294" y="3107487"/>
              <a:ext cx="99925" cy="99925"/>
            </a:xfrm>
            <a:prstGeom prst="ellipse">
              <a:avLst/>
            </a:prstGeom>
            <a:solidFill>
              <a:srgbClr val="FFFFFF"/>
            </a:solidFill>
            <a:ln w="8653" cap="flat">
              <a:noFill/>
              <a:prstDash val="solid"/>
              <a:miter/>
            </a:ln>
          </p:spPr>
          <p:txBody>
            <a:bodyPr/>
            <a:lstStyle/>
            <a:p>
              <a:endParaRPr lang="en-US"/>
            </a:p>
          </p:txBody>
        </p:sp>
        <p:sp>
          <p:nvSpPr>
            <p:cNvPr id="11" name="Oval 10">
              <a:extLst>
                <a:ext uri="{FF2B5EF4-FFF2-40B4-BE49-F238E27FC236}">
                  <a16:creationId xmlns:a16="http://schemas.microsoft.com/office/drawing/2014/main" id="{54E05161-CB8E-9F32-75FA-75098682AE83}"/>
                </a:ext>
              </a:extLst>
            </p:cNvPr>
            <p:cNvSpPr/>
            <p:nvPr/>
          </p:nvSpPr>
          <p:spPr>
            <a:xfrm>
              <a:off x="6314382" y="3107487"/>
              <a:ext cx="99925" cy="99925"/>
            </a:xfrm>
            <a:prstGeom prst="ellipse">
              <a:avLst/>
            </a:prstGeom>
            <a:solidFill>
              <a:srgbClr val="FFFFFF"/>
            </a:solidFill>
            <a:ln w="8653" cap="flat">
              <a:noFill/>
              <a:prstDash val="solid"/>
              <a:miter/>
            </a:ln>
          </p:spPr>
          <p:txBody>
            <a:bodyPr/>
            <a:lstStyle/>
            <a:p>
              <a:endParaRPr lang="en-US"/>
            </a:p>
          </p:txBody>
        </p:sp>
        <p:sp>
          <p:nvSpPr>
            <p:cNvPr id="12" name="Oval 11">
              <a:extLst>
                <a:ext uri="{FF2B5EF4-FFF2-40B4-BE49-F238E27FC236}">
                  <a16:creationId xmlns:a16="http://schemas.microsoft.com/office/drawing/2014/main" id="{80D68371-AD03-70A7-D11A-8326D1BB42E2}"/>
                </a:ext>
              </a:extLst>
            </p:cNvPr>
            <p:cNvSpPr/>
            <p:nvPr/>
          </p:nvSpPr>
          <p:spPr>
            <a:xfrm>
              <a:off x="6046469" y="3107487"/>
              <a:ext cx="99925" cy="99925"/>
            </a:xfrm>
            <a:prstGeom prst="ellipse">
              <a:avLst/>
            </a:prstGeom>
            <a:solidFill>
              <a:srgbClr val="FFFFFF"/>
            </a:solidFill>
            <a:ln w="8653" cap="flat">
              <a:noFill/>
              <a:prstDash val="solid"/>
              <a:miter/>
            </a:ln>
          </p:spPr>
          <p:txBody>
            <a:bodyPr/>
            <a:lstStyle/>
            <a:p>
              <a:endParaRPr lang="en-US"/>
            </a:p>
          </p:txBody>
        </p:sp>
        <p:sp>
          <p:nvSpPr>
            <p:cNvPr id="13" name="Oval 12">
              <a:extLst>
                <a:ext uri="{FF2B5EF4-FFF2-40B4-BE49-F238E27FC236}">
                  <a16:creationId xmlns:a16="http://schemas.microsoft.com/office/drawing/2014/main" id="{75B9FBF7-46CB-7C93-5BE5-0AD88E9DE2B2}"/>
                </a:ext>
              </a:extLst>
            </p:cNvPr>
            <p:cNvSpPr/>
            <p:nvPr/>
          </p:nvSpPr>
          <p:spPr>
            <a:xfrm>
              <a:off x="5778644" y="3107487"/>
              <a:ext cx="99925" cy="99925"/>
            </a:xfrm>
            <a:prstGeom prst="ellipse">
              <a:avLst/>
            </a:prstGeom>
            <a:solidFill>
              <a:srgbClr val="FFFFFF"/>
            </a:solidFill>
            <a:ln w="8653" cap="flat">
              <a:noFill/>
              <a:prstDash val="solid"/>
              <a:miter/>
            </a:ln>
          </p:spPr>
          <p:txBody>
            <a:bodyPr/>
            <a:lstStyle/>
            <a:p>
              <a:endParaRPr lang="en-US"/>
            </a:p>
          </p:txBody>
        </p:sp>
        <p:sp>
          <p:nvSpPr>
            <p:cNvPr id="14" name="Oval 13">
              <a:extLst>
                <a:ext uri="{FF2B5EF4-FFF2-40B4-BE49-F238E27FC236}">
                  <a16:creationId xmlns:a16="http://schemas.microsoft.com/office/drawing/2014/main" id="{2BCEECE6-DBB7-D7A3-6826-8963FB0C42FE}"/>
                </a:ext>
              </a:extLst>
            </p:cNvPr>
            <p:cNvSpPr/>
            <p:nvPr/>
          </p:nvSpPr>
          <p:spPr>
            <a:xfrm>
              <a:off x="5510732" y="3107487"/>
              <a:ext cx="99925" cy="99925"/>
            </a:xfrm>
            <a:prstGeom prst="ellipse">
              <a:avLst/>
            </a:prstGeom>
            <a:solidFill>
              <a:srgbClr val="FFFFFF"/>
            </a:solidFill>
            <a:ln w="8653" cap="flat">
              <a:noFill/>
              <a:prstDash val="solid"/>
              <a:miter/>
            </a:ln>
          </p:spPr>
          <p:txBody>
            <a:bodyPr/>
            <a:lstStyle/>
            <a:p>
              <a:endParaRPr lang="en-US"/>
            </a:p>
          </p:txBody>
        </p:sp>
        <p:sp>
          <p:nvSpPr>
            <p:cNvPr id="21" name="Oval 20">
              <a:extLst>
                <a:ext uri="{FF2B5EF4-FFF2-40B4-BE49-F238E27FC236}">
                  <a16:creationId xmlns:a16="http://schemas.microsoft.com/office/drawing/2014/main" id="{14A61569-919C-EAE5-1450-80552B602050}"/>
                </a:ext>
              </a:extLst>
            </p:cNvPr>
            <p:cNvSpPr/>
            <p:nvPr/>
          </p:nvSpPr>
          <p:spPr>
            <a:xfrm>
              <a:off x="6850206" y="3107487"/>
              <a:ext cx="99925" cy="99925"/>
            </a:xfrm>
            <a:prstGeom prst="ellipse">
              <a:avLst/>
            </a:prstGeom>
            <a:solidFill>
              <a:srgbClr val="FFFFFF"/>
            </a:solidFill>
            <a:ln w="8653" cap="flat">
              <a:noFill/>
              <a:prstDash val="solid"/>
              <a:miter/>
            </a:ln>
          </p:spPr>
          <p:txBody>
            <a:bodyPr/>
            <a:lstStyle/>
            <a:p>
              <a:endParaRPr lang="en-US"/>
            </a:p>
          </p:txBody>
        </p:sp>
        <p:sp>
          <p:nvSpPr>
            <p:cNvPr id="22" name="Oval 21">
              <a:extLst>
                <a:ext uri="{FF2B5EF4-FFF2-40B4-BE49-F238E27FC236}">
                  <a16:creationId xmlns:a16="http://schemas.microsoft.com/office/drawing/2014/main" id="{F8046548-F327-B552-6B3A-B8476F61EB7A}"/>
                </a:ext>
              </a:extLst>
            </p:cNvPr>
            <p:cNvSpPr/>
            <p:nvPr/>
          </p:nvSpPr>
          <p:spPr>
            <a:xfrm>
              <a:off x="5242819" y="3643312"/>
              <a:ext cx="99925" cy="99925"/>
            </a:xfrm>
            <a:prstGeom prst="ellipse">
              <a:avLst/>
            </a:prstGeom>
            <a:solidFill>
              <a:srgbClr val="FFFFFF"/>
            </a:solidFill>
            <a:ln w="8653" cap="flat">
              <a:noFill/>
              <a:prstDash val="solid"/>
              <a:miter/>
            </a:ln>
          </p:spPr>
          <p:txBody>
            <a:bodyPr/>
            <a:lstStyle/>
            <a:p>
              <a:endParaRPr lang="en-US"/>
            </a:p>
          </p:txBody>
        </p:sp>
        <p:sp>
          <p:nvSpPr>
            <p:cNvPr id="23" name="Oval 22">
              <a:extLst>
                <a:ext uri="{FF2B5EF4-FFF2-40B4-BE49-F238E27FC236}">
                  <a16:creationId xmlns:a16="http://schemas.microsoft.com/office/drawing/2014/main" id="{B568D975-1103-CB14-ACED-37275B38F7B5}"/>
                </a:ext>
              </a:extLst>
            </p:cNvPr>
            <p:cNvSpPr/>
            <p:nvPr/>
          </p:nvSpPr>
          <p:spPr>
            <a:xfrm>
              <a:off x="5242819" y="3375400"/>
              <a:ext cx="99925" cy="99925"/>
            </a:xfrm>
            <a:prstGeom prst="ellipse">
              <a:avLst/>
            </a:prstGeom>
            <a:solidFill>
              <a:srgbClr val="FFFFFF"/>
            </a:solidFill>
            <a:ln w="8653" cap="flat">
              <a:noFill/>
              <a:prstDash val="solid"/>
              <a:miter/>
            </a:ln>
          </p:spPr>
          <p:txBody>
            <a:bodyPr/>
            <a:lstStyle/>
            <a:p>
              <a:endParaRPr lang="en-US"/>
            </a:p>
          </p:txBody>
        </p:sp>
        <p:sp>
          <p:nvSpPr>
            <p:cNvPr id="24" name="Oval 23">
              <a:extLst>
                <a:ext uri="{FF2B5EF4-FFF2-40B4-BE49-F238E27FC236}">
                  <a16:creationId xmlns:a16="http://schemas.microsoft.com/office/drawing/2014/main" id="{2CE16D4C-DC2D-8F40-02CD-55F8A9AC4E2F}"/>
                </a:ext>
              </a:extLst>
            </p:cNvPr>
            <p:cNvSpPr/>
            <p:nvPr/>
          </p:nvSpPr>
          <p:spPr>
            <a:xfrm>
              <a:off x="5510732" y="3643312"/>
              <a:ext cx="99925" cy="99925"/>
            </a:xfrm>
            <a:prstGeom prst="ellipse">
              <a:avLst/>
            </a:prstGeom>
            <a:solidFill>
              <a:srgbClr val="FFFFFF"/>
            </a:solidFill>
            <a:ln w="8653" cap="flat">
              <a:noFill/>
              <a:prstDash val="solid"/>
              <a:miter/>
            </a:ln>
          </p:spPr>
          <p:txBody>
            <a:bodyPr/>
            <a:lstStyle/>
            <a:p>
              <a:endParaRPr lang="en-US"/>
            </a:p>
          </p:txBody>
        </p:sp>
        <p:sp>
          <p:nvSpPr>
            <p:cNvPr id="25" name="Oval 24">
              <a:extLst>
                <a:ext uri="{FF2B5EF4-FFF2-40B4-BE49-F238E27FC236}">
                  <a16:creationId xmlns:a16="http://schemas.microsoft.com/office/drawing/2014/main" id="{AF2139A1-E5B3-A7A1-4023-05206A072FB4}"/>
                </a:ext>
              </a:extLst>
            </p:cNvPr>
            <p:cNvSpPr/>
            <p:nvPr/>
          </p:nvSpPr>
          <p:spPr>
            <a:xfrm>
              <a:off x="5510732" y="3375400"/>
              <a:ext cx="99925" cy="99925"/>
            </a:xfrm>
            <a:prstGeom prst="ellipse">
              <a:avLst/>
            </a:prstGeom>
            <a:solidFill>
              <a:srgbClr val="FFFFFF"/>
            </a:solidFill>
            <a:ln w="8653" cap="flat">
              <a:noFill/>
              <a:prstDash val="solid"/>
              <a:miter/>
            </a:ln>
          </p:spPr>
          <p:txBody>
            <a:bodyPr/>
            <a:lstStyle/>
            <a:p>
              <a:endParaRPr lang="en-US"/>
            </a:p>
          </p:txBody>
        </p:sp>
        <p:sp>
          <p:nvSpPr>
            <p:cNvPr id="26" name="Oval 25">
              <a:extLst>
                <a:ext uri="{FF2B5EF4-FFF2-40B4-BE49-F238E27FC236}">
                  <a16:creationId xmlns:a16="http://schemas.microsoft.com/office/drawing/2014/main" id="{85153AAD-50BD-C877-A9E8-6EB14910CA8C}"/>
                </a:ext>
              </a:extLst>
            </p:cNvPr>
            <p:cNvSpPr/>
            <p:nvPr/>
          </p:nvSpPr>
          <p:spPr>
            <a:xfrm>
              <a:off x="5778644" y="3643312"/>
              <a:ext cx="99925" cy="99925"/>
            </a:xfrm>
            <a:prstGeom prst="ellipse">
              <a:avLst/>
            </a:prstGeom>
            <a:solidFill>
              <a:srgbClr val="FFFFFF"/>
            </a:solidFill>
            <a:ln w="8653" cap="flat">
              <a:noFill/>
              <a:prstDash val="solid"/>
              <a:miter/>
            </a:ln>
          </p:spPr>
          <p:txBody>
            <a:bodyPr/>
            <a:lstStyle/>
            <a:p>
              <a:endParaRPr lang="en-US"/>
            </a:p>
          </p:txBody>
        </p:sp>
        <p:sp>
          <p:nvSpPr>
            <p:cNvPr id="27" name="Oval 26">
              <a:extLst>
                <a:ext uri="{FF2B5EF4-FFF2-40B4-BE49-F238E27FC236}">
                  <a16:creationId xmlns:a16="http://schemas.microsoft.com/office/drawing/2014/main" id="{FCF6A95C-6686-1627-5924-F35C7EF6F5AD}"/>
                </a:ext>
              </a:extLst>
            </p:cNvPr>
            <p:cNvSpPr/>
            <p:nvPr/>
          </p:nvSpPr>
          <p:spPr>
            <a:xfrm>
              <a:off x="5778644" y="3375400"/>
              <a:ext cx="99925" cy="99925"/>
            </a:xfrm>
            <a:prstGeom prst="ellipse">
              <a:avLst/>
            </a:prstGeom>
            <a:solidFill>
              <a:srgbClr val="FFFFFF"/>
            </a:solidFill>
            <a:ln w="8653" cap="flat">
              <a:noFill/>
              <a:prstDash val="solid"/>
              <a:miter/>
            </a:ln>
          </p:spPr>
          <p:txBody>
            <a:bodyPr/>
            <a:lstStyle/>
            <a:p>
              <a:endParaRPr lang="en-US"/>
            </a:p>
          </p:txBody>
        </p:sp>
        <p:sp>
          <p:nvSpPr>
            <p:cNvPr id="28" name="Oval 27">
              <a:extLst>
                <a:ext uri="{FF2B5EF4-FFF2-40B4-BE49-F238E27FC236}">
                  <a16:creationId xmlns:a16="http://schemas.microsoft.com/office/drawing/2014/main" id="{3D8930A9-2986-EEBA-5F06-44D7B073319F}"/>
                </a:ext>
              </a:extLst>
            </p:cNvPr>
            <p:cNvSpPr/>
            <p:nvPr/>
          </p:nvSpPr>
          <p:spPr>
            <a:xfrm>
              <a:off x="6046469" y="3643312"/>
              <a:ext cx="99925" cy="99925"/>
            </a:xfrm>
            <a:prstGeom prst="ellipse">
              <a:avLst/>
            </a:prstGeom>
            <a:solidFill>
              <a:srgbClr val="FFFFFF"/>
            </a:solidFill>
            <a:ln w="8653" cap="flat">
              <a:noFill/>
              <a:prstDash val="solid"/>
              <a:miter/>
            </a:ln>
          </p:spPr>
          <p:txBody>
            <a:bodyPr/>
            <a:lstStyle/>
            <a:p>
              <a:endParaRPr lang="en-US"/>
            </a:p>
          </p:txBody>
        </p:sp>
        <p:sp>
          <p:nvSpPr>
            <p:cNvPr id="29" name="Oval 28">
              <a:extLst>
                <a:ext uri="{FF2B5EF4-FFF2-40B4-BE49-F238E27FC236}">
                  <a16:creationId xmlns:a16="http://schemas.microsoft.com/office/drawing/2014/main" id="{F9A939D2-5A06-835A-5D63-B1BD14F136C0}"/>
                </a:ext>
              </a:extLst>
            </p:cNvPr>
            <p:cNvSpPr/>
            <p:nvPr/>
          </p:nvSpPr>
          <p:spPr>
            <a:xfrm>
              <a:off x="6046469" y="3375400"/>
              <a:ext cx="99925" cy="99925"/>
            </a:xfrm>
            <a:prstGeom prst="ellipse">
              <a:avLst/>
            </a:prstGeom>
            <a:solidFill>
              <a:srgbClr val="FFFFFF"/>
            </a:solidFill>
            <a:ln w="8653" cap="flat">
              <a:noFill/>
              <a:prstDash val="solid"/>
              <a:miter/>
            </a:ln>
          </p:spPr>
          <p:txBody>
            <a:bodyPr/>
            <a:lstStyle/>
            <a:p>
              <a:endParaRPr lang="en-US"/>
            </a:p>
          </p:txBody>
        </p:sp>
        <p:sp>
          <p:nvSpPr>
            <p:cNvPr id="30" name="Oval 29">
              <a:extLst>
                <a:ext uri="{FF2B5EF4-FFF2-40B4-BE49-F238E27FC236}">
                  <a16:creationId xmlns:a16="http://schemas.microsoft.com/office/drawing/2014/main" id="{6C164102-8BF0-0940-767B-49BB08FDD4C2}"/>
                </a:ext>
              </a:extLst>
            </p:cNvPr>
            <p:cNvSpPr/>
            <p:nvPr/>
          </p:nvSpPr>
          <p:spPr>
            <a:xfrm>
              <a:off x="6314382" y="3643312"/>
              <a:ext cx="99925" cy="99925"/>
            </a:xfrm>
            <a:prstGeom prst="ellipse">
              <a:avLst/>
            </a:prstGeom>
            <a:solidFill>
              <a:srgbClr val="FFFFFF"/>
            </a:solidFill>
            <a:ln w="8653" cap="flat">
              <a:noFill/>
              <a:prstDash val="solid"/>
              <a:miter/>
            </a:ln>
          </p:spPr>
          <p:txBody>
            <a:bodyPr/>
            <a:lstStyle/>
            <a:p>
              <a:endParaRPr lang="en-US"/>
            </a:p>
          </p:txBody>
        </p:sp>
        <p:sp>
          <p:nvSpPr>
            <p:cNvPr id="31" name="Oval 30">
              <a:extLst>
                <a:ext uri="{FF2B5EF4-FFF2-40B4-BE49-F238E27FC236}">
                  <a16:creationId xmlns:a16="http://schemas.microsoft.com/office/drawing/2014/main" id="{153234B4-0837-8D8E-F419-822F92CCC2CA}"/>
                </a:ext>
              </a:extLst>
            </p:cNvPr>
            <p:cNvSpPr/>
            <p:nvPr/>
          </p:nvSpPr>
          <p:spPr>
            <a:xfrm>
              <a:off x="6314382" y="3375400"/>
              <a:ext cx="99925" cy="99925"/>
            </a:xfrm>
            <a:prstGeom prst="ellipse">
              <a:avLst/>
            </a:prstGeom>
            <a:solidFill>
              <a:srgbClr val="FFFFFF"/>
            </a:solidFill>
            <a:ln w="8653" cap="flat">
              <a:noFill/>
              <a:prstDash val="solid"/>
              <a:miter/>
            </a:ln>
          </p:spPr>
          <p:txBody>
            <a:bodyPr/>
            <a:lstStyle/>
            <a:p>
              <a:endParaRPr lang="en-US"/>
            </a:p>
          </p:txBody>
        </p:sp>
        <p:sp>
          <p:nvSpPr>
            <p:cNvPr id="32" name="Oval 31">
              <a:extLst>
                <a:ext uri="{FF2B5EF4-FFF2-40B4-BE49-F238E27FC236}">
                  <a16:creationId xmlns:a16="http://schemas.microsoft.com/office/drawing/2014/main" id="{CD13C220-3ECC-9E38-06AA-7DEC86BB4680}"/>
                </a:ext>
              </a:extLst>
            </p:cNvPr>
            <p:cNvSpPr/>
            <p:nvPr/>
          </p:nvSpPr>
          <p:spPr>
            <a:xfrm>
              <a:off x="6582294" y="3643312"/>
              <a:ext cx="99925" cy="99925"/>
            </a:xfrm>
            <a:prstGeom prst="ellipse">
              <a:avLst/>
            </a:prstGeom>
            <a:solidFill>
              <a:srgbClr val="FFFFFF"/>
            </a:solidFill>
            <a:ln w="8653" cap="flat">
              <a:noFill/>
              <a:prstDash val="solid"/>
              <a:miter/>
            </a:ln>
          </p:spPr>
          <p:txBody>
            <a:bodyPr/>
            <a:lstStyle/>
            <a:p>
              <a:endParaRPr lang="en-US"/>
            </a:p>
          </p:txBody>
        </p:sp>
        <p:sp>
          <p:nvSpPr>
            <p:cNvPr id="33" name="Oval 32">
              <a:extLst>
                <a:ext uri="{FF2B5EF4-FFF2-40B4-BE49-F238E27FC236}">
                  <a16:creationId xmlns:a16="http://schemas.microsoft.com/office/drawing/2014/main" id="{C94AF480-5587-72CF-5250-E9EB8AEA723D}"/>
                </a:ext>
              </a:extLst>
            </p:cNvPr>
            <p:cNvSpPr/>
            <p:nvPr/>
          </p:nvSpPr>
          <p:spPr>
            <a:xfrm>
              <a:off x="6582294" y="3375400"/>
              <a:ext cx="99925" cy="99925"/>
            </a:xfrm>
            <a:prstGeom prst="ellipse">
              <a:avLst/>
            </a:prstGeom>
            <a:solidFill>
              <a:srgbClr val="FFFFFF"/>
            </a:solidFill>
            <a:ln w="8653" cap="flat">
              <a:noFill/>
              <a:prstDash val="solid"/>
              <a:miter/>
            </a:ln>
          </p:spPr>
          <p:txBody>
            <a:bodyPr/>
            <a:lstStyle/>
            <a:p>
              <a:endParaRPr lang="en-US"/>
            </a:p>
          </p:txBody>
        </p:sp>
        <p:sp>
          <p:nvSpPr>
            <p:cNvPr id="34" name="Oval 33">
              <a:extLst>
                <a:ext uri="{FF2B5EF4-FFF2-40B4-BE49-F238E27FC236}">
                  <a16:creationId xmlns:a16="http://schemas.microsoft.com/office/drawing/2014/main" id="{50621C98-5968-DBAD-E93A-911E26B3415F}"/>
                </a:ext>
              </a:extLst>
            </p:cNvPr>
            <p:cNvSpPr/>
            <p:nvPr/>
          </p:nvSpPr>
          <p:spPr>
            <a:xfrm>
              <a:off x="6850206" y="3643312"/>
              <a:ext cx="99925" cy="99925"/>
            </a:xfrm>
            <a:prstGeom prst="ellipse">
              <a:avLst/>
            </a:prstGeom>
            <a:solidFill>
              <a:srgbClr val="FFFFFF"/>
            </a:solidFill>
            <a:ln w="8653" cap="flat">
              <a:noFill/>
              <a:prstDash val="solid"/>
              <a:miter/>
            </a:ln>
          </p:spPr>
          <p:txBody>
            <a:bodyPr/>
            <a:lstStyle/>
            <a:p>
              <a:endParaRPr lang="en-US"/>
            </a:p>
          </p:txBody>
        </p:sp>
        <p:sp>
          <p:nvSpPr>
            <p:cNvPr id="35" name="Oval 34">
              <a:extLst>
                <a:ext uri="{FF2B5EF4-FFF2-40B4-BE49-F238E27FC236}">
                  <a16:creationId xmlns:a16="http://schemas.microsoft.com/office/drawing/2014/main" id="{3ACC0175-3D2F-AADF-4160-83EA402496C5}"/>
                </a:ext>
              </a:extLst>
            </p:cNvPr>
            <p:cNvSpPr/>
            <p:nvPr/>
          </p:nvSpPr>
          <p:spPr>
            <a:xfrm>
              <a:off x="6850206" y="3375400"/>
              <a:ext cx="99925" cy="99925"/>
            </a:xfrm>
            <a:prstGeom prst="ellipse">
              <a:avLst/>
            </a:prstGeom>
            <a:solidFill>
              <a:srgbClr val="FFFFFF"/>
            </a:solidFill>
            <a:ln w="8653" cap="flat">
              <a:noFill/>
              <a:prstDash val="solid"/>
              <a:miter/>
            </a:ln>
          </p:spPr>
          <p:txBody>
            <a:bodyPr/>
            <a:lstStyle/>
            <a:p>
              <a:endParaRPr lang="en-US"/>
            </a:p>
          </p:txBody>
        </p:sp>
      </p:grpSp>
      <p:grpSp>
        <p:nvGrpSpPr>
          <p:cNvPr id="42" name="Group 41">
            <a:extLst>
              <a:ext uri="{FF2B5EF4-FFF2-40B4-BE49-F238E27FC236}">
                <a16:creationId xmlns:a16="http://schemas.microsoft.com/office/drawing/2014/main" id="{A3D843F9-122F-B2A3-30FD-3D0BCF5C7CFE}"/>
              </a:ext>
            </a:extLst>
          </p:cNvPr>
          <p:cNvGrpSpPr/>
          <p:nvPr userDrawn="1"/>
        </p:nvGrpSpPr>
        <p:grpSpPr>
          <a:xfrm>
            <a:off x="4482072" y="333715"/>
            <a:ext cx="238962" cy="239018"/>
            <a:chOff x="5912600" y="3241444"/>
            <a:chExt cx="367751" cy="367837"/>
          </a:xfrm>
        </p:grpSpPr>
        <p:sp>
          <p:nvSpPr>
            <p:cNvPr id="38" name="Oval 37">
              <a:extLst>
                <a:ext uri="{FF2B5EF4-FFF2-40B4-BE49-F238E27FC236}">
                  <a16:creationId xmlns:a16="http://schemas.microsoft.com/office/drawing/2014/main" id="{952DCF13-7AAD-7712-F32E-430D87E32558}"/>
                </a:ext>
              </a:extLst>
            </p:cNvPr>
            <p:cNvSpPr/>
            <p:nvPr/>
          </p:nvSpPr>
          <p:spPr>
            <a:xfrm>
              <a:off x="6180426" y="3241444"/>
              <a:ext cx="99925" cy="99925"/>
            </a:xfrm>
            <a:prstGeom prst="ellipse">
              <a:avLst/>
            </a:prstGeom>
            <a:solidFill>
              <a:srgbClr val="FFFFFF"/>
            </a:solidFill>
            <a:ln w="8653" cap="flat">
              <a:noFill/>
              <a:prstDash val="solid"/>
              <a:miter/>
            </a:ln>
          </p:spPr>
          <p:txBody>
            <a:bodyPr/>
            <a:lstStyle/>
            <a:p>
              <a:endParaRPr lang="en-US"/>
            </a:p>
          </p:txBody>
        </p:sp>
        <p:sp>
          <p:nvSpPr>
            <p:cNvPr id="39" name="Oval 38">
              <a:extLst>
                <a:ext uri="{FF2B5EF4-FFF2-40B4-BE49-F238E27FC236}">
                  <a16:creationId xmlns:a16="http://schemas.microsoft.com/office/drawing/2014/main" id="{65DEEC32-C5CE-6770-8544-8FE0FE527880}"/>
                </a:ext>
              </a:extLst>
            </p:cNvPr>
            <p:cNvSpPr/>
            <p:nvPr/>
          </p:nvSpPr>
          <p:spPr>
            <a:xfrm>
              <a:off x="5912600" y="3241444"/>
              <a:ext cx="99925" cy="99925"/>
            </a:xfrm>
            <a:prstGeom prst="ellipse">
              <a:avLst/>
            </a:prstGeom>
            <a:solidFill>
              <a:srgbClr val="FFFFFF"/>
            </a:solidFill>
            <a:ln w="8653" cap="flat">
              <a:noFill/>
              <a:prstDash val="solid"/>
              <a:miter/>
            </a:ln>
          </p:spPr>
          <p:txBody>
            <a:bodyPr/>
            <a:lstStyle/>
            <a:p>
              <a:endParaRPr lang="en-US"/>
            </a:p>
          </p:txBody>
        </p:sp>
        <p:sp>
          <p:nvSpPr>
            <p:cNvPr id="40" name="Oval 39">
              <a:extLst>
                <a:ext uri="{FF2B5EF4-FFF2-40B4-BE49-F238E27FC236}">
                  <a16:creationId xmlns:a16="http://schemas.microsoft.com/office/drawing/2014/main" id="{D8CC9C7B-D5EC-A22B-0DD5-A53D531EC8BE}"/>
                </a:ext>
              </a:extLst>
            </p:cNvPr>
            <p:cNvSpPr/>
            <p:nvPr/>
          </p:nvSpPr>
          <p:spPr>
            <a:xfrm>
              <a:off x="5912600" y="3509356"/>
              <a:ext cx="99925" cy="99925"/>
            </a:xfrm>
            <a:prstGeom prst="ellipse">
              <a:avLst/>
            </a:prstGeom>
            <a:solidFill>
              <a:srgbClr val="FFFFFF"/>
            </a:solidFill>
            <a:ln w="8653" cap="flat">
              <a:noFill/>
              <a:prstDash val="solid"/>
              <a:miter/>
            </a:ln>
          </p:spPr>
          <p:txBody>
            <a:bodyPr/>
            <a:lstStyle/>
            <a:p>
              <a:endParaRPr lang="en-US"/>
            </a:p>
          </p:txBody>
        </p:sp>
        <p:sp>
          <p:nvSpPr>
            <p:cNvPr id="41" name="Oval 40">
              <a:extLst>
                <a:ext uri="{FF2B5EF4-FFF2-40B4-BE49-F238E27FC236}">
                  <a16:creationId xmlns:a16="http://schemas.microsoft.com/office/drawing/2014/main" id="{15B9615E-A191-9937-0268-64903D54020B}"/>
                </a:ext>
              </a:extLst>
            </p:cNvPr>
            <p:cNvSpPr/>
            <p:nvPr/>
          </p:nvSpPr>
          <p:spPr>
            <a:xfrm>
              <a:off x="6180426" y="3509356"/>
              <a:ext cx="99925" cy="99925"/>
            </a:xfrm>
            <a:prstGeom prst="ellipse">
              <a:avLst/>
            </a:prstGeom>
            <a:solidFill>
              <a:srgbClr val="FFFFFF"/>
            </a:solidFill>
            <a:ln w="8653" cap="flat">
              <a:noFill/>
              <a:prstDash val="solid"/>
              <a:miter/>
            </a:ln>
          </p:spPr>
          <p:txBody>
            <a:bodyPr/>
            <a:lstStyle/>
            <a:p>
              <a:endParaRPr lang="en-US"/>
            </a:p>
          </p:txBody>
        </p:sp>
      </p:grpSp>
      <p:cxnSp>
        <p:nvCxnSpPr>
          <p:cNvPr id="45" name="Straight Connector 44">
            <a:extLst>
              <a:ext uri="{FF2B5EF4-FFF2-40B4-BE49-F238E27FC236}">
                <a16:creationId xmlns:a16="http://schemas.microsoft.com/office/drawing/2014/main" id="{333161BA-37EE-B6BE-63CF-3CC8D61E9FDA}"/>
              </a:ext>
            </a:extLst>
          </p:cNvPr>
          <p:cNvCxnSpPr/>
          <p:nvPr userDrawn="1"/>
        </p:nvCxnSpPr>
        <p:spPr>
          <a:xfrm flipV="1">
            <a:off x="9665200" y="1908789"/>
            <a:ext cx="1470991" cy="1470991"/>
          </a:xfrm>
          <a:prstGeom prst="line">
            <a:avLst/>
          </a:prstGeom>
          <a:ln w="254000" cap="rnd">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B11E252A-C1A4-2D94-848C-A7C3F178FCCC}"/>
              </a:ext>
            </a:extLst>
          </p:cNvPr>
          <p:cNvCxnSpPr>
            <a:cxnSpLocks/>
          </p:cNvCxnSpPr>
          <p:nvPr userDrawn="1"/>
        </p:nvCxnSpPr>
        <p:spPr>
          <a:xfrm flipV="1">
            <a:off x="7895885" y="2452256"/>
            <a:ext cx="587512" cy="587512"/>
          </a:xfrm>
          <a:prstGeom prst="line">
            <a:avLst/>
          </a:prstGeom>
          <a:ln w="254000" cap="rnd">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3" name="Afbeelding 11">
            <a:extLst>
              <a:ext uri="{FF2B5EF4-FFF2-40B4-BE49-F238E27FC236}">
                <a16:creationId xmlns:a16="http://schemas.microsoft.com/office/drawing/2014/main" id="{2433363B-F318-2CFC-CE62-CE9A16B2730F}"/>
              </a:ext>
            </a:extLst>
          </p:cNvPr>
          <p:cNvPicPr>
            <a:picLocks noChangeAspect="1"/>
          </p:cNvPicPr>
          <p:nvPr userDrawn="1"/>
        </p:nvPicPr>
        <p:blipFill>
          <a:blip r:embed="rId3"/>
          <a:srcRect l="47193"/>
          <a:stretch>
            <a:fillRect/>
          </a:stretch>
        </p:blipFill>
        <p:spPr>
          <a:xfrm>
            <a:off x="5753770" y="0"/>
            <a:ext cx="6438229" cy="6858000"/>
          </a:xfrm>
          <a:prstGeom prst="rect">
            <a:avLst/>
          </a:prstGeom>
        </p:spPr>
      </p:pic>
      <p:cxnSp>
        <p:nvCxnSpPr>
          <p:cNvPr id="46" name="Straight Connector 45">
            <a:extLst>
              <a:ext uri="{FF2B5EF4-FFF2-40B4-BE49-F238E27FC236}">
                <a16:creationId xmlns:a16="http://schemas.microsoft.com/office/drawing/2014/main" id="{9C37C6E6-134A-7CC3-F5EF-DE66BD85A7E7}"/>
              </a:ext>
            </a:extLst>
          </p:cNvPr>
          <p:cNvCxnSpPr>
            <a:cxnSpLocks/>
          </p:cNvCxnSpPr>
          <p:nvPr userDrawn="1"/>
        </p:nvCxnSpPr>
        <p:spPr>
          <a:xfrm flipV="1">
            <a:off x="9630323" y="3324349"/>
            <a:ext cx="1175024" cy="1175024"/>
          </a:xfrm>
          <a:prstGeom prst="line">
            <a:avLst/>
          </a:prstGeom>
          <a:ln w="254000" cap="rnd">
            <a:solidFill>
              <a:schemeClr val="accent3"/>
            </a:solidFill>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FBCFD453-F522-07B0-A939-B06B84D1BE76}"/>
              </a:ext>
            </a:extLst>
          </p:cNvPr>
          <p:cNvCxnSpPr>
            <a:cxnSpLocks/>
          </p:cNvCxnSpPr>
          <p:nvPr userDrawn="1"/>
        </p:nvCxnSpPr>
        <p:spPr>
          <a:xfrm flipV="1">
            <a:off x="8291143" y="4275117"/>
            <a:ext cx="373656" cy="373656"/>
          </a:xfrm>
          <a:prstGeom prst="line">
            <a:avLst/>
          </a:prstGeom>
          <a:ln w="254000" cap="rnd">
            <a:solidFill>
              <a:schemeClr val="accent5"/>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A74B755D-2AB8-D63E-7198-4FD84B9E7654}"/>
              </a:ext>
            </a:extLst>
          </p:cNvPr>
          <p:cNvCxnSpPr>
            <a:cxnSpLocks/>
          </p:cNvCxnSpPr>
          <p:nvPr userDrawn="1"/>
        </p:nvCxnSpPr>
        <p:spPr>
          <a:xfrm flipV="1">
            <a:off x="4656103" y="4900159"/>
            <a:ext cx="923638" cy="923638"/>
          </a:xfrm>
          <a:prstGeom prst="line">
            <a:avLst/>
          </a:prstGeom>
          <a:ln w="254000" cap="rnd">
            <a:solidFill>
              <a:schemeClr val="accent3"/>
            </a:solidFill>
          </a:ln>
          <a:effectLst/>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4A22A676-30C3-D6A9-402F-11806544CC34}"/>
              </a:ext>
            </a:extLst>
          </p:cNvPr>
          <p:cNvCxnSpPr>
            <a:cxnSpLocks/>
          </p:cNvCxnSpPr>
          <p:nvPr userDrawn="1"/>
        </p:nvCxnSpPr>
        <p:spPr>
          <a:xfrm flipV="1">
            <a:off x="4043363" y="4900159"/>
            <a:ext cx="572733" cy="572733"/>
          </a:xfrm>
          <a:prstGeom prst="line">
            <a:avLst/>
          </a:prstGeom>
          <a:ln w="254000" cap="rnd">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8CD58D9E-C8DE-ED4B-8C35-FB4FF14C2618}"/>
              </a:ext>
            </a:extLst>
          </p:cNvPr>
          <p:cNvCxnSpPr/>
          <p:nvPr userDrawn="1"/>
        </p:nvCxnSpPr>
        <p:spPr>
          <a:xfrm flipV="1">
            <a:off x="7343074" y="851030"/>
            <a:ext cx="1470991" cy="1470991"/>
          </a:xfrm>
          <a:prstGeom prst="line">
            <a:avLst/>
          </a:prstGeom>
          <a:ln w="254000" cap="rnd">
            <a:solidFill>
              <a:schemeClr val="accent5"/>
            </a:solidFill>
          </a:ln>
          <a:effectLst/>
        </p:spPr>
        <p:style>
          <a:lnRef idx="2">
            <a:schemeClr val="accent1"/>
          </a:lnRef>
          <a:fillRef idx="0">
            <a:schemeClr val="accent1"/>
          </a:fillRef>
          <a:effectRef idx="1">
            <a:schemeClr val="accent1"/>
          </a:effectRef>
          <a:fontRef idx="minor">
            <a:schemeClr val="tx1"/>
          </a:fontRef>
        </p:style>
      </p:cxnSp>
      <p:pic>
        <p:nvPicPr>
          <p:cNvPr id="4" name="Picture 3" descr="A black background with white text&#10;&#10;Description automatically generated">
            <a:extLst>
              <a:ext uri="{FF2B5EF4-FFF2-40B4-BE49-F238E27FC236}">
                <a16:creationId xmlns:a16="http://schemas.microsoft.com/office/drawing/2014/main" id="{6E62F4C1-960C-07A6-FE75-CCBD187765E9}"/>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334962" y="5541220"/>
            <a:ext cx="2718081" cy="986400"/>
          </a:xfrm>
          <a:prstGeom prst="rect">
            <a:avLst/>
          </a:prstGeom>
        </p:spPr>
      </p:pic>
      <p:pic>
        <p:nvPicPr>
          <p:cNvPr id="8" name="Graphic 7">
            <a:extLst>
              <a:ext uri="{FF2B5EF4-FFF2-40B4-BE49-F238E27FC236}">
                <a16:creationId xmlns:a16="http://schemas.microsoft.com/office/drawing/2014/main" id="{89612674-7476-1345-3BB8-0B2920371765}"/>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169199" y="331119"/>
            <a:ext cx="2679700" cy="406400"/>
          </a:xfrm>
          <a:prstGeom prst="rect">
            <a:avLst/>
          </a:prstGeom>
        </p:spPr>
      </p:pic>
    </p:spTree>
    <p:extLst>
      <p:ext uri="{BB962C8B-B14F-4D97-AF65-F5344CB8AC3E}">
        <p14:creationId xmlns:p14="http://schemas.microsoft.com/office/powerpoint/2010/main" val="2734582372"/>
      </p:ext>
    </p:extLst>
  </p:cSld>
  <p:clrMapOvr>
    <a:masterClrMapping/>
  </p:clrMapOvr>
  <p:extLst>
    <p:ext uri="{DCECCB84-F9BA-43D5-87BE-67443E8EF086}">
      <p15:sldGuideLst xmlns:p15="http://schemas.microsoft.com/office/powerpoint/2012/main">
        <p15:guide id="1" orient="horz" pos="210" userDrawn="1">
          <p15:clr>
            <a:srgbClr val="FBAE40"/>
          </p15:clr>
        </p15:guide>
        <p15:guide id="2" orient="horz" pos="414" userDrawn="1">
          <p15:clr>
            <a:srgbClr val="FBAE40"/>
          </p15:clr>
        </p15:guide>
        <p15:guide id="3" orient="horz" pos="618" userDrawn="1">
          <p15:clr>
            <a:srgbClr val="FBAE40"/>
          </p15:clr>
        </p15:guide>
        <p15:guide id="4" orient="horz" pos="4110" userDrawn="1">
          <p15:clr>
            <a:srgbClr val="FBAE40"/>
          </p15:clr>
        </p15:guide>
        <p15:guide id="5" orient="horz" pos="3906" userDrawn="1">
          <p15:clr>
            <a:srgbClr val="FBAE40"/>
          </p15:clr>
        </p15:guide>
        <p15:guide id="6" pos="211" userDrawn="1">
          <p15:clr>
            <a:srgbClr val="FBAE40"/>
          </p15:clr>
        </p15:guide>
        <p15:guide id="7" pos="41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Black Title Slide 02">
    <p:spTree>
      <p:nvGrpSpPr>
        <p:cNvPr id="1" name=""/>
        <p:cNvGrpSpPr/>
        <p:nvPr/>
      </p:nvGrpSpPr>
      <p:grpSpPr>
        <a:xfrm>
          <a:off x="0" y="0"/>
          <a:ext cx="0" cy="0"/>
          <a:chOff x="0" y="0"/>
          <a:chExt cx="0" cy="0"/>
        </a:xfrm>
      </p:grpSpPr>
      <p:pic>
        <p:nvPicPr>
          <p:cNvPr id="2" name="Afbeelding 11">
            <a:extLst>
              <a:ext uri="{FF2B5EF4-FFF2-40B4-BE49-F238E27FC236}">
                <a16:creationId xmlns:a16="http://schemas.microsoft.com/office/drawing/2014/main" id="{DE2C207E-02CA-E84B-9EC9-D866D41761FC}"/>
              </a:ext>
            </a:extLst>
          </p:cNvPr>
          <p:cNvPicPr>
            <a:picLocks noChangeAspect="1"/>
          </p:cNvPicPr>
          <p:nvPr userDrawn="1"/>
        </p:nvPicPr>
        <p:blipFill>
          <a:blip r:embed="rId2"/>
          <a:srcRect/>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AFB05743-3EC5-D7CC-E704-F0A39CFF4840}"/>
              </a:ext>
            </a:extLst>
          </p:cNvPr>
          <p:cNvSpPr/>
          <p:nvPr userDrawn="1"/>
        </p:nvSpPr>
        <p:spPr>
          <a:xfrm>
            <a:off x="334963" y="333376"/>
            <a:ext cx="3708400" cy="619125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3200" dirty="0"/>
          </a:p>
        </p:txBody>
      </p:sp>
      <p:cxnSp>
        <p:nvCxnSpPr>
          <p:cNvPr id="16" name="Rechte verbindingslijn 12">
            <a:extLst>
              <a:ext uri="{FF2B5EF4-FFF2-40B4-BE49-F238E27FC236}">
                <a16:creationId xmlns:a16="http://schemas.microsoft.com/office/drawing/2014/main" id="{B183D5A5-9FF5-C2E3-C71F-D14FF32D5903}"/>
              </a:ext>
            </a:extLst>
          </p:cNvPr>
          <p:cNvCxnSpPr>
            <a:cxnSpLocks/>
          </p:cNvCxnSpPr>
          <p:nvPr userDrawn="1"/>
        </p:nvCxnSpPr>
        <p:spPr>
          <a:xfrm flipH="1">
            <a:off x="658813" y="677174"/>
            <a:ext cx="3060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itle 1">
            <a:extLst>
              <a:ext uri="{FF2B5EF4-FFF2-40B4-BE49-F238E27FC236}">
                <a16:creationId xmlns:a16="http://schemas.microsoft.com/office/drawing/2014/main" id="{6FF9DA5B-E64D-295F-24E2-D298B3F50437}"/>
              </a:ext>
            </a:extLst>
          </p:cNvPr>
          <p:cNvSpPr>
            <a:spLocks noGrp="1"/>
          </p:cNvSpPr>
          <p:nvPr>
            <p:ph type="ctrTitle"/>
          </p:nvPr>
        </p:nvSpPr>
        <p:spPr>
          <a:xfrm>
            <a:off x="548869" y="851030"/>
            <a:ext cx="3170644" cy="2933260"/>
          </a:xfrm>
        </p:spPr>
        <p:txBody>
          <a:bodyPr wrap="square" lIns="108000" tIns="36000" rIns="108000" anchor="t">
            <a:noAutofit/>
          </a:bodyPr>
          <a:lstStyle>
            <a:lvl1pPr>
              <a:defRPr sz="3600" b="0">
                <a:solidFill>
                  <a:schemeClr val="bg1"/>
                </a:solidFill>
              </a:defRPr>
            </a:lvl1pPr>
          </a:lstStyle>
          <a:p>
            <a:r>
              <a:rPr lang="en-US"/>
              <a:t>Click to edit Master title style</a:t>
            </a:r>
            <a:endParaRPr lang="en-US" dirty="0"/>
          </a:p>
        </p:txBody>
      </p:sp>
      <p:sp>
        <p:nvSpPr>
          <p:cNvPr id="18" name="Tijdelijke aanduiding voor tekst 3">
            <a:extLst>
              <a:ext uri="{FF2B5EF4-FFF2-40B4-BE49-F238E27FC236}">
                <a16:creationId xmlns:a16="http://schemas.microsoft.com/office/drawing/2014/main" id="{1B1A768E-B445-B1FF-7118-5B4C6476AA36}"/>
              </a:ext>
            </a:extLst>
          </p:cNvPr>
          <p:cNvSpPr>
            <a:spLocks noGrp="1"/>
          </p:cNvSpPr>
          <p:nvPr>
            <p:ph type="body" sz="quarter" idx="12" hasCustomPrompt="1"/>
          </p:nvPr>
        </p:nvSpPr>
        <p:spPr>
          <a:xfrm>
            <a:off x="548869" y="3958145"/>
            <a:ext cx="3170644" cy="532320"/>
          </a:xfrm>
        </p:spPr>
        <p:txBody>
          <a:bodyPr lIns="72000" rIns="90000"/>
          <a:lstStyle>
            <a:lvl1pPr marL="40639" indent="0">
              <a:buNone/>
              <a:defRPr sz="1800">
                <a:solidFill>
                  <a:schemeClr val="bg1"/>
                </a:solidFill>
              </a:defRPr>
            </a:lvl1pPr>
          </a:lstStyle>
          <a:p>
            <a:pPr lvl="0"/>
            <a:r>
              <a:rPr lang="en-US" dirty="0"/>
              <a:t>Name presenter</a:t>
            </a:r>
          </a:p>
        </p:txBody>
      </p:sp>
      <p:sp>
        <p:nvSpPr>
          <p:cNvPr id="19" name="Tijdelijke aanduiding voor tekst 3">
            <a:extLst>
              <a:ext uri="{FF2B5EF4-FFF2-40B4-BE49-F238E27FC236}">
                <a16:creationId xmlns:a16="http://schemas.microsoft.com/office/drawing/2014/main" id="{11A4E5DB-CCF0-0EF6-B49D-9A8319637723}"/>
              </a:ext>
            </a:extLst>
          </p:cNvPr>
          <p:cNvSpPr>
            <a:spLocks noGrp="1"/>
          </p:cNvSpPr>
          <p:nvPr>
            <p:ph type="body" sz="quarter" idx="14" hasCustomPrompt="1"/>
          </p:nvPr>
        </p:nvSpPr>
        <p:spPr>
          <a:xfrm>
            <a:off x="548868" y="4499373"/>
            <a:ext cx="3170645" cy="532320"/>
          </a:xfrm>
        </p:spPr>
        <p:txBody>
          <a:bodyPr lIns="72000" rIns="90000"/>
          <a:lstStyle>
            <a:lvl1pPr marL="40639" indent="0">
              <a:buNone/>
              <a:defRPr sz="1800">
                <a:solidFill>
                  <a:schemeClr val="bg1"/>
                </a:solidFill>
              </a:defRPr>
            </a:lvl1pPr>
          </a:lstStyle>
          <a:p>
            <a:pPr lvl="0"/>
            <a:r>
              <a:rPr lang="en-US"/>
              <a:t>Date</a:t>
            </a:r>
          </a:p>
        </p:txBody>
      </p:sp>
      <p:pic>
        <p:nvPicPr>
          <p:cNvPr id="20" name="Picture 19" descr="A black and white sign with white text&#10;&#10;Description automatically generated">
            <a:extLst>
              <a:ext uri="{FF2B5EF4-FFF2-40B4-BE49-F238E27FC236}">
                <a16:creationId xmlns:a16="http://schemas.microsoft.com/office/drawing/2014/main" id="{3415788E-672B-3A6F-ADC3-4A7FD2EEB38A}"/>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34963" y="5541221"/>
            <a:ext cx="2709829" cy="983405"/>
          </a:xfrm>
          <a:prstGeom prst="rect">
            <a:avLst/>
          </a:prstGeom>
        </p:spPr>
      </p:pic>
      <p:grpSp>
        <p:nvGrpSpPr>
          <p:cNvPr id="42" name="Group 41">
            <a:extLst>
              <a:ext uri="{FF2B5EF4-FFF2-40B4-BE49-F238E27FC236}">
                <a16:creationId xmlns:a16="http://schemas.microsoft.com/office/drawing/2014/main" id="{A3D843F9-122F-B2A3-30FD-3D0BCF5C7CFE}"/>
              </a:ext>
            </a:extLst>
          </p:cNvPr>
          <p:cNvGrpSpPr/>
          <p:nvPr userDrawn="1"/>
        </p:nvGrpSpPr>
        <p:grpSpPr>
          <a:xfrm>
            <a:off x="4482072" y="333715"/>
            <a:ext cx="238962" cy="239018"/>
            <a:chOff x="5912600" y="3241444"/>
            <a:chExt cx="367751" cy="367837"/>
          </a:xfrm>
        </p:grpSpPr>
        <p:sp>
          <p:nvSpPr>
            <p:cNvPr id="38" name="Oval 37">
              <a:extLst>
                <a:ext uri="{FF2B5EF4-FFF2-40B4-BE49-F238E27FC236}">
                  <a16:creationId xmlns:a16="http://schemas.microsoft.com/office/drawing/2014/main" id="{952DCF13-7AAD-7712-F32E-430D87E32558}"/>
                </a:ext>
              </a:extLst>
            </p:cNvPr>
            <p:cNvSpPr/>
            <p:nvPr/>
          </p:nvSpPr>
          <p:spPr>
            <a:xfrm>
              <a:off x="6180426" y="3241444"/>
              <a:ext cx="99925" cy="99925"/>
            </a:xfrm>
            <a:prstGeom prst="ellipse">
              <a:avLst/>
            </a:prstGeom>
            <a:solidFill>
              <a:srgbClr val="FFFFFF"/>
            </a:solidFill>
            <a:ln w="8653" cap="flat">
              <a:noFill/>
              <a:prstDash val="solid"/>
              <a:miter/>
            </a:ln>
          </p:spPr>
        </p:sp>
        <p:sp>
          <p:nvSpPr>
            <p:cNvPr id="39" name="Oval 38">
              <a:extLst>
                <a:ext uri="{FF2B5EF4-FFF2-40B4-BE49-F238E27FC236}">
                  <a16:creationId xmlns:a16="http://schemas.microsoft.com/office/drawing/2014/main" id="{65DEEC32-C5CE-6770-8544-8FE0FE527880}"/>
                </a:ext>
              </a:extLst>
            </p:cNvPr>
            <p:cNvSpPr/>
            <p:nvPr/>
          </p:nvSpPr>
          <p:spPr>
            <a:xfrm>
              <a:off x="5912600" y="3241444"/>
              <a:ext cx="99925" cy="99925"/>
            </a:xfrm>
            <a:prstGeom prst="ellipse">
              <a:avLst/>
            </a:prstGeom>
            <a:solidFill>
              <a:srgbClr val="FFFFFF"/>
            </a:solidFill>
            <a:ln w="8653" cap="flat">
              <a:noFill/>
              <a:prstDash val="solid"/>
              <a:miter/>
            </a:ln>
          </p:spPr>
        </p:sp>
        <p:sp>
          <p:nvSpPr>
            <p:cNvPr id="40" name="Oval 39">
              <a:extLst>
                <a:ext uri="{FF2B5EF4-FFF2-40B4-BE49-F238E27FC236}">
                  <a16:creationId xmlns:a16="http://schemas.microsoft.com/office/drawing/2014/main" id="{D8CC9C7B-D5EC-A22B-0DD5-A53D531EC8BE}"/>
                </a:ext>
              </a:extLst>
            </p:cNvPr>
            <p:cNvSpPr/>
            <p:nvPr/>
          </p:nvSpPr>
          <p:spPr>
            <a:xfrm>
              <a:off x="5912600" y="3509356"/>
              <a:ext cx="99925" cy="99925"/>
            </a:xfrm>
            <a:prstGeom prst="ellipse">
              <a:avLst/>
            </a:prstGeom>
            <a:solidFill>
              <a:srgbClr val="FFFFFF"/>
            </a:solidFill>
            <a:ln w="8653" cap="flat">
              <a:noFill/>
              <a:prstDash val="solid"/>
              <a:miter/>
            </a:ln>
          </p:spPr>
        </p:sp>
        <p:sp>
          <p:nvSpPr>
            <p:cNvPr id="41" name="Oval 40">
              <a:extLst>
                <a:ext uri="{FF2B5EF4-FFF2-40B4-BE49-F238E27FC236}">
                  <a16:creationId xmlns:a16="http://schemas.microsoft.com/office/drawing/2014/main" id="{15B9615E-A191-9937-0268-64903D54020B}"/>
                </a:ext>
              </a:extLst>
            </p:cNvPr>
            <p:cNvSpPr/>
            <p:nvPr/>
          </p:nvSpPr>
          <p:spPr>
            <a:xfrm>
              <a:off x="6180426" y="3509356"/>
              <a:ext cx="99925" cy="99925"/>
            </a:xfrm>
            <a:prstGeom prst="ellipse">
              <a:avLst/>
            </a:prstGeom>
            <a:solidFill>
              <a:srgbClr val="FFFFFF"/>
            </a:solidFill>
            <a:ln w="8653" cap="flat">
              <a:noFill/>
              <a:prstDash val="solid"/>
              <a:miter/>
            </a:ln>
          </p:spPr>
        </p:sp>
      </p:grpSp>
      <p:cxnSp>
        <p:nvCxnSpPr>
          <p:cNvPr id="45" name="Straight Connector 44">
            <a:extLst>
              <a:ext uri="{FF2B5EF4-FFF2-40B4-BE49-F238E27FC236}">
                <a16:creationId xmlns:a16="http://schemas.microsoft.com/office/drawing/2014/main" id="{333161BA-37EE-B6BE-63CF-3CC8D61E9FDA}"/>
              </a:ext>
            </a:extLst>
          </p:cNvPr>
          <p:cNvCxnSpPr/>
          <p:nvPr userDrawn="1"/>
        </p:nvCxnSpPr>
        <p:spPr>
          <a:xfrm flipV="1">
            <a:off x="9665200" y="1908789"/>
            <a:ext cx="1470991" cy="1470991"/>
          </a:xfrm>
          <a:prstGeom prst="line">
            <a:avLst/>
          </a:prstGeom>
          <a:ln w="254000" cap="rnd">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B11E252A-C1A4-2D94-848C-A7C3F178FCCC}"/>
              </a:ext>
            </a:extLst>
          </p:cNvPr>
          <p:cNvCxnSpPr>
            <a:cxnSpLocks/>
          </p:cNvCxnSpPr>
          <p:nvPr userDrawn="1"/>
        </p:nvCxnSpPr>
        <p:spPr>
          <a:xfrm flipV="1">
            <a:off x="7895885" y="2452256"/>
            <a:ext cx="587512" cy="587512"/>
          </a:xfrm>
          <a:prstGeom prst="line">
            <a:avLst/>
          </a:prstGeom>
          <a:ln w="254000" cap="rnd">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3" name="Afbeelding 11">
            <a:extLst>
              <a:ext uri="{FF2B5EF4-FFF2-40B4-BE49-F238E27FC236}">
                <a16:creationId xmlns:a16="http://schemas.microsoft.com/office/drawing/2014/main" id="{2433363B-F318-2CFC-CE62-CE9A16B2730F}"/>
              </a:ext>
            </a:extLst>
          </p:cNvPr>
          <p:cNvPicPr>
            <a:picLocks noChangeAspect="1"/>
          </p:cNvPicPr>
          <p:nvPr userDrawn="1"/>
        </p:nvPicPr>
        <p:blipFill>
          <a:blip r:embed="rId4"/>
          <a:srcRect l="47193"/>
          <a:stretch>
            <a:fillRect/>
          </a:stretch>
        </p:blipFill>
        <p:spPr>
          <a:xfrm>
            <a:off x="5753770" y="0"/>
            <a:ext cx="6438229" cy="6858000"/>
          </a:xfrm>
          <a:prstGeom prst="rect">
            <a:avLst/>
          </a:prstGeom>
        </p:spPr>
      </p:pic>
      <p:cxnSp>
        <p:nvCxnSpPr>
          <p:cNvPr id="46" name="Straight Connector 45">
            <a:extLst>
              <a:ext uri="{FF2B5EF4-FFF2-40B4-BE49-F238E27FC236}">
                <a16:creationId xmlns:a16="http://schemas.microsoft.com/office/drawing/2014/main" id="{9C37C6E6-134A-7CC3-F5EF-DE66BD85A7E7}"/>
              </a:ext>
            </a:extLst>
          </p:cNvPr>
          <p:cNvCxnSpPr>
            <a:cxnSpLocks/>
          </p:cNvCxnSpPr>
          <p:nvPr userDrawn="1"/>
        </p:nvCxnSpPr>
        <p:spPr>
          <a:xfrm flipV="1">
            <a:off x="9630323" y="3324349"/>
            <a:ext cx="1175024" cy="1175024"/>
          </a:xfrm>
          <a:prstGeom prst="line">
            <a:avLst/>
          </a:prstGeom>
          <a:ln w="254000" cap="rnd">
            <a:solidFill>
              <a:schemeClr val="accent3"/>
            </a:solidFill>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FBCFD453-F522-07B0-A939-B06B84D1BE76}"/>
              </a:ext>
            </a:extLst>
          </p:cNvPr>
          <p:cNvCxnSpPr>
            <a:cxnSpLocks/>
          </p:cNvCxnSpPr>
          <p:nvPr userDrawn="1"/>
        </p:nvCxnSpPr>
        <p:spPr>
          <a:xfrm flipV="1">
            <a:off x="8291143" y="4275117"/>
            <a:ext cx="373656" cy="373656"/>
          </a:xfrm>
          <a:prstGeom prst="line">
            <a:avLst/>
          </a:prstGeom>
          <a:ln w="254000" cap="rnd">
            <a:solidFill>
              <a:schemeClr val="accent5"/>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A74B755D-2AB8-D63E-7198-4FD84B9E7654}"/>
              </a:ext>
            </a:extLst>
          </p:cNvPr>
          <p:cNvCxnSpPr>
            <a:cxnSpLocks/>
          </p:cNvCxnSpPr>
          <p:nvPr userDrawn="1"/>
        </p:nvCxnSpPr>
        <p:spPr>
          <a:xfrm flipV="1">
            <a:off x="4656103" y="4900159"/>
            <a:ext cx="923638" cy="923638"/>
          </a:xfrm>
          <a:prstGeom prst="line">
            <a:avLst/>
          </a:prstGeom>
          <a:ln w="254000" cap="rnd">
            <a:solidFill>
              <a:schemeClr val="accent3"/>
            </a:solidFill>
          </a:ln>
          <a:effectLst/>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4A22A676-30C3-D6A9-402F-11806544CC34}"/>
              </a:ext>
            </a:extLst>
          </p:cNvPr>
          <p:cNvCxnSpPr>
            <a:cxnSpLocks/>
          </p:cNvCxnSpPr>
          <p:nvPr userDrawn="1"/>
        </p:nvCxnSpPr>
        <p:spPr>
          <a:xfrm flipV="1">
            <a:off x="4043363" y="4900159"/>
            <a:ext cx="572733" cy="572733"/>
          </a:xfrm>
          <a:prstGeom prst="line">
            <a:avLst/>
          </a:prstGeom>
          <a:ln w="254000" cap="rnd">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8CD58D9E-C8DE-ED4B-8C35-FB4FF14C2618}"/>
              </a:ext>
            </a:extLst>
          </p:cNvPr>
          <p:cNvCxnSpPr/>
          <p:nvPr userDrawn="1"/>
        </p:nvCxnSpPr>
        <p:spPr>
          <a:xfrm flipV="1">
            <a:off x="7343074" y="851030"/>
            <a:ext cx="1470991" cy="1470991"/>
          </a:xfrm>
          <a:prstGeom prst="line">
            <a:avLst/>
          </a:prstGeom>
          <a:ln w="254000" cap="rnd">
            <a:solidFill>
              <a:schemeClr val="accent5"/>
            </a:solidFill>
          </a:ln>
          <a:effectLst/>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AEC6CB34-62DF-88D4-ADE9-F52316240F3E}"/>
              </a:ext>
            </a:extLst>
          </p:cNvPr>
          <p:cNvGrpSpPr/>
          <p:nvPr userDrawn="1"/>
        </p:nvGrpSpPr>
        <p:grpSpPr>
          <a:xfrm>
            <a:off x="10748720" y="6111522"/>
            <a:ext cx="1109394" cy="413104"/>
            <a:chOff x="5242819" y="3107487"/>
            <a:chExt cx="1707312" cy="635750"/>
          </a:xfrm>
        </p:grpSpPr>
        <p:sp>
          <p:nvSpPr>
            <p:cNvPr id="6" name="Oval 5">
              <a:extLst>
                <a:ext uri="{FF2B5EF4-FFF2-40B4-BE49-F238E27FC236}">
                  <a16:creationId xmlns:a16="http://schemas.microsoft.com/office/drawing/2014/main" id="{77F655F8-39DB-BCE0-C938-E60B81750751}"/>
                </a:ext>
              </a:extLst>
            </p:cNvPr>
            <p:cNvSpPr/>
            <p:nvPr/>
          </p:nvSpPr>
          <p:spPr>
            <a:xfrm>
              <a:off x="5242819" y="3107487"/>
              <a:ext cx="99925" cy="99925"/>
            </a:xfrm>
            <a:prstGeom prst="ellipse">
              <a:avLst/>
            </a:prstGeom>
            <a:solidFill>
              <a:srgbClr val="FFFFFF"/>
            </a:solidFill>
            <a:ln w="8653" cap="flat">
              <a:noFill/>
              <a:prstDash val="solid"/>
              <a:miter/>
            </a:ln>
          </p:spPr>
          <p:txBody>
            <a:bodyPr/>
            <a:lstStyle/>
            <a:p>
              <a:endParaRPr lang="en-US"/>
            </a:p>
          </p:txBody>
        </p:sp>
        <p:sp>
          <p:nvSpPr>
            <p:cNvPr id="7" name="Oval 6">
              <a:extLst>
                <a:ext uri="{FF2B5EF4-FFF2-40B4-BE49-F238E27FC236}">
                  <a16:creationId xmlns:a16="http://schemas.microsoft.com/office/drawing/2014/main" id="{67C8CAEB-A46F-DD4A-8B72-9C2F1877681B}"/>
                </a:ext>
              </a:extLst>
            </p:cNvPr>
            <p:cNvSpPr/>
            <p:nvPr/>
          </p:nvSpPr>
          <p:spPr>
            <a:xfrm>
              <a:off x="6582294" y="3107487"/>
              <a:ext cx="99925" cy="99925"/>
            </a:xfrm>
            <a:prstGeom prst="ellipse">
              <a:avLst/>
            </a:prstGeom>
            <a:solidFill>
              <a:srgbClr val="FFFFFF"/>
            </a:solidFill>
            <a:ln w="8653" cap="flat">
              <a:noFill/>
              <a:prstDash val="solid"/>
              <a:miter/>
            </a:ln>
          </p:spPr>
          <p:txBody>
            <a:bodyPr/>
            <a:lstStyle/>
            <a:p>
              <a:endParaRPr lang="en-US"/>
            </a:p>
          </p:txBody>
        </p:sp>
        <p:sp>
          <p:nvSpPr>
            <p:cNvPr id="8" name="Oval 7">
              <a:extLst>
                <a:ext uri="{FF2B5EF4-FFF2-40B4-BE49-F238E27FC236}">
                  <a16:creationId xmlns:a16="http://schemas.microsoft.com/office/drawing/2014/main" id="{690027C1-1AA5-62A0-C167-8F0244F3721F}"/>
                </a:ext>
              </a:extLst>
            </p:cNvPr>
            <p:cNvSpPr/>
            <p:nvPr/>
          </p:nvSpPr>
          <p:spPr>
            <a:xfrm>
              <a:off x="6314382" y="3107487"/>
              <a:ext cx="99925" cy="99925"/>
            </a:xfrm>
            <a:prstGeom prst="ellipse">
              <a:avLst/>
            </a:prstGeom>
            <a:solidFill>
              <a:srgbClr val="FFFFFF"/>
            </a:solidFill>
            <a:ln w="8653" cap="flat">
              <a:noFill/>
              <a:prstDash val="solid"/>
              <a:miter/>
            </a:ln>
          </p:spPr>
          <p:txBody>
            <a:bodyPr/>
            <a:lstStyle/>
            <a:p>
              <a:endParaRPr lang="en-US"/>
            </a:p>
          </p:txBody>
        </p:sp>
        <p:sp>
          <p:nvSpPr>
            <p:cNvPr id="37" name="Oval 36">
              <a:extLst>
                <a:ext uri="{FF2B5EF4-FFF2-40B4-BE49-F238E27FC236}">
                  <a16:creationId xmlns:a16="http://schemas.microsoft.com/office/drawing/2014/main" id="{935C9890-FDF7-EA62-98E2-741EDD7F8B51}"/>
                </a:ext>
              </a:extLst>
            </p:cNvPr>
            <p:cNvSpPr/>
            <p:nvPr/>
          </p:nvSpPr>
          <p:spPr>
            <a:xfrm>
              <a:off x="6046469" y="3107487"/>
              <a:ext cx="99925" cy="99925"/>
            </a:xfrm>
            <a:prstGeom prst="ellipse">
              <a:avLst/>
            </a:prstGeom>
            <a:solidFill>
              <a:srgbClr val="FFFFFF"/>
            </a:solidFill>
            <a:ln w="8653" cap="flat">
              <a:noFill/>
              <a:prstDash val="solid"/>
              <a:miter/>
            </a:ln>
          </p:spPr>
          <p:txBody>
            <a:bodyPr/>
            <a:lstStyle/>
            <a:p>
              <a:endParaRPr lang="en-US"/>
            </a:p>
          </p:txBody>
        </p:sp>
        <p:sp>
          <p:nvSpPr>
            <p:cNvPr id="43" name="Oval 42">
              <a:extLst>
                <a:ext uri="{FF2B5EF4-FFF2-40B4-BE49-F238E27FC236}">
                  <a16:creationId xmlns:a16="http://schemas.microsoft.com/office/drawing/2014/main" id="{6B3B8B2A-BC4B-11B4-3242-36AB20A599EE}"/>
                </a:ext>
              </a:extLst>
            </p:cNvPr>
            <p:cNvSpPr/>
            <p:nvPr/>
          </p:nvSpPr>
          <p:spPr>
            <a:xfrm>
              <a:off x="5778644" y="3107487"/>
              <a:ext cx="99925" cy="99925"/>
            </a:xfrm>
            <a:prstGeom prst="ellipse">
              <a:avLst/>
            </a:prstGeom>
            <a:solidFill>
              <a:srgbClr val="FFFFFF"/>
            </a:solidFill>
            <a:ln w="8653" cap="flat">
              <a:noFill/>
              <a:prstDash val="solid"/>
              <a:miter/>
            </a:ln>
          </p:spPr>
          <p:txBody>
            <a:bodyPr/>
            <a:lstStyle/>
            <a:p>
              <a:endParaRPr lang="en-US"/>
            </a:p>
          </p:txBody>
        </p:sp>
        <p:sp>
          <p:nvSpPr>
            <p:cNvPr id="47" name="Oval 46">
              <a:extLst>
                <a:ext uri="{FF2B5EF4-FFF2-40B4-BE49-F238E27FC236}">
                  <a16:creationId xmlns:a16="http://schemas.microsoft.com/office/drawing/2014/main" id="{413CE763-9C15-EE35-83D7-1007995F2062}"/>
                </a:ext>
              </a:extLst>
            </p:cNvPr>
            <p:cNvSpPr/>
            <p:nvPr/>
          </p:nvSpPr>
          <p:spPr>
            <a:xfrm>
              <a:off x="5510732" y="3107487"/>
              <a:ext cx="99925" cy="99925"/>
            </a:xfrm>
            <a:prstGeom prst="ellipse">
              <a:avLst/>
            </a:prstGeom>
            <a:solidFill>
              <a:srgbClr val="FFFFFF"/>
            </a:solidFill>
            <a:ln w="8653" cap="flat">
              <a:noFill/>
              <a:prstDash val="solid"/>
              <a:miter/>
            </a:ln>
          </p:spPr>
          <p:txBody>
            <a:bodyPr/>
            <a:lstStyle/>
            <a:p>
              <a:endParaRPr lang="en-US"/>
            </a:p>
          </p:txBody>
        </p:sp>
        <p:sp>
          <p:nvSpPr>
            <p:cNvPr id="49" name="Oval 48">
              <a:extLst>
                <a:ext uri="{FF2B5EF4-FFF2-40B4-BE49-F238E27FC236}">
                  <a16:creationId xmlns:a16="http://schemas.microsoft.com/office/drawing/2014/main" id="{C26F0D15-960C-A02C-2379-9CBE73A6FE39}"/>
                </a:ext>
              </a:extLst>
            </p:cNvPr>
            <p:cNvSpPr/>
            <p:nvPr/>
          </p:nvSpPr>
          <p:spPr>
            <a:xfrm>
              <a:off x="6850206" y="3107487"/>
              <a:ext cx="99925" cy="99925"/>
            </a:xfrm>
            <a:prstGeom prst="ellipse">
              <a:avLst/>
            </a:prstGeom>
            <a:solidFill>
              <a:srgbClr val="FFFFFF"/>
            </a:solidFill>
            <a:ln w="8653" cap="flat">
              <a:noFill/>
              <a:prstDash val="solid"/>
              <a:miter/>
            </a:ln>
          </p:spPr>
          <p:txBody>
            <a:bodyPr/>
            <a:lstStyle/>
            <a:p>
              <a:endParaRPr lang="en-US"/>
            </a:p>
          </p:txBody>
        </p:sp>
        <p:sp>
          <p:nvSpPr>
            <p:cNvPr id="52" name="Oval 51">
              <a:extLst>
                <a:ext uri="{FF2B5EF4-FFF2-40B4-BE49-F238E27FC236}">
                  <a16:creationId xmlns:a16="http://schemas.microsoft.com/office/drawing/2014/main" id="{FFE74C6F-97AA-12BA-CBC3-C46A7A4F240A}"/>
                </a:ext>
              </a:extLst>
            </p:cNvPr>
            <p:cNvSpPr/>
            <p:nvPr/>
          </p:nvSpPr>
          <p:spPr>
            <a:xfrm>
              <a:off x="5242819" y="3643312"/>
              <a:ext cx="99925" cy="99925"/>
            </a:xfrm>
            <a:prstGeom prst="ellipse">
              <a:avLst/>
            </a:prstGeom>
            <a:solidFill>
              <a:srgbClr val="FFFFFF"/>
            </a:solidFill>
            <a:ln w="8653" cap="flat">
              <a:noFill/>
              <a:prstDash val="solid"/>
              <a:miter/>
            </a:ln>
          </p:spPr>
          <p:txBody>
            <a:bodyPr/>
            <a:lstStyle/>
            <a:p>
              <a:endParaRPr lang="en-US"/>
            </a:p>
          </p:txBody>
        </p:sp>
        <p:sp>
          <p:nvSpPr>
            <p:cNvPr id="54" name="Oval 53">
              <a:extLst>
                <a:ext uri="{FF2B5EF4-FFF2-40B4-BE49-F238E27FC236}">
                  <a16:creationId xmlns:a16="http://schemas.microsoft.com/office/drawing/2014/main" id="{6689271D-0316-8777-31BA-D79016761FB6}"/>
                </a:ext>
              </a:extLst>
            </p:cNvPr>
            <p:cNvSpPr/>
            <p:nvPr/>
          </p:nvSpPr>
          <p:spPr>
            <a:xfrm>
              <a:off x="5242819" y="3375400"/>
              <a:ext cx="99925" cy="99925"/>
            </a:xfrm>
            <a:prstGeom prst="ellipse">
              <a:avLst/>
            </a:prstGeom>
            <a:solidFill>
              <a:srgbClr val="FFFFFF"/>
            </a:solidFill>
            <a:ln w="8653" cap="flat">
              <a:noFill/>
              <a:prstDash val="solid"/>
              <a:miter/>
            </a:ln>
          </p:spPr>
          <p:txBody>
            <a:bodyPr/>
            <a:lstStyle/>
            <a:p>
              <a:endParaRPr lang="en-US"/>
            </a:p>
          </p:txBody>
        </p:sp>
        <p:sp>
          <p:nvSpPr>
            <p:cNvPr id="55" name="Oval 54">
              <a:extLst>
                <a:ext uri="{FF2B5EF4-FFF2-40B4-BE49-F238E27FC236}">
                  <a16:creationId xmlns:a16="http://schemas.microsoft.com/office/drawing/2014/main" id="{300E5187-0419-3F56-9D24-E0922500C7CD}"/>
                </a:ext>
              </a:extLst>
            </p:cNvPr>
            <p:cNvSpPr/>
            <p:nvPr/>
          </p:nvSpPr>
          <p:spPr>
            <a:xfrm>
              <a:off x="5510732" y="3643312"/>
              <a:ext cx="99925" cy="99925"/>
            </a:xfrm>
            <a:prstGeom prst="ellipse">
              <a:avLst/>
            </a:prstGeom>
            <a:solidFill>
              <a:srgbClr val="FFFFFF"/>
            </a:solidFill>
            <a:ln w="8653" cap="flat">
              <a:noFill/>
              <a:prstDash val="solid"/>
              <a:miter/>
            </a:ln>
          </p:spPr>
          <p:txBody>
            <a:bodyPr/>
            <a:lstStyle/>
            <a:p>
              <a:endParaRPr lang="en-US"/>
            </a:p>
          </p:txBody>
        </p:sp>
        <p:sp>
          <p:nvSpPr>
            <p:cNvPr id="56" name="Oval 55">
              <a:extLst>
                <a:ext uri="{FF2B5EF4-FFF2-40B4-BE49-F238E27FC236}">
                  <a16:creationId xmlns:a16="http://schemas.microsoft.com/office/drawing/2014/main" id="{9E5C9A66-559C-B935-7F76-E2D863B4D65D}"/>
                </a:ext>
              </a:extLst>
            </p:cNvPr>
            <p:cNvSpPr/>
            <p:nvPr/>
          </p:nvSpPr>
          <p:spPr>
            <a:xfrm>
              <a:off x="5510732" y="3375400"/>
              <a:ext cx="99925" cy="99925"/>
            </a:xfrm>
            <a:prstGeom prst="ellipse">
              <a:avLst/>
            </a:prstGeom>
            <a:solidFill>
              <a:srgbClr val="FFFFFF"/>
            </a:solidFill>
            <a:ln w="8653" cap="flat">
              <a:noFill/>
              <a:prstDash val="solid"/>
              <a:miter/>
            </a:ln>
          </p:spPr>
          <p:txBody>
            <a:bodyPr/>
            <a:lstStyle/>
            <a:p>
              <a:endParaRPr lang="en-US"/>
            </a:p>
          </p:txBody>
        </p:sp>
        <p:sp>
          <p:nvSpPr>
            <p:cNvPr id="57" name="Oval 56">
              <a:extLst>
                <a:ext uri="{FF2B5EF4-FFF2-40B4-BE49-F238E27FC236}">
                  <a16:creationId xmlns:a16="http://schemas.microsoft.com/office/drawing/2014/main" id="{925DD5E5-95B2-297F-16ED-7AACC7712176}"/>
                </a:ext>
              </a:extLst>
            </p:cNvPr>
            <p:cNvSpPr/>
            <p:nvPr/>
          </p:nvSpPr>
          <p:spPr>
            <a:xfrm>
              <a:off x="5778644" y="3643312"/>
              <a:ext cx="99925" cy="99925"/>
            </a:xfrm>
            <a:prstGeom prst="ellipse">
              <a:avLst/>
            </a:prstGeom>
            <a:solidFill>
              <a:srgbClr val="FFFFFF"/>
            </a:solidFill>
            <a:ln w="8653" cap="flat">
              <a:noFill/>
              <a:prstDash val="solid"/>
              <a:miter/>
            </a:ln>
          </p:spPr>
          <p:txBody>
            <a:bodyPr/>
            <a:lstStyle/>
            <a:p>
              <a:endParaRPr lang="en-US"/>
            </a:p>
          </p:txBody>
        </p:sp>
        <p:sp>
          <p:nvSpPr>
            <p:cNvPr id="58" name="Oval 57">
              <a:extLst>
                <a:ext uri="{FF2B5EF4-FFF2-40B4-BE49-F238E27FC236}">
                  <a16:creationId xmlns:a16="http://schemas.microsoft.com/office/drawing/2014/main" id="{C635759F-745B-3989-DED6-B24431EAC66D}"/>
                </a:ext>
              </a:extLst>
            </p:cNvPr>
            <p:cNvSpPr/>
            <p:nvPr/>
          </p:nvSpPr>
          <p:spPr>
            <a:xfrm>
              <a:off x="5778644" y="3375400"/>
              <a:ext cx="99925" cy="99925"/>
            </a:xfrm>
            <a:prstGeom prst="ellipse">
              <a:avLst/>
            </a:prstGeom>
            <a:solidFill>
              <a:srgbClr val="FFFFFF"/>
            </a:solidFill>
            <a:ln w="8653" cap="flat">
              <a:noFill/>
              <a:prstDash val="solid"/>
              <a:miter/>
            </a:ln>
          </p:spPr>
          <p:txBody>
            <a:bodyPr/>
            <a:lstStyle/>
            <a:p>
              <a:endParaRPr lang="en-US"/>
            </a:p>
          </p:txBody>
        </p:sp>
        <p:sp>
          <p:nvSpPr>
            <p:cNvPr id="59" name="Oval 58">
              <a:extLst>
                <a:ext uri="{FF2B5EF4-FFF2-40B4-BE49-F238E27FC236}">
                  <a16:creationId xmlns:a16="http://schemas.microsoft.com/office/drawing/2014/main" id="{AEAAB8BE-E888-DB24-DC18-BB9738E2AAE4}"/>
                </a:ext>
              </a:extLst>
            </p:cNvPr>
            <p:cNvSpPr/>
            <p:nvPr/>
          </p:nvSpPr>
          <p:spPr>
            <a:xfrm>
              <a:off x="6046469" y="3643312"/>
              <a:ext cx="99925" cy="99925"/>
            </a:xfrm>
            <a:prstGeom prst="ellipse">
              <a:avLst/>
            </a:prstGeom>
            <a:solidFill>
              <a:srgbClr val="FFFFFF"/>
            </a:solidFill>
            <a:ln w="8653" cap="flat">
              <a:noFill/>
              <a:prstDash val="solid"/>
              <a:miter/>
            </a:ln>
          </p:spPr>
          <p:txBody>
            <a:bodyPr/>
            <a:lstStyle/>
            <a:p>
              <a:endParaRPr lang="en-US"/>
            </a:p>
          </p:txBody>
        </p:sp>
        <p:sp>
          <p:nvSpPr>
            <p:cNvPr id="60" name="Oval 59">
              <a:extLst>
                <a:ext uri="{FF2B5EF4-FFF2-40B4-BE49-F238E27FC236}">
                  <a16:creationId xmlns:a16="http://schemas.microsoft.com/office/drawing/2014/main" id="{072719F6-C447-5C12-A6ED-94349D7AAA1C}"/>
                </a:ext>
              </a:extLst>
            </p:cNvPr>
            <p:cNvSpPr/>
            <p:nvPr/>
          </p:nvSpPr>
          <p:spPr>
            <a:xfrm>
              <a:off x="6046469" y="3375400"/>
              <a:ext cx="99925" cy="99925"/>
            </a:xfrm>
            <a:prstGeom prst="ellipse">
              <a:avLst/>
            </a:prstGeom>
            <a:solidFill>
              <a:srgbClr val="FFFFFF"/>
            </a:solidFill>
            <a:ln w="8653" cap="flat">
              <a:noFill/>
              <a:prstDash val="solid"/>
              <a:miter/>
            </a:ln>
          </p:spPr>
          <p:txBody>
            <a:bodyPr/>
            <a:lstStyle/>
            <a:p>
              <a:endParaRPr lang="en-US"/>
            </a:p>
          </p:txBody>
        </p:sp>
        <p:sp>
          <p:nvSpPr>
            <p:cNvPr id="61" name="Oval 60">
              <a:extLst>
                <a:ext uri="{FF2B5EF4-FFF2-40B4-BE49-F238E27FC236}">
                  <a16:creationId xmlns:a16="http://schemas.microsoft.com/office/drawing/2014/main" id="{B03E9FD8-F4F1-C8C2-ADE1-2F793F1C8C6D}"/>
                </a:ext>
              </a:extLst>
            </p:cNvPr>
            <p:cNvSpPr/>
            <p:nvPr/>
          </p:nvSpPr>
          <p:spPr>
            <a:xfrm>
              <a:off x="6314382" y="3643312"/>
              <a:ext cx="99925" cy="99925"/>
            </a:xfrm>
            <a:prstGeom prst="ellipse">
              <a:avLst/>
            </a:prstGeom>
            <a:solidFill>
              <a:srgbClr val="FFFFFF"/>
            </a:solidFill>
            <a:ln w="8653" cap="flat">
              <a:noFill/>
              <a:prstDash val="solid"/>
              <a:miter/>
            </a:ln>
          </p:spPr>
          <p:txBody>
            <a:bodyPr/>
            <a:lstStyle/>
            <a:p>
              <a:endParaRPr lang="en-US"/>
            </a:p>
          </p:txBody>
        </p:sp>
        <p:sp>
          <p:nvSpPr>
            <p:cNvPr id="62" name="Oval 61">
              <a:extLst>
                <a:ext uri="{FF2B5EF4-FFF2-40B4-BE49-F238E27FC236}">
                  <a16:creationId xmlns:a16="http://schemas.microsoft.com/office/drawing/2014/main" id="{8AECEBB6-F903-D024-08CD-48733294D9AC}"/>
                </a:ext>
              </a:extLst>
            </p:cNvPr>
            <p:cNvSpPr/>
            <p:nvPr/>
          </p:nvSpPr>
          <p:spPr>
            <a:xfrm>
              <a:off x="6314382" y="3375400"/>
              <a:ext cx="99925" cy="99925"/>
            </a:xfrm>
            <a:prstGeom prst="ellipse">
              <a:avLst/>
            </a:prstGeom>
            <a:solidFill>
              <a:srgbClr val="FFFFFF"/>
            </a:solidFill>
            <a:ln w="8653" cap="flat">
              <a:noFill/>
              <a:prstDash val="solid"/>
              <a:miter/>
            </a:ln>
          </p:spPr>
          <p:txBody>
            <a:bodyPr/>
            <a:lstStyle/>
            <a:p>
              <a:endParaRPr lang="en-US"/>
            </a:p>
          </p:txBody>
        </p:sp>
        <p:sp>
          <p:nvSpPr>
            <p:cNvPr id="63" name="Oval 62">
              <a:extLst>
                <a:ext uri="{FF2B5EF4-FFF2-40B4-BE49-F238E27FC236}">
                  <a16:creationId xmlns:a16="http://schemas.microsoft.com/office/drawing/2014/main" id="{73101250-C531-3FD2-F828-A4308E5DC0EC}"/>
                </a:ext>
              </a:extLst>
            </p:cNvPr>
            <p:cNvSpPr/>
            <p:nvPr/>
          </p:nvSpPr>
          <p:spPr>
            <a:xfrm>
              <a:off x="6582294" y="3643312"/>
              <a:ext cx="99925" cy="99925"/>
            </a:xfrm>
            <a:prstGeom prst="ellipse">
              <a:avLst/>
            </a:prstGeom>
            <a:solidFill>
              <a:srgbClr val="FFFFFF"/>
            </a:solidFill>
            <a:ln w="8653" cap="flat">
              <a:noFill/>
              <a:prstDash val="solid"/>
              <a:miter/>
            </a:ln>
          </p:spPr>
          <p:txBody>
            <a:bodyPr/>
            <a:lstStyle/>
            <a:p>
              <a:endParaRPr lang="en-US"/>
            </a:p>
          </p:txBody>
        </p:sp>
        <p:sp>
          <p:nvSpPr>
            <p:cNvPr id="64" name="Oval 63">
              <a:extLst>
                <a:ext uri="{FF2B5EF4-FFF2-40B4-BE49-F238E27FC236}">
                  <a16:creationId xmlns:a16="http://schemas.microsoft.com/office/drawing/2014/main" id="{B17B3AFF-B50D-6370-44CA-2AB8995F5E5A}"/>
                </a:ext>
              </a:extLst>
            </p:cNvPr>
            <p:cNvSpPr/>
            <p:nvPr/>
          </p:nvSpPr>
          <p:spPr>
            <a:xfrm>
              <a:off x="6582294" y="3375400"/>
              <a:ext cx="99925" cy="99925"/>
            </a:xfrm>
            <a:prstGeom prst="ellipse">
              <a:avLst/>
            </a:prstGeom>
            <a:solidFill>
              <a:srgbClr val="FFFFFF"/>
            </a:solidFill>
            <a:ln w="8653" cap="flat">
              <a:noFill/>
              <a:prstDash val="solid"/>
              <a:miter/>
            </a:ln>
          </p:spPr>
          <p:txBody>
            <a:bodyPr/>
            <a:lstStyle/>
            <a:p>
              <a:endParaRPr lang="en-US"/>
            </a:p>
          </p:txBody>
        </p:sp>
        <p:sp>
          <p:nvSpPr>
            <p:cNvPr id="65" name="Oval 64">
              <a:extLst>
                <a:ext uri="{FF2B5EF4-FFF2-40B4-BE49-F238E27FC236}">
                  <a16:creationId xmlns:a16="http://schemas.microsoft.com/office/drawing/2014/main" id="{E09FDC29-D727-CC61-8732-402C349E6775}"/>
                </a:ext>
              </a:extLst>
            </p:cNvPr>
            <p:cNvSpPr/>
            <p:nvPr/>
          </p:nvSpPr>
          <p:spPr>
            <a:xfrm>
              <a:off x="6850206" y="3643312"/>
              <a:ext cx="99925" cy="99925"/>
            </a:xfrm>
            <a:prstGeom prst="ellipse">
              <a:avLst/>
            </a:prstGeom>
            <a:solidFill>
              <a:srgbClr val="FFFFFF"/>
            </a:solidFill>
            <a:ln w="8653" cap="flat">
              <a:noFill/>
              <a:prstDash val="solid"/>
              <a:miter/>
            </a:ln>
          </p:spPr>
          <p:txBody>
            <a:bodyPr/>
            <a:lstStyle/>
            <a:p>
              <a:endParaRPr lang="en-US"/>
            </a:p>
          </p:txBody>
        </p:sp>
        <p:sp>
          <p:nvSpPr>
            <p:cNvPr id="66" name="Oval 65">
              <a:extLst>
                <a:ext uri="{FF2B5EF4-FFF2-40B4-BE49-F238E27FC236}">
                  <a16:creationId xmlns:a16="http://schemas.microsoft.com/office/drawing/2014/main" id="{0A8406C0-7B5F-746F-F2C3-5C0DCED2BB31}"/>
                </a:ext>
              </a:extLst>
            </p:cNvPr>
            <p:cNvSpPr/>
            <p:nvPr/>
          </p:nvSpPr>
          <p:spPr>
            <a:xfrm>
              <a:off x="6850206" y="3375400"/>
              <a:ext cx="99925" cy="99925"/>
            </a:xfrm>
            <a:prstGeom prst="ellipse">
              <a:avLst/>
            </a:prstGeom>
            <a:solidFill>
              <a:srgbClr val="FFFFFF"/>
            </a:solidFill>
            <a:ln w="8653" cap="flat">
              <a:noFill/>
              <a:prstDash val="solid"/>
              <a:miter/>
            </a:ln>
          </p:spPr>
          <p:txBody>
            <a:bodyPr/>
            <a:lstStyle/>
            <a:p>
              <a:endParaRPr lang="en-US"/>
            </a:p>
          </p:txBody>
        </p:sp>
      </p:grpSp>
      <p:pic>
        <p:nvPicPr>
          <p:cNvPr id="9" name="Graphic 8">
            <a:extLst>
              <a:ext uri="{FF2B5EF4-FFF2-40B4-BE49-F238E27FC236}">
                <a16:creationId xmlns:a16="http://schemas.microsoft.com/office/drawing/2014/main" id="{74A867A3-CD26-2D66-321A-5FAF9A183494}"/>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169199" y="331119"/>
            <a:ext cx="2679700" cy="406400"/>
          </a:xfrm>
          <a:prstGeom prst="rect">
            <a:avLst/>
          </a:prstGeom>
        </p:spPr>
      </p:pic>
    </p:spTree>
    <p:extLst>
      <p:ext uri="{BB962C8B-B14F-4D97-AF65-F5344CB8AC3E}">
        <p14:creationId xmlns:p14="http://schemas.microsoft.com/office/powerpoint/2010/main" val="2296294239"/>
      </p:ext>
    </p:extLst>
  </p:cSld>
  <p:clrMapOvr>
    <a:masterClrMapping/>
  </p:clrMapOvr>
  <p:extLst>
    <p:ext uri="{DCECCB84-F9BA-43D5-87BE-67443E8EF086}">
      <p15:sldGuideLst xmlns:p15="http://schemas.microsoft.com/office/powerpoint/2012/main">
        <p15:guide id="1" orient="horz" pos="210" userDrawn="1">
          <p15:clr>
            <a:srgbClr val="FBAE40"/>
          </p15:clr>
        </p15:guide>
        <p15:guide id="2" orient="horz" pos="414" userDrawn="1">
          <p15:clr>
            <a:srgbClr val="FBAE40"/>
          </p15:clr>
        </p15:guide>
        <p15:guide id="3" orient="horz" pos="618" userDrawn="1">
          <p15:clr>
            <a:srgbClr val="FBAE40"/>
          </p15:clr>
        </p15:guide>
        <p15:guide id="4" orient="horz" pos="4110" userDrawn="1">
          <p15:clr>
            <a:srgbClr val="FBAE40"/>
          </p15:clr>
        </p15:guide>
        <p15:guide id="5" orient="horz" pos="3906" userDrawn="1">
          <p15:clr>
            <a:srgbClr val="FBAE40"/>
          </p15:clr>
        </p15:guide>
        <p15:guide id="6" pos="211" userDrawn="1">
          <p15:clr>
            <a:srgbClr val="FBAE40"/>
          </p15:clr>
        </p15:guide>
        <p15:guide id="7" pos="41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ge Breaker 1">
    <p:bg>
      <p:bgPr>
        <a:solidFill>
          <a:schemeClr val="tx1"/>
        </a:solidFill>
        <a:effectLst/>
      </p:bgPr>
    </p:bg>
    <p:spTree>
      <p:nvGrpSpPr>
        <p:cNvPr id="1" name=""/>
        <p:cNvGrpSpPr/>
        <p:nvPr/>
      </p:nvGrpSpPr>
      <p:grpSpPr>
        <a:xfrm>
          <a:off x="0" y="0"/>
          <a:ext cx="0" cy="0"/>
          <a:chOff x="0" y="0"/>
          <a:chExt cx="0" cy="0"/>
        </a:xfrm>
      </p:grpSpPr>
      <p:cxnSp>
        <p:nvCxnSpPr>
          <p:cNvPr id="64" name="Rechte verbindingslijn 8">
            <a:extLst>
              <a:ext uri="{FF2B5EF4-FFF2-40B4-BE49-F238E27FC236}">
                <a16:creationId xmlns:a16="http://schemas.microsoft.com/office/drawing/2014/main" id="{9C726D82-8673-FBE9-42DF-20791EBDC9C5}"/>
              </a:ext>
            </a:extLst>
          </p:cNvPr>
          <p:cNvCxnSpPr>
            <a:cxnSpLocks/>
          </p:cNvCxnSpPr>
          <p:nvPr userDrawn="1"/>
        </p:nvCxnSpPr>
        <p:spPr>
          <a:xfrm flipH="1">
            <a:off x="8131038" y="354338"/>
            <a:ext cx="372600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5" name="Rechte verbindingslijn 8">
            <a:extLst>
              <a:ext uri="{FF2B5EF4-FFF2-40B4-BE49-F238E27FC236}">
                <a16:creationId xmlns:a16="http://schemas.microsoft.com/office/drawing/2014/main" id="{6C6CED79-3851-DD35-551D-C5DC1F602047}"/>
              </a:ext>
            </a:extLst>
          </p:cNvPr>
          <p:cNvCxnSpPr>
            <a:cxnSpLocks/>
          </p:cNvCxnSpPr>
          <p:nvPr userDrawn="1"/>
        </p:nvCxnSpPr>
        <p:spPr>
          <a:xfrm flipH="1">
            <a:off x="336000" y="354338"/>
            <a:ext cx="7623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6" name="Slide Number Placeholder 6">
            <a:extLst>
              <a:ext uri="{FF2B5EF4-FFF2-40B4-BE49-F238E27FC236}">
                <a16:creationId xmlns:a16="http://schemas.microsoft.com/office/drawing/2014/main" id="{5EF6DAF4-D814-3A51-BB97-077A69144036}"/>
              </a:ext>
            </a:extLst>
          </p:cNvPr>
          <p:cNvSpPr>
            <a:spLocks noGrp="1"/>
          </p:cNvSpPr>
          <p:nvPr>
            <p:ph type="sldNum" sz="quarter" idx="13"/>
          </p:nvPr>
        </p:nvSpPr>
        <p:spPr>
          <a:xfrm>
            <a:off x="334963" y="6297376"/>
            <a:ext cx="652895" cy="365125"/>
          </a:xfrm>
        </p:spPr>
        <p:txBody>
          <a:bodyPr/>
          <a:lstStyle>
            <a:lvl1pPr>
              <a:defRPr>
                <a:solidFill>
                  <a:schemeClr val="bg1"/>
                </a:solidFill>
                <a:latin typeface="+mn-lt"/>
              </a:defRPr>
            </a:lvl1pPr>
          </a:lstStyle>
          <a:p>
            <a:fld id="{C3C3236D-FB65-584A-8227-5A449D06E62A}" type="slidenum">
              <a:rPr lang="en-US" smtClean="0"/>
              <a:pPr/>
              <a:t>‹#›</a:t>
            </a:fld>
            <a:endParaRPr lang="en-US"/>
          </a:p>
        </p:txBody>
      </p:sp>
      <p:grpSp>
        <p:nvGrpSpPr>
          <p:cNvPr id="9" name="Graphic 4">
            <a:extLst>
              <a:ext uri="{FF2B5EF4-FFF2-40B4-BE49-F238E27FC236}">
                <a16:creationId xmlns:a16="http://schemas.microsoft.com/office/drawing/2014/main" id="{CE6E3257-CB72-6AE3-1388-931EF6343F88}"/>
              </a:ext>
            </a:extLst>
          </p:cNvPr>
          <p:cNvGrpSpPr>
            <a:grpSpLocks noChangeAspect="1"/>
          </p:cNvGrpSpPr>
          <p:nvPr userDrawn="1"/>
        </p:nvGrpSpPr>
        <p:grpSpPr>
          <a:xfrm>
            <a:off x="8733924" y="703607"/>
            <a:ext cx="2520228" cy="2520000"/>
            <a:chOff x="9434512" y="4160044"/>
            <a:chExt cx="1066800" cy="1066704"/>
          </a:xfrm>
        </p:grpSpPr>
        <p:grpSp>
          <p:nvGrpSpPr>
            <p:cNvPr id="10" name="Graphic 4">
              <a:extLst>
                <a:ext uri="{FF2B5EF4-FFF2-40B4-BE49-F238E27FC236}">
                  <a16:creationId xmlns:a16="http://schemas.microsoft.com/office/drawing/2014/main" id="{9E9AD214-CF3C-28E8-5A7A-16AC0CA28453}"/>
                </a:ext>
              </a:extLst>
            </p:cNvPr>
            <p:cNvGrpSpPr/>
            <p:nvPr/>
          </p:nvGrpSpPr>
          <p:grpSpPr>
            <a:xfrm>
              <a:off x="9434512" y="4160044"/>
              <a:ext cx="1066800" cy="1066704"/>
              <a:chOff x="9434512" y="4160044"/>
              <a:chExt cx="1066800" cy="1066704"/>
            </a:xfrm>
          </p:grpSpPr>
          <p:sp>
            <p:nvSpPr>
              <p:cNvPr id="15" name="Freeform 14">
                <a:extLst>
                  <a:ext uri="{FF2B5EF4-FFF2-40B4-BE49-F238E27FC236}">
                    <a16:creationId xmlns:a16="http://schemas.microsoft.com/office/drawing/2014/main" id="{69652BC3-BB03-29AC-A0BA-4C6D53802AD4}"/>
                  </a:ext>
                </a:extLst>
              </p:cNvPr>
              <p:cNvSpPr/>
              <p:nvPr/>
            </p:nvSpPr>
            <p:spPr>
              <a:xfrm>
                <a:off x="10351102" y="4336923"/>
                <a:ext cx="150209" cy="712755"/>
              </a:xfrm>
              <a:custGeom>
                <a:avLst/>
                <a:gdLst>
                  <a:gd name="connsiteX0" fmla="*/ 13621 w 150209"/>
                  <a:gd name="connsiteY0" fmla="*/ 95 h 712755"/>
                  <a:gd name="connsiteX1" fmla="*/ 0 w 150209"/>
                  <a:gd name="connsiteY1" fmla="*/ 13716 h 712755"/>
                  <a:gd name="connsiteX2" fmla="*/ 131254 w 150209"/>
                  <a:gd name="connsiteY2" fmla="*/ 356426 h 712755"/>
                  <a:gd name="connsiteX3" fmla="*/ 0 w 150209"/>
                  <a:gd name="connsiteY3" fmla="*/ 699135 h 712755"/>
                  <a:gd name="connsiteX4" fmla="*/ 13621 w 150209"/>
                  <a:gd name="connsiteY4" fmla="*/ 712756 h 712755"/>
                  <a:gd name="connsiteX5" fmla="*/ 150209 w 150209"/>
                  <a:gd name="connsiteY5" fmla="*/ 356426 h 712755"/>
                  <a:gd name="connsiteX6" fmla="*/ 13621 w 150209"/>
                  <a:gd name="connsiteY6" fmla="*/ 0 h 712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209" h="712755">
                    <a:moveTo>
                      <a:pt x="13621" y="95"/>
                    </a:moveTo>
                    <a:lnTo>
                      <a:pt x="0" y="13716"/>
                    </a:lnTo>
                    <a:cubicBezTo>
                      <a:pt x="81534" y="104775"/>
                      <a:pt x="131254" y="224885"/>
                      <a:pt x="131254" y="356426"/>
                    </a:cubicBezTo>
                    <a:cubicBezTo>
                      <a:pt x="131254" y="487966"/>
                      <a:pt x="81534" y="608076"/>
                      <a:pt x="0" y="699135"/>
                    </a:cubicBezTo>
                    <a:lnTo>
                      <a:pt x="13621" y="712756"/>
                    </a:lnTo>
                    <a:cubicBezTo>
                      <a:pt x="98488" y="618268"/>
                      <a:pt x="150209" y="493395"/>
                      <a:pt x="150209" y="356426"/>
                    </a:cubicBezTo>
                    <a:cubicBezTo>
                      <a:pt x="150209" y="219456"/>
                      <a:pt x="98488" y="94488"/>
                      <a:pt x="13621" y="0"/>
                    </a:cubicBezTo>
                    <a:close/>
                  </a:path>
                </a:pathLst>
              </a:custGeom>
              <a:solidFill>
                <a:srgbClr val="85BC20"/>
              </a:solidFill>
              <a:ln w="0" cap="flat">
                <a:noFill/>
                <a:prstDash val="solid"/>
                <a:miter/>
              </a:ln>
            </p:spPr>
            <p:txBody>
              <a:bodyPr rtlCol="0" anchor="ctr"/>
              <a:lstStyle/>
              <a:p>
                <a:endParaRPr lang="en-NL"/>
              </a:p>
            </p:txBody>
          </p:sp>
          <p:sp>
            <p:nvSpPr>
              <p:cNvPr id="16" name="Freeform 15">
                <a:extLst>
                  <a:ext uri="{FF2B5EF4-FFF2-40B4-BE49-F238E27FC236}">
                    <a16:creationId xmlns:a16="http://schemas.microsoft.com/office/drawing/2014/main" id="{F7D03B2B-7482-896F-96BA-C0575B7AD901}"/>
                  </a:ext>
                </a:extLst>
              </p:cNvPr>
              <p:cNvSpPr/>
              <p:nvPr/>
            </p:nvSpPr>
            <p:spPr>
              <a:xfrm>
                <a:off x="9611581" y="5076539"/>
                <a:ext cx="712755" cy="150209"/>
              </a:xfrm>
              <a:custGeom>
                <a:avLst/>
                <a:gdLst>
                  <a:gd name="connsiteX0" fmla="*/ 699040 w 712755"/>
                  <a:gd name="connsiteY0" fmla="*/ 0 h 150209"/>
                  <a:gd name="connsiteX1" fmla="*/ 356330 w 712755"/>
                  <a:gd name="connsiteY1" fmla="*/ 131254 h 150209"/>
                  <a:gd name="connsiteX2" fmla="*/ 13621 w 712755"/>
                  <a:gd name="connsiteY2" fmla="*/ 0 h 150209"/>
                  <a:gd name="connsiteX3" fmla="*/ 0 w 712755"/>
                  <a:gd name="connsiteY3" fmla="*/ 13621 h 150209"/>
                  <a:gd name="connsiteX4" fmla="*/ 356330 w 712755"/>
                  <a:gd name="connsiteY4" fmla="*/ 150209 h 150209"/>
                  <a:gd name="connsiteX5" fmla="*/ 712756 w 712755"/>
                  <a:gd name="connsiteY5" fmla="*/ 13621 h 150209"/>
                  <a:gd name="connsiteX6" fmla="*/ 699135 w 712755"/>
                  <a:gd name="connsiteY6" fmla="*/ 0 h 150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2755" h="150209">
                    <a:moveTo>
                      <a:pt x="699040" y="0"/>
                    </a:moveTo>
                    <a:cubicBezTo>
                      <a:pt x="607981" y="81534"/>
                      <a:pt x="487870" y="131254"/>
                      <a:pt x="356330" y="131254"/>
                    </a:cubicBezTo>
                    <a:cubicBezTo>
                      <a:pt x="224790" y="131254"/>
                      <a:pt x="104680" y="81534"/>
                      <a:pt x="13621" y="0"/>
                    </a:cubicBezTo>
                    <a:lnTo>
                      <a:pt x="0" y="13621"/>
                    </a:lnTo>
                    <a:cubicBezTo>
                      <a:pt x="94488" y="98488"/>
                      <a:pt x="219361" y="150209"/>
                      <a:pt x="356330" y="150209"/>
                    </a:cubicBezTo>
                    <a:cubicBezTo>
                      <a:pt x="493300" y="150209"/>
                      <a:pt x="618268" y="98488"/>
                      <a:pt x="712756" y="13621"/>
                    </a:cubicBezTo>
                    <a:lnTo>
                      <a:pt x="699135" y="0"/>
                    </a:lnTo>
                    <a:close/>
                  </a:path>
                </a:pathLst>
              </a:custGeom>
              <a:solidFill>
                <a:schemeClr val="bg1"/>
              </a:solidFill>
              <a:ln w="0" cap="flat">
                <a:noFill/>
                <a:prstDash val="solid"/>
                <a:miter/>
              </a:ln>
            </p:spPr>
            <p:txBody>
              <a:bodyPr rtlCol="0" anchor="ctr"/>
              <a:lstStyle/>
              <a:p>
                <a:endParaRPr lang="en-NL"/>
              </a:p>
            </p:txBody>
          </p:sp>
          <p:sp>
            <p:nvSpPr>
              <p:cNvPr id="17" name="Freeform 16">
                <a:extLst>
                  <a:ext uri="{FF2B5EF4-FFF2-40B4-BE49-F238E27FC236}">
                    <a16:creationId xmlns:a16="http://schemas.microsoft.com/office/drawing/2014/main" id="{6BC6CEFB-46C0-BC8B-DB94-9B987894F2AD}"/>
                  </a:ext>
                </a:extLst>
              </p:cNvPr>
              <p:cNvSpPr/>
              <p:nvPr/>
            </p:nvSpPr>
            <p:spPr>
              <a:xfrm>
                <a:off x="9611486" y="4160044"/>
                <a:ext cx="712755" cy="150304"/>
              </a:xfrm>
              <a:custGeom>
                <a:avLst/>
                <a:gdLst>
                  <a:gd name="connsiteX0" fmla="*/ 13716 w 712755"/>
                  <a:gd name="connsiteY0" fmla="*/ 150305 h 150304"/>
                  <a:gd name="connsiteX1" fmla="*/ 356426 w 712755"/>
                  <a:gd name="connsiteY1" fmla="*/ 19050 h 150304"/>
                  <a:gd name="connsiteX2" fmla="*/ 699135 w 712755"/>
                  <a:gd name="connsiteY2" fmla="*/ 150305 h 150304"/>
                  <a:gd name="connsiteX3" fmla="*/ 712756 w 712755"/>
                  <a:gd name="connsiteY3" fmla="*/ 136684 h 150304"/>
                  <a:gd name="connsiteX4" fmla="*/ 356426 w 712755"/>
                  <a:gd name="connsiteY4" fmla="*/ 0 h 150304"/>
                  <a:gd name="connsiteX5" fmla="*/ 0 w 712755"/>
                  <a:gd name="connsiteY5" fmla="*/ 136589 h 150304"/>
                  <a:gd name="connsiteX6" fmla="*/ 13716 w 712755"/>
                  <a:gd name="connsiteY6" fmla="*/ 150305 h 1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2755" h="150304">
                    <a:moveTo>
                      <a:pt x="13716" y="150305"/>
                    </a:moveTo>
                    <a:cubicBezTo>
                      <a:pt x="104775" y="68771"/>
                      <a:pt x="224885" y="19050"/>
                      <a:pt x="356426" y="19050"/>
                    </a:cubicBezTo>
                    <a:cubicBezTo>
                      <a:pt x="487966" y="19050"/>
                      <a:pt x="608076" y="68771"/>
                      <a:pt x="699135" y="150305"/>
                    </a:cubicBezTo>
                    <a:lnTo>
                      <a:pt x="712756" y="136684"/>
                    </a:lnTo>
                    <a:cubicBezTo>
                      <a:pt x="618363" y="51721"/>
                      <a:pt x="493395" y="0"/>
                      <a:pt x="356426" y="0"/>
                    </a:cubicBezTo>
                    <a:cubicBezTo>
                      <a:pt x="219456" y="0"/>
                      <a:pt x="94488" y="51721"/>
                      <a:pt x="0" y="136589"/>
                    </a:cubicBezTo>
                    <a:lnTo>
                      <a:pt x="13716" y="150305"/>
                    </a:lnTo>
                    <a:close/>
                  </a:path>
                </a:pathLst>
              </a:custGeom>
              <a:solidFill>
                <a:srgbClr val="E5202E"/>
              </a:solidFill>
              <a:ln w="0" cap="flat">
                <a:noFill/>
                <a:prstDash val="solid"/>
                <a:miter/>
              </a:ln>
            </p:spPr>
            <p:txBody>
              <a:bodyPr rtlCol="0" anchor="ctr"/>
              <a:lstStyle/>
              <a:p>
                <a:endParaRPr lang="en-NL"/>
              </a:p>
            </p:txBody>
          </p:sp>
          <p:sp>
            <p:nvSpPr>
              <p:cNvPr id="18" name="Freeform 17">
                <a:extLst>
                  <a:ext uri="{FF2B5EF4-FFF2-40B4-BE49-F238E27FC236}">
                    <a16:creationId xmlns:a16="http://schemas.microsoft.com/office/drawing/2014/main" id="{3EBADF5E-C1F8-FA87-E6DE-B6820621D66D}"/>
                  </a:ext>
                </a:extLst>
              </p:cNvPr>
              <p:cNvSpPr/>
              <p:nvPr/>
            </p:nvSpPr>
            <p:spPr>
              <a:xfrm>
                <a:off x="9434512" y="4337113"/>
                <a:ext cx="150304" cy="712755"/>
              </a:xfrm>
              <a:custGeom>
                <a:avLst/>
                <a:gdLst>
                  <a:gd name="connsiteX0" fmla="*/ 150305 w 150304"/>
                  <a:gd name="connsiteY0" fmla="*/ 699040 h 712755"/>
                  <a:gd name="connsiteX1" fmla="*/ 19050 w 150304"/>
                  <a:gd name="connsiteY1" fmla="*/ 356330 h 712755"/>
                  <a:gd name="connsiteX2" fmla="*/ 150305 w 150304"/>
                  <a:gd name="connsiteY2" fmla="*/ 13621 h 712755"/>
                  <a:gd name="connsiteX3" fmla="*/ 136684 w 150304"/>
                  <a:gd name="connsiteY3" fmla="*/ 0 h 712755"/>
                  <a:gd name="connsiteX4" fmla="*/ 0 w 150304"/>
                  <a:gd name="connsiteY4" fmla="*/ 356330 h 712755"/>
                  <a:gd name="connsiteX5" fmla="*/ 136589 w 150304"/>
                  <a:gd name="connsiteY5" fmla="*/ 712756 h 712755"/>
                  <a:gd name="connsiteX6" fmla="*/ 150305 w 150304"/>
                  <a:gd name="connsiteY6" fmla="*/ 699135 h 712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304" h="712755">
                    <a:moveTo>
                      <a:pt x="150305" y="699040"/>
                    </a:moveTo>
                    <a:cubicBezTo>
                      <a:pt x="68771" y="607981"/>
                      <a:pt x="19050" y="487870"/>
                      <a:pt x="19050" y="356330"/>
                    </a:cubicBezTo>
                    <a:cubicBezTo>
                      <a:pt x="19050" y="224790"/>
                      <a:pt x="68771" y="104680"/>
                      <a:pt x="150305" y="13621"/>
                    </a:cubicBezTo>
                    <a:lnTo>
                      <a:pt x="136684" y="0"/>
                    </a:lnTo>
                    <a:cubicBezTo>
                      <a:pt x="51721" y="94393"/>
                      <a:pt x="0" y="219361"/>
                      <a:pt x="0" y="356330"/>
                    </a:cubicBezTo>
                    <a:cubicBezTo>
                      <a:pt x="0" y="493300"/>
                      <a:pt x="51721" y="618268"/>
                      <a:pt x="136589" y="712756"/>
                    </a:cubicBezTo>
                    <a:lnTo>
                      <a:pt x="150305" y="699135"/>
                    </a:lnTo>
                    <a:close/>
                  </a:path>
                </a:pathLst>
              </a:custGeom>
              <a:solidFill>
                <a:srgbClr val="007AC3"/>
              </a:solidFill>
              <a:ln w="0" cap="flat">
                <a:noFill/>
                <a:prstDash val="solid"/>
                <a:miter/>
              </a:ln>
            </p:spPr>
            <p:txBody>
              <a:bodyPr rtlCol="0" anchor="ctr"/>
              <a:lstStyle/>
              <a:p>
                <a:endParaRPr lang="en-NL"/>
              </a:p>
            </p:txBody>
          </p:sp>
        </p:grpSp>
        <p:sp>
          <p:nvSpPr>
            <p:cNvPr id="11" name="Freeform 10">
              <a:extLst>
                <a:ext uri="{FF2B5EF4-FFF2-40B4-BE49-F238E27FC236}">
                  <a16:creationId xmlns:a16="http://schemas.microsoft.com/office/drawing/2014/main" id="{1A4C194F-AB50-06CE-4B53-4AFB0B5E023C}"/>
                </a:ext>
              </a:extLst>
            </p:cNvPr>
            <p:cNvSpPr/>
            <p:nvPr/>
          </p:nvSpPr>
          <p:spPr>
            <a:xfrm>
              <a:off x="9819226" y="4658487"/>
              <a:ext cx="220598" cy="318230"/>
            </a:xfrm>
            <a:custGeom>
              <a:avLst/>
              <a:gdLst>
                <a:gd name="connsiteX0" fmla="*/ 220599 w 220598"/>
                <a:gd name="connsiteY0" fmla="*/ 318230 h 318230"/>
                <a:gd name="connsiteX1" fmla="*/ 201549 w 220598"/>
                <a:gd name="connsiteY1" fmla="*/ 318230 h 318230"/>
                <a:gd name="connsiteX2" fmla="*/ 201549 w 220598"/>
                <a:gd name="connsiteY2" fmla="*/ 21717 h 318230"/>
                <a:gd name="connsiteX3" fmla="*/ 2477 w 220598"/>
                <a:gd name="connsiteY3" fmla="*/ 48101 h 318230"/>
                <a:gd name="connsiteX4" fmla="*/ 0 w 220598"/>
                <a:gd name="connsiteY4" fmla="*/ 29242 h 318230"/>
                <a:gd name="connsiteX5" fmla="*/ 220599 w 220598"/>
                <a:gd name="connsiteY5" fmla="*/ 0 h 318230"/>
                <a:gd name="connsiteX6" fmla="*/ 220599 w 220598"/>
                <a:gd name="connsiteY6" fmla="*/ 318230 h 318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598" h="318230">
                  <a:moveTo>
                    <a:pt x="220599" y="318230"/>
                  </a:moveTo>
                  <a:lnTo>
                    <a:pt x="201549" y="318230"/>
                  </a:lnTo>
                  <a:lnTo>
                    <a:pt x="201549" y="21717"/>
                  </a:lnTo>
                  <a:lnTo>
                    <a:pt x="2477" y="48101"/>
                  </a:lnTo>
                  <a:lnTo>
                    <a:pt x="0" y="29242"/>
                  </a:lnTo>
                  <a:lnTo>
                    <a:pt x="220599" y="0"/>
                  </a:lnTo>
                  <a:lnTo>
                    <a:pt x="220599" y="318230"/>
                  </a:lnTo>
                  <a:close/>
                </a:path>
              </a:pathLst>
            </a:custGeom>
            <a:solidFill>
              <a:srgbClr val="85BC20"/>
            </a:solidFill>
            <a:ln w="0" cap="flat">
              <a:noFill/>
              <a:prstDash val="solid"/>
              <a:miter/>
            </a:ln>
          </p:spPr>
          <p:txBody>
            <a:bodyPr rtlCol="0" anchor="ctr"/>
            <a:lstStyle/>
            <a:p>
              <a:endParaRPr lang="en-NL"/>
            </a:p>
          </p:txBody>
        </p:sp>
        <p:sp>
          <p:nvSpPr>
            <p:cNvPr id="12" name="Freeform 11">
              <a:extLst>
                <a:ext uri="{FF2B5EF4-FFF2-40B4-BE49-F238E27FC236}">
                  <a16:creationId xmlns:a16="http://schemas.microsoft.com/office/drawing/2014/main" id="{FBE0E5FF-D1C0-D0E5-316C-5BF96686292C}"/>
                </a:ext>
              </a:extLst>
            </p:cNvPr>
            <p:cNvSpPr/>
            <p:nvPr/>
          </p:nvSpPr>
          <p:spPr>
            <a:xfrm>
              <a:off x="9913905" y="4712589"/>
              <a:ext cx="18287" cy="264128"/>
            </a:xfrm>
            <a:custGeom>
              <a:avLst/>
              <a:gdLst>
                <a:gd name="connsiteX0" fmla="*/ 18288 w 18287"/>
                <a:gd name="connsiteY0" fmla="*/ 264128 h 264128"/>
                <a:gd name="connsiteX1" fmla="*/ 0 w 18287"/>
                <a:gd name="connsiteY1" fmla="*/ 264128 h 264128"/>
                <a:gd name="connsiteX2" fmla="*/ 0 w 18287"/>
                <a:gd name="connsiteY2" fmla="*/ 2477 h 264128"/>
                <a:gd name="connsiteX3" fmla="*/ 18288 w 18287"/>
                <a:gd name="connsiteY3" fmla="*/ 0 h 264128"/>
                <a:gd name="connsiteX4" fmla="*/ 18288 w 18287"/>
                <a:gd name="connsiteY4" fmla="*/ 264128 h 264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264128">
                  <a:moveTo>
                    <a:pt x="18288" y="264128"/>
                  </a:moveTo>
                  <a:lnTo>
                    <a:pt x="0" y="264128"/>
                  </a:lnTo>
                  <a:lnTo>
                    <a:pt x="0" y="2477"/>
                  </a:lnTo>
                  <a:lnTo>
                    <a:pt x="18288" y="0"/>
                  </a:lnTo>
                  <a:lnTo>
                    <a:pt x="18288" y="264128"/>
                  </a:lnTo>
                  <a:close/>
                </a:path>
              </a:pathLst>
            </a:custGeom>
            <a:solidFill>
              <a:srgbClr val="E5202E"/>
            </a:solidFill>
            <a:ln w="0" cap="flat">
              <a:noFill/>
              <a:prstDash val="solid"/>
              <a:miter/>
            </a:ln>
          </p:spPr>
          <p:txBody>
            <a:bodyPr rtlCol="0" anchor="ctr"/>
            <a:lstStyle/>
            <a:p>
              <a:endParaRPr lang="en-NL"/>
            </a:p>
          </p:txBody>
        </p:sp>
        <p:sp>
          <p:nvSpPr>
            <p:cNvPr id="13" name="Freeform 12">
              <a:extLst>
                <a:ext uri="{FF2B5EF4-FFF2-40B4-BE49-F238E27FC236}">
                  <a16:creationId xmlns:a16="http://schemas.microsoft.com/office/drawing/2014/main" id="{0E0460FD-5B5E-9834-F4D7-2492BF2016AB}"/>
                </a:ext>
              </a:extLst>
            </p:cNvPr>
            <p:cNvSpPr/>
            <p:nvPr/>
          </p:nvSpPr>
          <p:spPr>
            <a:xfrm>
              <a:off x="9848563" y="4369879"/>
              <a:ext cx="238696" cy="238696"/>
            </a:xfrm>
            <a:custGeom>
              <a:avLst/>
              <a:gdLst>
                <a:gd name="connsiteX0" fmla="*/ 119348 w 238696"/>
                <a:gd name="connsiteY0" fmla="*/ 238697 h 238696"/>
                <a:gd name="connsiteX1" fmla="*/ 0 w 238696"/>
                <a:gd name="connsiteY1" fmla="*/ 119348 h 238696"/>
                <a:gd name="connsiteX2" fmla="*/ 119348 w 238696"/>
                <a:gd name="connsiteY2" fmla="*/ 0 h 238696"/>
                <a:gd name="connsiteX3" fmla="*/ 238696 w 238696"/>
                <a:gd name="connsiteY3" fmla="*/ 119348 h 238696"/>
                <a:gd name="connsiteX4" fmla="*/ 119348 w 238696"/>
                <a:gd name="connsiteY4" fmla="*/ 238697 h 238696"/>
                <a:gd name="connsiteX5" fmla="*/ 119348 w 238696"/>
                <a:gd name="connsiteY5" fmla="*/ 18955 h 238696"/>
                <a:gd name="connsiteX6" fmla="*/ 19050 w 238696"/>
                <a:gd name="connsiteY6" fmla="*/ 119253 h 238696"/>
                <a:gd name="connsiteX7" fmla="*/ 119348 w 238696"/>
                <a:gd name="connsiteY7" fmla="*/ 219551 h 238696"/>
                <a:gd name="connsiteX8" fmla="*/ 219646 w 238696"/>
                <a:gd name="connsiteY8" fmla="*/ 119253 h 238696"/>
                <a:gd name="connsiteX9" fmla="*/ 119348 w 238696"/>
                <a:gd name="connsiteY9" fmla="*/ 18955 h 23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696" h="238696">
                  <a:moveTo>
                    <a:pt x="119348" y="238697"/>
                  </a:moveTo>
                  <a:cubicBezTo>
                    <a:pt x="53530" y="238697"/>
                    <a:pt x="0" y="185166"/>
                    <a:pt x="0" y="119348"/>
                  </a:cubicBezTo>
                  <a:cubicBezTo>
                    <a:pt x="0" y="53530"/>
                    <a:pt x="53530" y="0"/>
                    <a:pt x="119348" y="0"/>
                  </a:cubicBezTo>
                  <a:cubicBezTo>
                    <a:pt x="185166" y="0"/>
                    <a:pt x="238696" y="53530"/>
                    <a:pt x="238696" y="119348"/>
                  </a:cubicBezTo>
                  <a:cubicBezTo>
                    <a:pt x="238696" y="185166"/>
                    <a:pt x="185166" y="238697"/>
                    <a:pt x="119348" y="238697"/>
                  </a:cubicBezTo>
                  <a:close/>
                  <a:moveTo>
                    <a:pt x="119348" y="18955"/>
                  </a:moveTo>
                  <a:cubicBezTo>
                    <a:pt x="64008" y="18955"/>
                    <a:pt x="19050" y="63913"/>
                    <a:pt x="19050" y="119253"/>
                  </a:cubicBezTo>
                  <a:cubicBezTo>
                    <a:pt x="19050" y="174593"/>
                    <a:pt x="64008" y="219551"/>
                    <a:pt x="119348" y="219551"/>
                  </a:cubicBezTo>
                  <a:cubicBezTo>
                    <a:pt x="174689" y="219551"/>
                    <a:pt x="219646" y="174593"/>
                    <a:pt x="219646" y="119253"/>
                  </a:cubicBezTo>
                  <a:cubicBezTo>
                    <a:pt x="219646" y="63913"/>
                    <a:pt x="174689" y="18955"/>
                    <a:pt x="119348" y="18955"/>
                  </a:cubicBezTo>
                  <a:close/>
                </a:path>
              </a:pathLst>
            </a:custGeom>
            <a:solidFill>
              <a:schemeClr val="bg1"/>
            </a:solidFill>
            <a:ln w="0" cap="flat">
              <a:noFill/>
              <a:prstDash val="solid"/>
              <a:miter/>
            </a:ln>
          </p:spPr>
          <p:txBody>
            <a:bodyPr rtlCol="0" anchor="ctr"/>
            <a:lstStyle/>
            <a:p>
              <a:endParaRPr lang="en-NL"/>
            </a:p>
          </p:txBody>
        </p:sp>
        <p:sp>
          <p:nvSpPr>
            <p:cNvPr id="14" name="Freeform 13">
              <a:extLst>
                <a:ext uri="{FF2B5EF4-FFF2-40B4-BE49-F238E27FC236}">
                  <a16:creationId xmlns:a16="http://schemas.microsoft.com/office/drawing/2014/main" id="{D4FF663A-6C7E-1603-C211-DA06469A2C27}"/>
                </a:ext>
              </a:extLst>
            </p:cNvPr>
            <p:cNvSpPr/>
            <p:nvPr/>
          </p:nvSpPr>
          <p:spPr>
            <a:xfrm>
              <a:off x="9820465" y="4998148"/>
              <a:ext cx="295275" cy="21621"/>
            </a:xfrm>
            <a:custGeom>
              <a:avLst/>
              <a:gdLst>
                <a:gd name="connsiteX0" fmla="*/ 0 w 295275"/>
                <a:gd name="connsiteY0" fmla="*/ 0 h 21621"/>
                <a:gd name="connsiteX1" fmla="*/ 295275 w 295275"/>
                <a:gd name="connsiteY1" fmla="*/ 0 h 21621"/>
                <a:gd name="connsiteX2" fmla="*/ 295275 w 295275"/>
                <a:gd name="connsiteY2" fmla="*/ 21622 h 21621"/>
                <a:gd name="connsiteX3" fmla="*/ 0 w 295275"/>
                <a:gd name="connsiteY3" fmla="*/ 21622 h 21621"/>
              </a:gdLst>
              <a:ahLst/>
              <a:cxnLst>
                <a:cxn ang="0">
                  <a:pos x="connsiteX0" y="connsiteY0"/>
                </a:cxn>
                <a:cxn ang="0">
                  <a:pos x="connsiteX1" y="connsiteY1"/>
                </a:cxn>
                <a:cxn ang="0">
                  <a:pos x="connsiteX2" y="connsiteY2"/>
                </a:cxn>
                <a:cxn ang="0">
                  <a:pos x="connsiteX3" y="connsiteY3"/>
                </a:cxn>
              </a:cxnLst>
              <a:rect l="l" t="t" r="r" b="b"/>
              <a:pathLst>
                <a:path w="295275" h="21621">
                  <a:moveTo>
                    <a:pt x="0" y="0"/>
                  </a:moveTo>
                  <a:lnTo>
                    <a:pt x="295275" y="0"/>
                  </a:lnTo>
                  <a:lnTo>
                    <a:pt x="295275" y="21622"/>
                  </a:lnTo>
                  <a:lnTo>
                    <a:pt x="0" y="21622"/>
                  </a:lnTo>
                  <a:close/>
                </a:path>
              </a:pathLst>
            </a:custGeom>
            <a:solidFill>
              <a:srgbClr val="007AC3"/>
            </a:solidFill>
            <a:ln w="0" cap="flat">
              <a:noFill/>
              <a:prstDash val="solid"/>
              <a:miter/>
            </a:ln>
          </p:spPr>
          <p:txBody>
            <a:bodyPr rtlCol="0" anchor="ctr"/>
            <a:lstStyle/>
            <a:p>
              <a:endParaRPr lang="en-NL"/>
            </a:p>
          </p:txBody>
        </p:sp>
      </p:grpSp>
      <p:sp>
        <p:nvSpPr>
          <p:cNvPr id="19" name="Title 1">
            <a:extLst>
              <a:ext uri="{FF2B5EF4-FFF2-40B4-BE49-F238E27FC236}">
                <a16:creationId xmlns:a16="http://schemas.microsoft.com/office/drawing/2014/main" id="{BF125D25-54F9-BAB5-AAD1-36D65CF34DC4}"/>
              </a:ext>
            </a:extLst>
          </p:cNvPr>
          <p:cNvSpPr>
            <a:spLocks noGrp="1"/>
          </p:cNvSpPr>
          <p:nvPr>
            <p:ph type="title"/>
          </p:nvPr>
        </p:nvSpPr>
        <p:spPr>
          <a:xfrm>
            <a:off x="242969" y="519957"/>
            <a:ext cx="7716032" cy="933935"/>
          </a:xfrm>
          <a:prstGeom prst="rect">
            <a:avLst/>
          </a:prstGeom>
        </p:spPr>
        <p:txBody>
          <a:bodyPr/>
          <a:lstStyle>
            <a:lvl1pPr>
              <a:defRPr sz="3600">
                <a:solidFill>
                  <a:schemeClr val="bg1"/>
                </a:solidFill>
              </a:defRPr>
            </a:lvl1pPr>
          </a:lstStyle>
          <a:p>
            <a:r>
              <a:rPr lang="en-US"/>
              <a:t>Click to edit Master title style</a:t>
            </a:r>
            <a:endParaRPr lang="en-US" dirty="0"/>
          </a:p>
        </p:txBody>
      </p:sp>
      <p:sp>
        <p:nvSpPr>
          <p:cNvPr id="20" name="Content Placeholder 4">
            <a:extLst>
              <a:ext uri="{FF2B5EF4-FFF2-40B4-BE49-F238E27FC236}">
                <a16:creationId xmlns:a16="http://schemas.microsoft.com/office/drawing/2014/main" id="{7A632C23-4729-F59B-2E02-63AE18408413}"/>
              </a:ext>
            </a:extLst>
          </p:cNvPr>
          <p:cNvSpPr>
            <a:spLocks noGrp="1"/>
          </p:cNvSpPr>
          <p:nvPr>
            <p:ph sz="quarter" idx="19"/>
          </p:nvPr>
        </p:nvSpPr>
        <p:spPr>
          <a:xfrm>
            <a:off x="209835" y="1451739"/>
            <a:ext cx="7749165" cy="4749036"/>
          </a:xfrm>
        </p:spPr>
        <p:txBody>
          <a:bodyPr/>
          <a:lstStyle>
            <a:lvl1pPr marL="334390" indent="-293751">
              <a:spcBef>
                <a:spcPts val="1080"/>
              </a:spcBef>
              <a:defRPr sz="2000">
                <a:solidFill>
                  <a:schemeClr val="bg1"/>
                </a:solidFill>
              </a:defRPr>
            </a:lvl1pPr>
            <a:lvl2pPr marL="648460" indent="-293751">
              <a:spcBef>
                <a:spcPts val="1080"/>
              </a:spcBef>
              <a:defRPr sz="2000">
                <a:solidFill>
                  <a:schemeClr val="bg1"/>
                </a:solidFill>
              </a:defRPr>
            </a:lvl2pPr>
            <a:lvl3pPr marL="954403" indent="-293751">
              <a:spcBef>
                <a:spcPts val="1080"/>
              </a:spcBef>
              <a:defRPr sz="2000">
                <a:solidFill>
                  <a:schemeClr val="bg1"/>
                </a:solidFill>
              </a:defRPr>
            </a:lvl3pPr>
            <a:lvl4pPr marL="1248154" indent="-293751">
              <a:spcBef>
                <a:spcPts val="1080"/>
              </a:spcBef>
              <a:defRPr sz="2000">
                <a:solidFill>
                  <a:schemeClr val="bg1"/>
                </a:solidFill>
              </a:defRPr>
            </a:lvl4pPr>
            <a:lvl5pPr marL="1544400" indent="-295200">
              <a:spcBef>
                <a:spcPts val="1080"/>
              </a:spcBef>
              <a:defRPr sz="2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jdelijke aanduiding voor voettekst 2">
            <a:extLst>
              <a:ext uri="{FF2B5EF4-FFF2-40B4-BE49-F238E27FC236}">
                <a16:creationId xmlns:a16="http://schemas.microsoft.com/office/drawing/2014/main" id="{3B6E73A7-457C-0B12-7AAF-5430AD60C173}"/>
              </a:ext>
            </a:extLst>
          </p:cNvPr>
          <p:cNvSpPr>
            <a:spLocks noGrp="1"/>
          </p:cNvSpPr>
          <p:nvPr>
            <p:ph type="ftr" sz="quarter" idx="18"/>
          </p:nvPr>
        </p:nvSpPr>
        <p:spPr>
          <a:xfrm>
            <a:off x="4233001" y="6297376"/>
            <a:ext cx="7623000" cy="365125"/>
          </a:xfrm>
        </p:spPr>
        <p:txBody>
          <a:bodyPr/>
          <a:lstStyle>
            <a:lvl1pPr>
              <a:defRPr>
                <a:solidFill>
                  <a:schemeClr val="bg1"/>
                </a:solidFill>
              </a:defRPr>
            </a:lvl1pPr>
          </a:lstStyle>
          <a:p>
            <a:r>
              <a:rPr lang="en-US" dirty="0"/>
              <a:t>#</a:t>
            </a:r>
            <a:r>
              <a:rPr lang="en-US" dirty="0" err="1"/>
              <a:t>CCHConnections</a:t>
            </a:r>
            <a:endParaRPr lang="en-US" dirty="0"/>
          </a:p>
        </p:txBody>
      </p:sp>
    </p:spTree>
    <p:extLst>
      <p:ext uri="{BB962C8B-B14F-4D97-AF65-F5344CB8AC3E}">
        <p14:creationId xmlns:p14="http://schemas.microsoft.com/office/powerpoint/2010/main" val="4071364805"/>
      </p:ext>
    </p:extLst>
  </p:cSld>
  <p:clrMapOvr>
    <a:masterClrMapping/>
  </p:clrMapOvr>
  <p:extLst>
    <p:ext uri="{DCECCB84-F9BA-43D5-87BE-67443E8EF086}">
      <p15:sldGuideLst xmlns:p15="http://schemas.microsoft.com/office/powerpoint/2012/main">
        <p15:guide id="1" pos="211">
          <p15:clr>
            <a:srgbClr val="FBAE40"/>
          </p15:clr>
        </p15:guide>
        <p15:guide id="3" pos="7469">
          <p15:clr>
            <a:srgbClr val="FBAE40"/>
          </p15:clr>
        </p15:guide>
        <p15:guide id="6" orient="horz" pos="210">
          <p15:clr>
            <a:srgbClr val="FBAE40"/>
          </p15:clr>
        </p15:guide>
        <p15:guide id="7" orient="horz" pos="414" userDrawn="1">
          <p15:clr>
            <a:srgbClr val="FBAE40"/>
          </p15:clr>
        </p15:guide>
        <p15:guide id="8" orient="horz" pos="4110" userDrawn="1">
          <p15:clr>
            <a:srgbClr val="FBAE40"/>
          </p15:clr>
        </p15:guide>
        <p15:guide id="9" orient="horz" pos="3906" userDrawn="1">
          <p15:clr>
            <a:srgbClr val="FBAE40"/>
          </p15:clr>
        </p15:guide>
        <p15:guide id="10" orient="horz" pos="91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age Breaker 2">
    <p:bg>
      <p:bgPr>
        <a:solidFill>
          <a:schemeClr val="bg2"/>
        </a:solidFill>
        <a:effectLst/>
      </p:bgPr>
    </p:bg>
    <p:spTree>
      <p:nvGrpSpPr>
        <p:cNvPr id="1" name=""/>
        <p:cNvGrpSpPr/>
        <p:nvPr/>
      </p:nvGrpSpPr>
      <p:grpSpPr>
        <a:xfrm>
          <a:off x="0" y="0"/>
          <a:ext cx="0" cy="0"/>
          <a:chOff x="0" y="0"/>
          <a:chExt cx="0" cy="0"/>
        </a:xfrm>
      </p:grpSpPr>
      <p:cxnSp>
        <p:nvCxnSpPr>
          <p:cNvPr id="64" name="Rechte verbindingslijn 8">
            <a:extLst>
              <a:ext uri="{FF2B5EF4-FFF2-40B4-BE49-F238E27FC236}">
                <a16:creationId xmlns:a16="http://schemas.microsoft.com/office/drawing/2014/main" id="{9C726D82-8673-FBE9-42DF-20791EBDC9C5}"/>
              </a:ext>
            </a:extLst>
          </p:cNvPr>
          <p:cNvCxnSpPr>
            <a:cxnSpLocks/>
          </p:cNvCxnSpPr>
          <p:nvPr userDrawn="1"/>
        </p:nvCxnSpPr>
        <p:spPr>
          <a:xfrm flipH="1">
            <a:off x="8131038" y="354338"/>
            <a:ext cx="3726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Rechte verbindingslijn 8">
            <a:extLst>
              <a:ext uri="{FF2B5EF4-FFF2-40B4-BE49-F238E27FC236}">
                <a16:creationId xmlns:a16="http://schemas.microsoft.com/office/drawing/2014/main" id="{6C6CED79-3851-DD35-551D-C5DC1F602047}"/>
              </a:ext>
            </a:extLst>
          </p:cNvPr>
          <p:cNvCxnSpPr>
            <a:cxnSpLocks/>
          </p:cNvCxnSpPr>
          <p:nvPr userDrawn="1"/>
        </p:nvCxnSpPr>
        <p:spPr>
          <a:xfrm flipH="1">
            <a:off x="336000" y="354338"/>
            <a:ext cx="7623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2" name="Graphic 4">
            <a:extLst>
              <a:ext uri="{FF2B5EF4-FFF2-40B4-BE49-F238E27FC236}">
                <a16:creationId xmlns:a16="http://schemas.microsoft.com/office/drawing/2014/main" id="{7CB80173-6B89-2D95-3E86-2C60090637B0}"/>
              </a:ext>
            </a:extLst>
          </p:cNvPr>
          <p:cNvGrpSpPr>
            <a:grpSpLocks noChangeAspect="1"/>
          </p:cNvGrpSpPr>
          <p:nvPr userDrawn="1"/>
        </p:nvGrpSpPr>
        <p:grpSpPr>
          <a:xfrm>
            <a:off x="8733924" y="703607"/>
            <a:ext cx="2520228" cy="2520000"/>
            <a:chOff x="9434512" y="4160044"/>
            <a:chExt cx="1066800" cy="1066704"/>
          </a:xfrm>
        </p:grpSpPr>
        <p:grpSp>
          <p:nvGrpSpPr>
            <p:cNvPr id="3" name="Graphic 4">
              <a:extLst>
                <a:ext uri="{FF2B5EF4-FFF2-40B4-BE49-F238E27FC236}">
                  <a16:creationId xmlns:a16="http://schemas.microsoft.com/office/drawing/2014/main" id="{26DE93DF-5D7E-4CF9-7244-80B34421536F}"/>
                </a:ext>
              </a:extLst>
            </p:cNvPr>
            <p:cNvGrpSpPr/>
            <p:nvPr/>
          </p:nvGrpSpPr>
          <p:grpSpPr>
            <a:xfrm>
              <a:off x="9434512" y="4160044"/>
              <a:ext cx="1066800" cy="1066704"/>
              <a:chOff x="9434512" y="4160044"/>
              <a:chExt cx="1066800" cy="1066704"/>
            </a:xfrm>
          </p:grpSpPr>
          <p:sp>
            <p:nvSpPr>
              <p:cNvPr id="21" name="Freeform 20">
                <a:extLst>
                  <a:ext uri="{FF2B5EF4-FFF2-40B4-BE49-F238E27FC236}">
                    <a16:creationId xmlns:a16="http://schemas.microsoft.com/office/drawing/2014/main" id="{06403379-2038-B8D4-C1F3-D83122C72B27}"/>
                  </a:ext>
                </a:extLst>
              </p:cNvPr>
              <p:cNvSpPr/>
              <p:nvPr/>
            </p:nvSpPr>
            <p:spPr>
              <a:xfrm>
                <a:off x="10351102" y="4336923"/>
                <a:ext cx="150209" cy="712755"/>
              </a:xfrm>
              <a:custGeom>
                <a:avLst/>
                <a:gdLst>
                  <a:gd name="connsiteX0" fmla="*/ 13621 w 150209"/>
                  <a:gd name="connsiteY0" fmla="*/ 95 h 712755"/>
                  <a:gd name="connsiteX1" fmla="*/ 0 w 150209"/>
                  <a:gd name="connsiteY1" fmla="*/ 13716 h 712755"/>
                  <a:gd name="connsiteX2" fmla="*/ 131254 w 150209"/>
                  <a:gd name="connsiteY2" fmla="*/ 356426 h 712755"/>
                  <a:gd name="connsiteX3" fmla="*/ 0 w 150209"/>
                  <a:gd name="connsiteY3" fmla="*/ 699135 h 712755"/>
                  <a:gd name="connsiteX4" fmla="*/ 13621 w 150209"/>
                  <a:gd name="connsiteY4" fmla="*/ 712756 h 712755"/>
                  <a:gd name="connsiteX5" fmla="*/ 150209 w 150209"/>
                  <a:gd name="connsiteY5" fmla="*/ 356426 h 712755"/>
                  <a:gd name="connsiteX6" fmla="*/ 13621 w 150209"/>
                  <a:gd name="connsiteY6" fmla="*/ 0 h 712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209" h="712755">
                    <a:moveTo>
                      <a:pt x="13621" y="95"/>
                    </a:moveTo>
                    <a:lnTo>
                      <a:pt x="0" y="13716"/>
                    </a:lnTo>
                    <a:cubicBezTo>
                      <a:pt x="81534" y="104775"/>
                      <a:pt x="131254" y="224885"/>
                      <a:pt x="131254" y="356426"/>
                    </a:cubicBezTo>
                    <a:cubicBezTo>
                      <a:pt x="131254" y="487966"/>
                      <a:pt x="81534" y="608076"/>
                      <a:pt x="0" y="699135"/>
                    </a:cubicBezTo>
                    <a:lnTo>
                      <a:pt x="13621" y="712756"/>
                    </a:lnTo>
                    <a:cubicBezTo>
                      <a:pt x="98488" y="618268"/>
                      <a:pt x="150209" y="493395"/>
                      <a:pt x="150209" y="356426"/>
                    </a:cubicBezTo>
                    <a:cubicBezTo>
                      <a:pt x="150209" y="219456"/>
                      <a:pt x="98488" y="94488"/>
                      <a:pt x="13621" y="0"/>
                    </a:cubicBezTo>
                    <a:close/>
                  </a:path>
                </a:pathLst>
              </a:custGeom>
              <a:solidFill>
                <a:srgbClr val="85BC20"/>
              </a:solidFill>
              <a:ln w="0" cap="flat">
                <a:noFill/>
                <a:prstDash val="solid"/>
                <a:miter/>
              </a:ln>
            </p:spPr>
            <p:txBody>
              <a:bodyPr rtlCol="0" anchor="ctr"/>
              <a:lstStyle/>
              <a:p>
                <a:endParaRPr lang="en-NL"/>
              </a:p>
            </p:txBody>
          </p:sp>
          <p:sp>
            <p:nvSpPr>
              <p:cNvPr id="22" name="Freeform 21">
                <a:extLst>
                  <a:ext uri="{FF2B5EF4-FFF2-40B4-BE49-F238E27FC236}">
                    <a16:creationId xmlns:a16="http://schemas.microsoft.com/office/drawing/2014/main" id="{709C0394-BADD-1534-4474-4214505A7DF7}"/>
                  </a:ext>
                </a:extLst>
              </p:cNvPr>
              <p:cNvSpPr/>
              <p:nvPr/>
            </p:nvSpPr>
            <p:spPr>
              <a:xfrm>
                <a:off x="9611581" y="5076539"/>
                <a:ext cx="712755" cy="150209"/>
              </a:xfrm>
              <a:custGeom>
                <a:avLst/>
                <a:gdLst>
                  <a:gd name="connsiteX0" fmla="*/ 699040 w 712755"/>
                  <a:gd name="connsiteY0" fmla="*/ 0 h 150209"/>
                  <a:gd name="connsiteX1" fmla="*/ 356330 w 712755"/>
                  <a:gd name="connsiteY1" fmla="*/ 131254 h 150209"/>
                  <a:gd name="connsiteX2" fmla="*/ 13621 w 712755"/>
                  <a:gd name="connsiteY2" fmla="*/ 0 h 150209"/>
                  <a:gd name="connsiteX3" fmla="*/ 0 w 712755"/>
                  <a:gd name="connsiteY3" fmla="*/ 13621 h 150209"/>
                  <a:gd name="connsiteX4" fmla="*/ 356330 w 712755"/>
                  <a:gd name="connsiteY4" fmla="*/ 150209 h 150209"/>
                  <a:gd name="connsiteX5" fmla="*/ 712756 w 712755"/>
                  <a:gd name="connsiteY5" fmla="*/ 13621 h 150209"/>
                  <a:gd name="connsiteX6" fmla="*/ 699135 w 712755"/>
                  <a:gd name="connsiteY6" fmla="*/ 0 h 150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2755" h="150209">
                    <a:moveTo>
                      <a:pt x="699040" y="0"/>
                    </a:moveTo>
                    <a:cubicBezTo>
                      <a:pt x="607981" y="81534"/>
                      <a:pt x="487870" y="131254"/>
                      <a:pt x="356330" y="131254"/>
                    </a:cubicBezTo>
                    <a:cubicBezTo>
                      <a:pt x="224790" y="131254"/>
                      <a:pt x="104680" y="81534"/>
                      <a:pt x="13621" y="0"/>
                    </a:cubicBezTo>
                    <a:lnTo>
                      <a:pt x="0" y="13621"/>
                    </a:lnTo>
                    <a:cubicBezTo>
                      <a:pt x="94488" y="98488"/>
                      <a:pt x="219361" y="150209"/>
                      <a:pt x="356330" y="150209"/>
                    </a:cubicBezTo>
                    <a:cubicBezTo>
                      <a:pt x="493300" y="150209"/>
                      <a:pt x="618268" y="98488"/>
                      <a:pt x="712756" y="13621"/>
                    </a:cubicBezTo>
                    <a:lnTo>
                      <a:pt x="699135" y="0"/>
                    </a:lnTo>
                    <a:close/>
                  </a:path>
                </a:pathLst>
              </a:custGeom>
              <a:solidFill>
                <a:schemeClr val="tx1"/>
              </a:solidFill>
              <a:ln w="0" cap="flat">
                <a:noFill/>
                <a:prstDash val="solid"/>
                <a:miter/>
              </a:ln>
            </p:spPr>
            <p:txBody>
              <a:bodyPr rtlCol="0" anchor="ctr"/>
              <a:lstStyle/>
              <a:p>
                <a:endParaRPr lang="en-NL"/>
              </a:p>
            </p:txBody>
          </p:sp>
          <p:sp>
            <p:nvSpPr>
              <p:cNvPr id="23" name="Freeform 22">
                <a:extLst>
                  <a:ext uri="{FF2B5EF4-FFF2-40B4-BE49-F238E27FC236}">
                    <a16:creationId xmlns:a16="http://schemas.microsoft.com/office/drawing/2014/main" id="{3EC53F09-AA88-6232-B71A-90FF1C71B6FA}"/>
                  </a:ext>
                </a:extLst>
              </p:cNvPr>
              <p:cNvSpPr/>
              <p:nvPr/>
            </p:nvSpPr>
            <p:spPr>
              <a:xfrm>
                <a:off x="9611486" y="4160044"/>
                <a:ext cx="712755" cy="150304"/>
              </a:xfrm>
              <a:custGeom>
                <a:avLst/>
                <a:gdLst>
                  <a:gd name="connsiteX0" fmla="*/ 13716 w 712755"/>
                  <a:gd name="connsiteY0" fmla="*/ 150305 h 150304"/>
                  <a:gd name="connsiteX1" fmla="*/ 356426 w 712755"/>
                  <a:gd name="connsiteY1" fmla="*/ 19050 h 150304"/>
                  <a:gd name="connsiteX2" fmla="*/ 699135 w 712755"/>
                  <a:gd name="connsiteY2" fmla="*/ 150305 h 150304"/>
                  <a:gd name="connsiteX3" fmla="*/ 712756 w 712755"/>
                  <a:gd name="connsiteY3" fmla="*/ 136684 h 150304"/>
                  <a:gd name="connsiteX4" fmla="*/ 356426 w 712755"/>
                  <a:gd name="connsiteY4" fmla="*/ 0 h 150304"/>
                  <a:gd name="connsiteX5" fmla="*/ 0 w 712755"/>
                  <a:gd name="connsiteY5" fmla="*/ 136589 h 150304"/>
                  <a:gd name="connsiteX6" fmla="*/ 13716 w 712755"/>
                  <a:gd name="connsiteY6" fmla="*/ 150305 h 1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2755" h="150304">
                    <a:moveTo>
                      <a:pt x="13716" y="150305"/>
                    </a:moveTo>
                    <a:cubicBezTo>
                      <a:pt x="104775" y="68771"/>
                      <a:pt x="224885" y="19050"/>
                      <a:pt x="356426" y="19050"/>
                    </a:cubicBezTo>
                    <a:cubicBezTo>
                      <a:pt x="487966" y="19050"/>
                      <a:pt x="608076" y="68771"/>
                      <a:pt x="699135" y="150305"/>
                    </a:cubicBezTo>
                    <a:lnTo>
                      <a:pt x="712756" y="136684"/>
                    </a:lnTo>
                    <a:cubicBezTo>
                      <a:pt x="618363" y="51721"/>
                      <a:pt x="493395" y="0"/>
                      <a:pt x="356426" y="0"/>
                    </a:cubicBezTo>
                    <a:cubicBezTo>
                      <a:pt x="219456" y="0"/>
                      <a:pt x="94488" y="51721"/>
                      <a:pt x="0" y="136589"/>
                    </a:cubicBezTo>
                    <a:lnTo>
                      <a:pt x="13716" y="150305"/>
                    </a:lnTo>
                    <a:close/>
                  </a:path>
                </a:pathLst>
              </a:custGeom>
              <a:solidFill>
                <a:srgbClr val="E5202E"/>
              </a:solidFill>
              <a:ln w="0" cap="flat">
                <a:noFill/>
                <a:prstDash val="solid"/>
                <a:miter/>
              </a:ln>
            </p:spPr>
            <p:txBody>
              <a:bodyPr rtlCol="0" anchor="ctr"/>
              <a:lstStyle/>
              <a:p>
                <a:endParaRPr lang="en-NL"/>
              </a:p>
            </p:txBody>
          </p:sp>
          <p:sp>
            <p:nvSpPr>
              <p:cNvPr id="24" name="Freeform 23">
                <a:extLst>
                  <a:ext uri="{FF2B5EF4-FFF2-40B4-BE49-F238E27FC236}">
                    <a16:creationId xmlns:a16="http://schemas.microsoft.com/office/drawing/2014/main" id="{0826462F-0673-47B7-46E3-AFA3D5565321}"/>
                  </a:ext>
                </a:extLst>
              </p:cNvPr>
              <p:cNvSpPr/>
              <p:nvPr/>
            </p:nvSpPr>
            <p:spPr>
              <a:xfrm>
                <a:off x="9434512" y="4337113"/>
                <a:ext cx="150304" cy="712755"/>
              </a:xfrm>
              <a:custGeom>
                <a:avLst/>
                <a:gdLst>
                  <a:gd name="connsiteX0" fmla="*/ 150305 w 150304"/>
                  <a:gd name="connsiteY0" fmla="*/ 699040 h 712755"/>
                  <a:gd name="connsiteX1" fmla="*/ 19050 w 150304"/>
                  <a:gd name="connsiteY1" fmla="*/ 356330 h 712755"/>
                  <a:gd name="connsiteX2" fmla="*/ 150305 w 150304"/>
                  <a:gd name="connsiteY2" fmla="*/ 13621 h 712755"/>
                  <a:gd name="connsiteX3" fmla="*/ 136684 w 150304"/>
                  <a:gd name="connsiteY3" fmla="*/ 0 h 712755"/>
                  <a:gd name="connsiteX4" fmla="*/ 0 w 150304"/>
                  <a:gd name="connsiteY4" fmla="*/ 356330 h 712755"/>
                  <a:gd name="connsiteX5" fmla="*/ 136589 w 150304"/>
                  <a:gd name="connsiteY5" fmla="*/ 712756 h 712755"/>
                  <a:gd name="connsiteX6" fmla="*/ 150305 w 150304"/>
                  <a:gd name="connsiteY6" fmla="*/ 699135 h 712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304" h="712755">
                    <a:moveTo>
                      <a:pt x="150305" y="699040"/>
                    </a:moveTo>
                    <a:cubicBezTo>
                      <a:pt x="68771" y="607981"/>
                      <a:pt x="19050" y="487870"/>
                      <a:pt x="19050" y="356330"/>
                    </a:cubicBezTo>
                    <a:cubicBezTo>
                      <a:pt x="19050" y="224790"/>
                      <a:pt x="68771" y="104680"/>
                      <a:pt x="150305" y="13621"/>
                    </a:cubicBezTo>
                    <a:lnTo>
                      <a:pt x="136684" y="0"/>
                    </a:lnTo>
                    <a:cubicBezTo>
                      <a:pt x="51721" y="94393"/>
                      <a:pt x="0" y="219361"/>
                      <a:pt x="0" y="356330"/>
                    </a:cubicBezTo>
                    <a:cubicBezTo>
                      <a:pt x="0" y="493300"/>
                      <a:pt x="51721" y="618268"/>
                      <a:pt x="136589" y="712756"/>
                    </a:cubicBezTo>
                    <a:lnTo>
                      <a:pt x="150305" y="699135"/>
                    </a:lnTo>
                    <a:close/>
                  </a:path>
                </a:pathLst>
              </a:custGeom>
              <a:solidFill>
                <a:srgbClr val="007AC3"/>
              </a:solidFill>
              <a:ln w="0" cap="flat">
                <a:noFill/>
                <a:prstDash val="solid"/>
                <a:miter/>
              </a:ln>
            </p:spPr>
            <p:txBody>
              <a:bodyPr rtlCol="0" anchor="ctr"/>
              <a:lstStyle/>
              <a:p>
                <a:endParaRPr lang="en-NL"/>
              </a:p>
            </p:txBody>
          </p:sp>
        </p:grpSp>
        <p:sp>
          <p:nvSpPr>
            <p:cNvPr id="4" name="Freeform 3">
              <a:extLst>
                <a:ext uri="{FF2B5EF4-FFF2-40B4-BE49-F238E27FC236}">
                  <a16:creationId xmlns:a16="http://schemas.microsoft.com/office/drawing/2014/main" id="{A3C9DCB2-4AA8-AC92-59E2-755525711FEF}"/>
                </a:ext>
              </a:extLst>
            </p:cNvPr>
            <p:cNvSpPr/>
            <p:nvPr/>
          </p:nvSpPr>
          <p:spPr>
            <a:xfrm>
              <a:off x="9819226" y="4658487"/>
              <a:ext cx="220598" cy="318230"/>
            </a:xfrm>
            <a:custGeom>
              <a:avLst/>
              <a:gdLst>
                <a:gd name="connsiteX0" fmla="*/ 220599 w 220598"/>
                <a:gd name="connsiteY0" fmla="*/ 318230 h 318230"/>
                <a:gd name="connsiteX1" fmla="*/ 201549 w 220598"/>
                <a:gd name="connsiteY1" fmla="*/ 318230 h 318230"/>
                <a:gd name="connsiteX2" fmla="*/ 201549 w 220598"/>
                <a:gd name="connsiteY2" fmla="*/ 21717 h 318230"/>
                <a:gd name="connsiteX3" fmla="*/ 2477 w 220598"/>
                <a:gd name="connsiteY3" fmla="*/ 48101 h 318230"/>
                <a:gd name="connsiteX4" fmla="*/ 0 w 220598"/>
                <a:gd name="connsiteY4" fmla="*/ 29242 h 318230"/>
                <a:gd name="connsiteX5" fmla="*/ 220599 w 220598"/>
                <a:gd name="connsiteY5" fmla="*/ 0 h 318230"/>
                <a:gd name="connsiteX6" fmla="*/ 220599 w 220598"/>
                <a:gd name="connsiteY6" fmla="*/ 318230 h 318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598" h="318230">
                  <a:moveTo>
                    <a:pt x="220599" y="318230"/>
                  </a:moveTo>
                  <a:lnTo>
                    <a:pt x="201549" y="318230"/>
                  </a:lnTo>
                  <a:lnTo>
                    <a:pt x="201549" y="21717"/>
                  </a:lnTo>
                  <a:lnTo>
                    <a:pt x="2477" y="48101"/>
                  </a:lnTo>
                  <a:lnTo>
                    <a:pt x="0" y="29242"/>
                  </a:lnTo>
                  <a:lnTo>
                    <a:pt x="220599" y="0"/>
                  </a:lnTo>
                  <a:lnTo>
                    <a:pt x="220599" y="318230"/>
                  </a:lnTo>
                  <a:close/>
                </a:path>
              </a:pathLst>
            </a:custGeom>
            <a:solidFill>
              <a:srgbClr val="85BC20"/>
            </a:solidFill>
            <a:ln w="0" cap="flat">
              <a:noFill/>
              <a:prstDash val="solid"/>
              <a:miter/>
            </a:ln>
          </p:spPr>
          <p:txBody>
            <a:bodyPr rtlCol="0" anchor="ctr"/>
            <a:lstStyle/>
            <a:p>
              <a:endParaRPr lang="en-NL"/>
            </a:p>
          </p:txBody>
        </p:sp>
        <p:sp>
          <p:nvSpPr>
            <p:cNvPr id="8" name="Freeform 7">
              <a:extLst>
                <a:ext uri="{FF2B5EF4-FFF2-40B4-BE49-F238E27FC236}">
                  <a16:creationId xmlns:a16="http://schemas.microsoft.com/office/drawing/2014/main" id="{4238AB32-CF51-B5D0-B934-CEE356BFD689}"/>
                </a:ext>
              </a:extLst>
            </p:cNvPr>
            <p:cNvSpPr/>
            <p:nvPr/>
          </p:nvSpPr>
          <p:spPr>
            <a:xfrm>
              <a:off x="9913905" y="4712589"/>
              <a:ext cx="18287" cy="264128"/>
            </a:xfrm>
            <a:custGeom>
              <a:avLst/>
              <a:gdLst>
                <a:gd name="connsiteX0" fmla="*/ 18288 w 18287"/>
                <a:gd name="connsiteY0" fmla="*/ 264128 h 264128"/>
                <a:gd name="connsiteX1" fmla="*/ 0 w 18287"/>
                <a:gd name="connsiteY1" fmla="*/ 264128 h 264128"/>
                <a:gd name="connsiteX2" fmla="*/ 0 w 18287"/>
                <a:gd name="connsiteY2" fmla="*/ 2477 h 264128"/>
                <a:gd name="connsiteX3" fmla="*/ 18288 w 18287"/>
                <a:gd name="connsiteY3" fmla="*/ 0 h 264128"/>
                <a:gd name="connsiteX4" fmla="*/ 18288 w 18287"/>
                <a:gd name="connsiteY4" fmla="*/ 264128 h 264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264128">
                  <a:moveTo>
                    <a:pt x="18288" y="264128"/>
                  </a:moveTo>
                  <a:lnTo>
                    <a:pt x="0" y="264128"/>
                  </a:lnTo>
                  <a:lnTo>
                    <a:pt x="0" y="2477"/>
                  </a:lnTo>
                  <a:lnTo>
                    <a:pt x="18288" y="0"/>
                  </a:lnTo>
                  <a:lnTo>
                    <a:pt x="18288" y="264128"/>
                  </a:lnTo>
                  <a:close/>
                </a:path>
              </a:pathLst>
            </a:custGeom>
            <a:solidFill>
              <a:srgbClr val="E5202E"/>
            </a:solidFill>
            <a:ln w="0" cap="flat">
              <a:noFill/>
              <a:prstDash val="solid"/>
              <a:miter/>
            </a:ln>
          </p:spPr>
          <p:txBody>
            <a:bodyPr rtlCol="0" anchor="ctr"/>
            <a:lstStyle/>
            <a:p>
              <a:endParaRPr lang="en-NL"/>
            </a:p>
          </p:txBody>
        </p:sp>
        <p:sp>
          <p:nvSpPr>
            <p:cNvPr id="19" name="Freeform 18">
              <a:extLst>
                <a:ext uri="{FF2B5EF4-FFF2-40B4-BE49-F238E27FC236}">
                  <a16:creationId xmlns:a16="http://schemas.microsoft.com/office/drawing/2014/main" id="{C46B726F-AEED-449E-9336-B4D5866FB6F4}"/>
                </a:ext>
              </a:extLst>
            </p:cNvPr>
            <p:cNvSpPr/>
            <p:nvPr/>
          </p:nvSpPr>
          <p:spPr>
            <a:xfrm>
              <a:off x="9848563" y="4369879"/>
              <a:ext cx="238696" cy="238696"/>
            </a:xfrm>
            <a:custGeom>
              <a:avLst/>
              <a:gdLst>
                <a:gd name="connsiteX0" fmla="*/ 119348 w 238696"/>
                <a:gd name="connsiteY0" fmla="*/ 238697 h 238696"/>
                <a:gd name="connsiteX1" fmla="*/ 0 w 238696"/>
                <a:gd name="connsiteY1" fmla="*/ 119348 h 238696"/>
                <a:gd name="connsiteX2" fmla="*/ 119348 w 238696"/>
                <a:gd name="connsiteY2" fmla="*/ 0 h 238696"/>
                <a:gd name="connsiteX3" fmla="*/ 238696 w 238696"/>
                <a:gd name="connsiteY3" fmla="*/ 119348 h 238696"/>
                <a:gd name="connsiteX4" fmla="*/ 119348 w 238696"/>
                <a:gd name="connsiteY4" fmla="*/ 238697 h 238696"/>
                <a:gd name="connsiteX5" fmla="*/ 119348 w 238696"/>
                <a:gd name="connsiteY5" fmla="*/ 18955 h 238696"/>
                <a:gd name="connsiteX6" fmla="*/ 19050 w 238696"/>
                <a:gd name="connsiteY6" fmla="*/ 119253 h 238696"/>
                <a:gd name="connsiteX7" fmla="*/ 119348 w 238696"/>
                <a:gd name="connsiteY7" fmla="*/ 219551 h 238696"/>
                <a:gd name="connsiteX8" fmla="*/ 219646 w 238696"/>
                <a:gd name="connsiteY8" fmla="*/ 119253 h 238696"/>
                <a:gd name="connsiteX9" fmla="*/ 119348 w 238696"/>
                <a:gd name="connsiteY9" fmla="*/ 18955 h 23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696" h="238696">
                  <a:moveTo>
                    <a:pt x="119348" y="238697"/>
                  </a:moveTo>
                  <a:cubicBezTo>
                    <a:pt x="53530" y="238697"/>
                    <a:pt x="0" y="185166"/>
                    <a:pt x="0" y="119348"/>
                  </a:cubicBezTo>
                  <a:cubicBezTo>
                    <a:pt x="0" y="53530"/>
                    <a:pt x="53530" y="0"/>
                    <a:pt x="119348" y="0"/>
                  </a:cubicBezTo>
                  <a:cubicBezTo>
                    <a:pt x="185166" y="0"/>
                    <a:pt x="238696" y="53530"/>
                    <a:pt x="238696" y="119348"/>
                  </a:cubicBezTo>
                  <a:cubicBezTo>
                    <a:pt x="238696" y="185166"/>
                    <a:pt x="185166" y="238697"/>
                    <a:pt x="119348" y="238697"/>
                  </a:cubicBezTo>
                  <a:close/>
                  <a:moveTo>
                    <a:pt x="119348" y="18955"/>
                  </a:moveTo>
                  <a:cubicBezTo>
                    <a:pt x="64008" y="18955"/>
                    <a:pt x="19050" y="63913"/>
                    <a:pt x="19050" y="119253"/>
                  </a:cubicBezTo>
                  <a:cubicBezTo>
                    <a:pt x="19050" y="174593"/>
                    <a:pt x="64008" y="219551"/>
                    <a:pt x="119348" y="219551"/>
                  </a:cubicBezTo>
                  <a:cubicBezTo>
                    <a:pt x="174689" y="219551"/>
                    <a:pt x="219646" y="174593"/>
                    <a:pt x="219646" y="119253"/>
                  </a:cubicBezTo>
                  <a:cubicBezTo>
                    <a:pt x="219646" y="63913"/>
                    <a:pt x="174689" y="18955"/>
                    <a:pt x="119348" y="18955"/>
                  </a:cubicBezTo>
                  <a:close/>
                </a:path>
              </a:pathLst>
            </a:custGeom>
            <a:solidFill>
              <a:schemeClr val="tx1"/>
            </a:solidFill>
            <a:ln w="0" cap="flat">
              <a:noFill/>
              <a:prstDash val="solid"/>
              <a:miter/>
            </a:ln>
          </p:spPr>
          <p:txBody>
            <a:bodyPr rtlCol="0" anchor="ctr"/>
            <a:lstStyle/>
            <a:p>
              <a:endParaRPr lang="en-NL"/>
            </a:p>
          </p:txBody>
        </p:sp>
        <p:sp>
          <p:nvSpPr>
            <p:cNvPr id="20" name="Freeform 19">
              <a:extLst>
                <a:ext uri="{FF2B5EF4-FFF2-40B4-BE49-F238E27FC236}">
                  <a16:creationId xmlns:a16="http://schemas.microsoft.com/office/drawing/2014/main" id="{0BCC363B-BE71-3F67-6ADE-7E5A2106C07C}"/>
                </a:ext>
              </a:extLst>
            </p:cNvPr>
            <p:cNvSpPr/>
            <p:nvPr/>
          </p:nvSpPr>
          <p:spPr>
            <a:xfrm>
              <a:off x="9820465" y="4998148"/>
              <a:ext cx="295275" cy="21621"/>
            </a:xfrm>
            <a:custGeom>
              <a:avLst/>
              <a:gdLst>
                <a:gd name="connsiteX0" fmla="*/ 0 w 295275"/>
                <a:gd name="connsiteY0" fmla="*/ 0 h 21621"/>
                <a:gd name="connsiteX1" fmla="*/ 295275 w 295275"/>
                <a:gd name="connsiteY1" fmla="*/ 0 h 21621"/>
                <a:gd name="connsiteX2" fmla="*/ 295275 w 295275"/>
                <a:gd name="connsiteY2" fmla="*/ 21622 h 21621"/>
                <a:gd name="connsiteX3" fmla="*/ 0 w 295275"/>
                <a:gd name="connsiteY3" fmla="*/ 21622 h 21621"/>
              </a:gdLst>
              <a:ahLst/>
              <a:cxnLst>
                <a:cxn ang="0">
                  <a:pos x="connsiteX0" y="connsiteY0"/>
                </a:cxn>
                <a:cxn ang="0">
                  <a:pos x="connsiteX1" y="connsiteY1"/>
                </a:cxn>
                <a:cxn ang="0">
                  <a:pos x="connsiteX2" y="connsiteY2"/>
                </a:cxn>
                <a:cxn ang="0">
                  <a:pos x="connsiteX3" y="connsiteY3"/>
                </a:cxn>
              </a:cxnLst>
              <a:rect l="l" t="t" r="r" b="b"/>
              <a:pathLst>
                <a:path w="295275" h="21621">
                  <a:moveTo>
                    <a:pt x="0" y="0"/>
                  </a:moveTo>
                  <a:lnTo>
                    <a:pt x="295275" y="0"/>
                  </a:lnTo>
                  <a:lnTo>
                    <a:pt x="295275" y="21622"/>
                  </a:lnTo>
                  <a:lnTo>
                    <a:pt x="0" y="21622"/>
                  </a:lnTo>
                  <a:close/>
                </a:path>
              </a:pathLst>
            </a:custGeom>
            <a:solidFill>
              <a:srgbClr val="007AC3"/>
            </a:solidFill>
            <a:ln w="0" cap="flat">
              <a:noFill/>
              <a:prstDash val="solid"/>
              <a:miter/>
            </a:ln>
          </p:spPr>
          <p:txBody>
            <a:bodyPr rtlCol="0" anchor="ctr"/>
            <a:lstStyle/>
            <a:p>
              <a:endParaRPr lang="en-NL"/>
            </a:p>
          </p:txBody>
        </p:sp>
      </p:grpSp>
      <p:sp>
        <p:nvSpPr>
          <p:cNvPr id="25" name="Title 1">
            <a:extLst>
              <a:ext uri="{FF2B5EF4-FFF2-40B4-BE49-F238E27FC236}">
                <a16:creationId xmlns:a16="http://schemas.microsoft.com/office/drawing/2014/main" id="{1616F4D3-F72D-47CC-FC2B-1B61A440ABAA}"/>
              </a:ext>
            </a:extLst>
          </p:cNvPr>
          <p:cNvSpPr>
            <a:spLocks noGrp="1"/>
          </p:cNvSpPr>
          <p:nvPr>
            <p:ph type="title"/>
          </p:nvPr>
        </p:nvSpPr>
        <p:spPr>
          <a:xfrm>
            <a:off x="242969" y="519957"/>
            <a:ext cx="7716032" cy="933935"/>
          </a:xfrm>
          <a:prstGeom prst="rect">
            <a:avLst/>
          </a:prstGeom>
        </p:spPr>
        <p:txBody>
          <a:bodyPr/>
          <a:lstStyle>
            <a:lvl1pPr>
              <a:defRPr sz="3600">
                <a:solidFill>
                  <a:schemeClr val="tx1"/>
                </a:solidFill>
              </a:defRPr>
            </a:lvl1pPr>
          </a:lstStyle>
          <a:p>
            <a:r>
              <a:rPr lang="en-US"/>
              <a:t>Click to edit Master title style</a:t>
            </a:r>
            <a:endParaRPr lang="en-US" dirty="0"/>
          </a:p>
        </p:txBody>
      </p:sp>
      <p:sp>
        <p:nvSpPr>
          <p:cNvPr id="27" name="Slide Number Placeholder 6">
            <a:extLst>
              <a:ext uri="{FF2B5EF4-FFF2-40B4-BE49-F238E27FC236}">
                <a16:creationId xmlns:a16="http://schemas.microsoft.com/office/drawing/2014/main" id="{2B7CDEDD-6BE0-308B-B3ED-876295D9B472}"/>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29" name="Content Placeholder 4">
            <a:extLst>
              <a:ext uri="{FF2B5EF4-FFF2-40B4-BE49-F238E27FC236}">
                <a16:creationId xmlns:a16="http://schemas.microsoft.com/office/drawing/2014/main" id="{59C643FA-9207-ECE0-A0D6-E2AC4ABB16A5}"/>
              </a:ext>
            </a:extLst>
          </p:cNvPr>
          <p:cNvSpPr>
            <a:spLocks noGrp="1"/>
          </p:cNvSpPr>
          <p:nvPr>
            <p:ph sz="quarter" idx="19"/>
          </p:nvPr>
        </p:nvSpPr>
        <p:spPr>
          <a:xfrm>
            <a:off x="209835" y="1451739"/>
            <a:ext cx="7749165" cy="4749036"/>
          </a:xfrm>
        </p:spPr>
        <p:txBody>
          <a:bodyPr/>
          <a:lstStyle>
            <a:lvl1pPr marL="334390" indent="-293751">
              <a:spcBef>
                <a:spcPts val="1080"/>
              </a:spcBef>
              <a:defRPr sz="2000">
                <a:solidFill>
                  <a:schemeClr val="tx1"/>
                </a:solidFill>
              </a:defRPr>
            </a:lvl1pPr>
            <a:lvl2pPr marL="648460" indent="-293751">
              <a:spcBef>
                <a:spcPts val="1080"/>
              </a:spcBef>
              <a:defRPr sz="2000">
                <a:solidFill>
                  <a:schemeClr val="tx1"/>
                </a:solidFill>
              </a:defRPr>
            </a:lvl2pPr>
            <a:lvl3pPr marL="954403" indent="-293751">
              <a:spcBef>
                <a:spcPts val="1080"/>
              </a:spcBef>
              <a:defRPr sz="2000">
                <a:solidFill>
                  <a:schemeClr val="tx1"/>
                </a:solidFill>
              </a:defRPr>
            </a:lvl3pPr>
            <a:lvl4pPr marL="1248154" indent="-293751">
              <a:spcBef>
                <a:spcPts val="1080"/>
              </a:spcBef>
              <a:defRPr sz="2000">
                <a:solidFill>
                  <a:schemeClr val="tx1"/>
                </a:solidFill>
              </a:defRPr>
            </a:lvl4pPr>
            <a:lvl5pPr marL="1544400" indent="-295200">
              <a:spcBef>
                <a:spcPts val="1080"/>
              </a:spcBef>
              <a:defRPr sz="20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jdelijke aanduiding voor voettekst 2">
            <a:extLst>
              <a:ext uri="{FF2B5EF4-FFF2-40B4-BE49-F238E27FC236}">
                <a16:creationId xmlns:a16="http://schemas.microsoft.com/office/drawing/2014/main" id="{1D44B478-7397-2535-E0BB-2E675550FACF}"/>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Tree>
    <p:extLst>
      <p:ext uri="{BB962C8B-B14F-4D97-AF65-F5344CB8AC3E}">
        <p14:creationId xmlns:p14="http://schemas.microsoft.com/office/powerpoint/2010/main" val="1143081141"/>
      </p:ext>
    </p:extLst>
  </p:cSld>
  <p:clrMapOvr>
    <a:masterClrMapping/>
  </p:clrMapOvr>
  <p:extLst>
    <p:ext uri="{DCECCB84-F9BA-43D5-87BE-67443E8EF086}">
      <p15:sldGuideLst xmlns:p15="http://schemas.microsoft.com/office/powerpoint/2012/main">
        <p15:guide id="1" pos="211">
          <p15:clr>
            <a:srgbClr val="FBAE40"/>
          </p15:clr>
        </p15:guide>
        <p15:guide id="3" pos="7469">
          <p15:clr>
            <a:srgbClr val="FBAE40"/>
          </p15:clr>
        </p15:guide>
        <p15:guide id="6" orient="horz" pos="210">
          <p15:clr>
            <a:srgbClr val="FBAE40"/>
          </p15:clr>
        </p15:guide>
        <p15:guide id="7" orient="horz" pos="414">
          <p15:clr>
            <a:srgbClr val="FBAE40"/>
          </p15:clr>
        </p15:guide>
        <p15:guide id="8" orient="horz" pos="913" userDrawn="1">
          <p15:clr>
            <a:srgbClr val="FBAE40"/>
          </p15:clr>
        </p15:guide>
        <p15:guide id="9" orient="horz" pos="4110" userDrawn="1">
          <p15:clr>
            <a:srgbClr val="FBAE40"/>
          </p15:clr>
        </p15:guide>
        <p15:guide id="10" orient="horz" pos="390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tx1"/>
        </a:solidFill>
        <a:effectLst/>
      </p:bgPr>
    </p:bg>
    <p:spTree>
      <p:nvGrpSpPr>
        <p:cNvPr id="1" name=""/>
        <p:cNvGrpSpPr/>
        <p:nvPr/>
      </p:nvGrpSpPr>
      <p:grpSpPr>
        <a:xfrm>
          <a:off x="0" y="0"/>
          <a:ext cx="0" cy="0"/>
          <a:chOff x="0" y="0"/>
          <a:chExt cx="0" cy="0"/>
        </a:xfrm>
      </p:grpSpPr>
      <p:cxnSp>
        <p:nvCxnSpPr>
          <p:cNvPr id="64" name="Rechte verbindingslijn 8">
            <a:extLst>
              <a:ext uri="{FF2B5EF4-FFF2-40B4-BE49-F238E27FC236}">
                <a16:creationId xmlns:a16="http://schemas.microsoft.com/office/drawing/2014/main" id="{9C726D82-8673-FBE9-42DF-20791EBDC9C5}"/>
              </a:ext>
            </a:extLst>
          </p:cNvPr>
          <p:cNvCxnSpPr>
            <a:cxnSpLocks/>
          </p:cNvCxnSpPr>
          <p:nvPr userDrawn="1"/>
        </p:nvCxnSpPr>
        <p:spPr>
          <a:xfrm flipH="1">
            <a:off x="8131038" y="354338"/>
            <a:ext cx="3726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5" name="Rechte verbindingslijn 8">
            <a:extLst>
              <a:ext uri="{FF2B5EF4-FFF2-40B4-BE49-F238E27FC236}">
                <a16:creationId xmlns:a16="http://schemas.microsoft.com/office/drawing/2014/main" id="{6C6CED79-3851-DD35-551D-C5DC1F602047}"/>
              </a:ext>
            </a:extLst>
          </p:cNvPr>
          <p:cNvCxnSpPr>
            <a:cxnSpLocks/>
          </p:cNvCxnSpPr>
          <p:nvPr userDrawn="1"/>
        </p:nvCxnSpPr>
        <p:spPr>
          <a:xfrm flipH="1">
            <a:off x="336000" y="354338"/>
            <a:ext cx="7623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6">
            <a:extLst>
              <a:ext uri="{FF2B5EF4-FFF2-40B4-BE49-F238E27FC236}">
                <a16:creationId xmlns:a16="http://schemas.microsoft.com/office/drawing/2014/main" id="{5EF6DAF4-D814-3A51-BB97-077A69144036}"/>
              </a:ext>
            </a:extLst>
          </p:cNvPr>
          <p:cNvSpPr>
            <a:spLocks noGrp="1"/>
          </p:cNvSpPr>
          <p:nvPr>
            <p:ph type="sldNum" sz="quarter" idx="13"/>
          </p:nvPr>
        </p:nvSpPr>
        <p:spPr>
          <a:xfrm>
            <a:off x="334963" y="6297376"/>
            <a:ext cx="652895" cy="365125"/>
          </a:xfrm>
        </p:spPr>
        <p:txBody>
          <a:bodyPr/>
          <a:lstStyle>
            <a:lvl1pPr>
              <a:defRPr>
                <a:solidFill>
                  <a:schemeClr val="bg1"/>
                </a:solidFill>
                <a:latin typeface="+mn-lt"/>
              </a:defRPr>
            </a:lvl1pPr>
          </a:lstStyle>
          <a:p>
            <a:fld id="{C3C3236D-FB65-584A-8227-5A449D06E62A}" type="slidenum">
              <a:rPr lang="en-US" smtClean="0"/>
              <a:pPr/>
              <a:t>‹#›</a:t>
            </a:fld>
            <a:endParaRPr lang="en-US"/>
          </a:p>
        </p:txBody>
      </p:sp>
      <p:sp>
        <p:nvSpPr>
          <p:cNvPr id="3" name="Picture Placeholder 13">
            <a:extLst>
              <a:ext uri="{FF2B5EF4-FFF2-40B4-BE49-F238E27FC236}">
                <a16:creationId xmlns:a16="http://schemas.microsoft.com/office/drawing/2014/main" id="{A385A8F4-FE2D-EB95-7C78-708EC46F5691}"/>
              </a:ext>
            </a:extLst>
          </p:cNvPr>
          <p:cNvSpPr>
            <a:spLocks noGrp="1"/>
          </p:cNvSpPr>
          <p:nvPr>
            <p:ph type="pic" sz="quarter" idx="10" hasCustomPrompt="1"/>
          </p:nvPr>
        </p:nvSpPr>
        <p:spPr>
          <a:xfrm>
            <a:off x="8733924" y="703376"/>
            <a:ext cx="2520225" cy="2520225"/>
          </a:xfrm>
        </p:spPr>
        <p:txBody>
          <a:bodyPr anchor="t"/>
          <a:lstStyle>
            <a:lvl1pPr marL="40639" indent="0" algn="ctr">
              <a:buNone/>
              <a:defRPr sz="1600">
                <a:solidFill>
                  <a:schemeClr val="bg1"/>
                </a:solidFill>
              </a:defRPr>
            </a:lvl1pPr>
          </a:lstStyle>
          <a:p>
            <a:r>
              <a:rPr lang="en-US" dirty="0"/>
              <a:t>Click to add icon or copy/paste an icon from the icon library template</a:t>
            </a:r>
          </a:p>
        </p:txBody>
      </p:sp>
      <p:sp>
        <p:nvSpPr>
          <p:cNvPr id="19" name="Title 1">
            <a:extLst>
              <a:ext uri="{FF2B5EF4-FFF2-40B4-BE49-F238E27FC236}">
                <a16:creationId xmlns:a16="http://schemas.microsoft.com/office/drawing/2014/main" id="{BF125D25-54F9-BAB5-AAD1-36D65CF34DC4}"/>
              </a:ext>
            </a:extLst>
          </p:cNvPr>
          <p:cNvSpPr>
            <a:spLocks noGrp="1"/>
          </p:cNvSpPr>
          <p:nvPr>
            <p:ph type="title"/>
          </p:nvPr>
        </p:nvSpPr>
        <p:spPr>
          <a:xfrm>
            <a:off x="242969" y="519957"/>
            <a:ext cx="7716032" cy="933935"/>
          </a:xfrm>
          <a:prstGeom prst="rect">
            <a:avLst/>
          </a:prstGeom>
        </p:spPr>
        <p:txBody>
          <a:bodyPr/>
          <a:lstStyle>
            <a:lvl1pPr>
              <a:defRPr sz="3600">
                <a:solidFill>
                  <a:schemeClr val="bg1"/>
                </a:solidFill>
              </a:defRPr>
            </a:lvl1pPr>
          </a:lstStyle>
          <a:p>
            <a:r>
              <a:rPr lang="en-US"/>
              <a:t>Click to edit Master title style</a:t>
            </a:r>
            <a:endParaRPr lang="en-US" dirty="0"/>
          </a:p>
        </p:txBody>
      </p:sp>
      <p:sp>
        <p:nvSpPr>
          <p:cNvPr id="20" name="Content Placeholder 4">
            <a:extLst>
              <a:ext uri="{FF2B5EF4-FFF2-40B4-BE49-F238E27FC236}">
                <a16:creationId xmlns:a16="http://schemas.microsoft.com/office/drawing/2014/main" id="{7A632C23-4729-F59B-2E02-63AE18408413}"/>
              </a:ext>
            </a:extLst>
          </p:cNvPr>
          <p:cNvSpPr>
            <a:spLocks noGrp="1"/>
          </p:cNvSpPr>
          <p:nvPr>
            <p:ph sz="quarter" idx="19"/>
          </p:nvPr>
        </p:nvSpPr>
        <p:spPr>
          <a:xfrm>
            <a:off x="209835" y="1451739"/>
            <a:ext cx="7749165" cy="4749036"/>
          </a:xfrm>
        </p:spPr>
        <p:txBody>
          <a:bodyPr/>
          <a:lstStyle>
            <a:lvl1pPr marL="334390" indent="-293751">
              <a:spcBef>
                <a:spcPts val="1080"/>
              </a:spcBef>
              <a:defRPr sz="2000">
                <a:solidFill>
                  <a:schemeClr val="bg1"/>
                </a:solidFill>
              </a:defRPr>
            </a:lvl1pPr>
            <a:lvl2pPr marL="648460" indent="-293751">
              <a:spcBef>
                <a:spcPts val="1080"/>
              </a:spcBef>
              <a:defRPr sz="2000">
                <a:solidFill>
                  <a:schemeClr val="bg1"/>
                </a:solidFill>
              </a:defRPr>
            </a:lvl2pPr>
            <a:lvl3pPr marL="954403" indent="-293751">
              <a:spcBef>
                <a:spcPts val="1080"/>
              </a:spcBef>
              <a:defRPr sz="2000">
                <a:solidFill>
                  <a:schemeClr val="bg1"/>
                </a:solidFill>
              </a:defRPr>
            </a:lvl3pPr>
            <a:lvl4pPr marL="1248154" indent="-293751">
              <a:spcBef>
                <a:spcPts val="1080"/>
              </a:spcBef>
              <a:defRPr sz="2000">
                <a:solidFill>
                  <a:schemeClr val="bg1"/>
                </a:solidFill>
              </a:defRPr>
            </a:lvl4pPr>
            <a:lvl5pPr marL="1544400" indent="-295200">
              <a:spcBef>
                <a:spcPts val="1080"/>
              </a:spcBef>
              <a:defRPr sz="2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jdelijke aanduiding voor voettekst 2">
            <a:extLst>
              <a:ext uri="{FF2B5EF4-FFF2-40B4-BE49-F238E27FC236}">
                <a16:creationId xmlns:a16="http://schemas.microsoft.com/office/drawing/2014/main" id="{3B6E73A7-457C-0B12-7AAF-5430AD60C173}"/>
              </a:ext>
            </a:extLst>
          </p:cNvPr>
          <p:cNvSpPr>
            <a:spLocks noGrp="1"/>
          </p:cNvSpPr>
          <p:nvPr>
            <p:ph type="ftr" sz="quarter" idx="18"/>
          </p:nvPr>
        </p:nvSpPr>
        <p:spPr>
          <a:xfrm>
            <a:off x="4233001" y="6297376"/>
            <a:ext cx="7623000" cy="365125"/>
          </a:xfrm>
        </p:spPr>
        <p:txBody>
          <a:bodyPr/>
          <a:lstStyle>
            <a:lvl1pPr>
              <a:defRPr>
                <a:solidFill>
                  <a:schemeClr val="bg1"/>
                </a:solidFill>
              </a:defRPr>
            </a:lvl1pPr>
          </a:lstStyle>
          <a:p>
            <a:r>
              <a:rPr lang="en-US" dirty="0"/>
              <a:t>#</a:t>
            </a:r>
            <a:r>
              <a:rPr lang="en-US" dirty="0" err="1"/>
              <a:t>CCHConnections</a:t>
            </a:r>
            <a:endParaRPr lang="en-US" dirty="0"/>
          </a:p>
        </p:txBody>
      </p:sp>
    </p:spTree>
    <p:extLst>
      <p:ext uri="{BB962C8B-B14F-4D97-AF65-F5344CB8AC3E}">
        <p14:creationId xmlns:p14="http://schemas.microsoft.com/office/powerpoint/2010/main" val="3759486750"/>
      </p:ext>
    </p:extLst>
  </p:cSld>
  <p:clrMapOvr>
    <a:masterClrMapping/>
  </p:clrMapOvr>
  <p:extLst>
    <p:ext uri="{DCECCB84-F9BA-43D5-87BE-67443E8EF086}">
      <p15:sldGuideLst xmlns:p15="http://schemas.microsoft.com/office/powerpoint/2012/main">
        <p15:guide id="1" pos="211">
          <p15:clr>
            <a:srgbClr val="FBAE40"/>
          </p15:clr>
        </p15:guide>
        <p15:guide id="3" pos="7469">
          <p15:clr>
            <a:srgbClr val="FBAE40"/>
          </p15:clr>
        </p15:guide>
        <p15:guide id="6" orient="horz" pos="210">
          <p15:clr>
            <a:srgbClr val="FBAE40"/>
          </p15:clr>
        </p15:guide>
        <p15:guide id="7" orient="horz" pos="414">
          <p15:clr>
            <a:srgbClr val="FBAE40"/>
          </p15:clr>
        </p15:guide>
        <p15:guide id="8" orient="horz" pos="4110">
          <p15:clr>
            <a:srgbClr val="FBAE40"/>
          </p15:clr>
        </p15:guide>
        <p15:guide id="9" orient="horz" pos="3906">
          <p15:clr>
            <a:srgbClr val="FBAE40"/>
          </p15:clr>
        </p15:guide>
        <p15:guide id="10" orient="horz" pos="91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eaker with bio">
    <p:bg>
      <p:bgPr>
        <a:solidFill>
          <a:schemeClr val="bg2"/>
        </a:solidFill>
        <a:effectLst/>
      </p:bgPr>
    </p:bg>
    <p:spTree>
      <p:nvGrpSpPr>
        <p:cNvPr id="1" name=""/>
        <p:cNvGrpSpPr/>
        <p:nvPr/>
      </p:nvGrpSpPr>
      <p:grpSpPr>
        <a:xfrm>
          <a:off x="0" y="0"/>
          <a:ext cx="0" cy="0"/>
          <a:chOff x="0" y="0"/>
          <a:chExt cx="0" cy="0"/>
        </a:xfrm>
      </p:grpSpPr>
      <p:sp>
        <p:nvSpPr>
          <p:cNvPr id="142" name="Rechthoek 8">
            <a:extLst>
              <a:ext uri="{FF2B5EF4-FFF2-40B4-BE49-F238E27FC236}">
                <a16:creationId xmlns:a16="http://schemas.microsoft.com/office/drawing/2014/main" id="{A6F10C8A-302D-871D-2300-6F37D65E3EC5}"/>
              </a:ext>
            </a:extLst>
          </p:cNvPr>
          <p:cNvSpPr/>
          <p:nvPr userDrawn="1"/>
        </p:nvSpPr>
        <p:spPr>
          <a:xfrm flipH="1">
            <a:off x="8131038" y="333376"/>
            <a:ext cx="3724962" cy="587877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 name="Content Placeholder 4">
            <a:extLst>
              <a:ext uri="{FF2B5EF4-FFF2-40B4-BE49-F238E27FC236}">
                <a16:creationId xmlns:a16="http://schemas.microsoft.com/office/drawing/2014/main" id="{45D90A1D-230A-BCDB-1B3E-B239CD154A18}"/>
              </a:ext>
            </a:extLst>
          </p:cNvPr>
          <p:cNvSpPr>
            <a:spLocks noGrp="1"/>
          </p:cNvSpPr>
          <p:nvPr>
            <p:ph sz="quarter" idx="19" hasCustomPrompt="1"/>
          </p:nvPr>
        </p:nvSpPr>
        <p:spPr>
          <a:xfrm>
            <a:off x="8229600" y="3206338"/>
            <a:ext cx="3458818" cy="2886813"/>
          </a:xfrm>
        </p:spPr>
        <p:txBody>
          <a:bodyPr/>
          <a:lstStyle>
            <a:lvl1pPr marL="40639" indent="0">
              <a:spcBef>
                <a:spcPts val="984"/>
              </a:spcBef>
              <a:buNone/>
              <a:defRPr sz="1600">
                <a:solidFill>
                  <a:schemeClr val="tx1"/>
                </a:solidFill>
              </a:defRPr>
            </a:lvl1pPr>
            <a:lvl2pPr marL="282709" indent="0">
              <a:spcBef>
                <a:spcPts val="984"/>
              </a:spcBef>
              <a:buNone/>
              <a:defRPr sz="1600">
                <a:solidFill>
                  <a:schemeClr val="tx1"/>
                </a:solidFill>
              </a:defRPr>
            </a:lvl2pPr>
            <a:lvl3pPr marL="516652" indent="0">
              <a:spcBef>
                <a:spcPts val="984"/>
              </a:spcBef>
              <a:buNone/>
              <a:defRPr sz="1600">
                <a:solidFill>
                  <a:schemeClr val="tx1"/>
                </a:solidFill>
              </a:defRPr>
            </a:lvl3pPr>
            <a:lvl4pPr marL="738403" indent="0">
              <a:spcBef>
                <a:spcPts val="984"/>
              </a:spcBef>
              <a:buNone/>
              <a:defRPr sz="1600">
                <a:solidFill>
                  <a:schemeClr val="tx1"/>
                </a:solidFill>
              </a:defRPr>
            </a:lvl4pPr>
            <a:lvl5pPr marL="961200" indent="0">
              <a:spcBef>
                <a:spcPts val="984"/>
              </a:spcBef>
              <a:buNone/>
              <a:defRPr sz="1600">
                <a:solidFill>
                  <a:schemeClr val="tx1"/>
                </a:solidFill>
              </a:defRPr>
            </a:lvl5pPr>
          </a:lstStyle>
          <a:p>
            <a:pPr lvl="0"/>
            <a:r>
              <a:rPr lang="en-GB" dirty="0"/>
              <a:t>Click to add text</a:t>
            </a:r>
            <a:endParaRPr lang="en-US" dirty="0"/>
          </a:p>
        </p:txBody>
      </p:sp>
      <p:cxnSp>
        <p:nvCxnSpPr>
          <p:cNvPr id="65" name="Rechte verbindingslijn 8">
            <a:extLst>
              <a:ext uri="{FF2B5EF4-FFF2-40B4-BE49-F238E27FC236}">
                <a16:creationId xmlns:a16="http://schemas.microsoft.com/office/drawing/2014/main" id="{6C6CED79-3851-DD35-551D-C5DC1F602047}"/>
              </a:ext>
            </a:extLst>
          </p:cNvPr>
          <p:cNvCxnSpPr>
            <a:cxnSpLocks/>
          </p:cNvCxnSpPr>
          <p:nvPr userDrawn="1"/>
        </p:nvCxnSpPr>
        <p:spPr>
          <a:xfrm flipH="1">
            <a:off x="336000" y="354338"/>
            <a:ext cx="7623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Slide Number Placeholder 6">
            <a:extLst>
              <a:ext uri="{FF2B5EF4-FFF2-40B4-BE49-F238E27FC236}">
                <a16:creationId xmlns:a16="http://schemas.microsoft.com/office/drawing/2014/main" id="{71EF82F7-5754-2645-C4BF-3D06C38286A6}"/>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5" name="Tijdelijke aanduiding voor voettekst 2">
            <a:extLst>
              <a:ext uri="{FF2B5EF4-FFF2-40B4-BE49-F238E27FC236}">
                <a16:creationId xmlns:a16="http://schemas.microsoft.com/office/drawing/2014/main" id="{9A163764-6823-6A1B-C5A7-5AE4603F8CDC}"/>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
        <p:nvSpPr>
          <p:cNvPr id="4" name="Tijdelijke aanduiding voor afbeelding 12">
            <a:extLst>
              <a:ext uri="{FF2B5EF4-FFF2-40B4-BE49-F238E27FC236}">
                <a16:creationId xmlns:a16="http://schemas.microsoft.com/office/drawing/2014/main" id="{7263119A-F39A-1716-1E07-4A03605754F0}"/>
              </a:ext>
            </a:extLst>
          </p:cNvPr>
          <p:cNvSpPr>
            <a:spLocks noGrp="1"/>
          </p:cNvSpPr>
          <p:nvPr>
            <p:ph type="pic" sz="quarter" idx="20"/>
          </p:nvPr>
        </p:nvSpPr>
        <p:spPr>
          <a:xfrm>
            <a:off x="8881096" y="691945"/>
            <a:ext cx="2155825" cy="2155825"/>
          </a:xfrm>
          <a:prstGeom prst="ellipse">
            <a:avLst/>
          </a:prstGeom>
        </p:spPr>
        <p:txBody>
          <a:bodyPr/>
          <a:lstStyle>
            <a:lvl1pPr marL="40639" indent="0" algn="ctr">
              <a:buNone/>
              <a:defRPr sz="1600"/>
            </a:lvl1pPr>
          </a:lstStyle>
          <a:p>
            <a:r>
              <a:rPr lang="en-US"/>
              <a:t>Click icon to add picture</a:t>
            </a:r>
            <a:endParaRPr lang="en-US" dirty="0"/>
          </a:p>
        </p:txBody>
      </p:sp>
      <p:sp>
        <p:nvSpPr>
          <p:cNvPr id="6" name="Title 1">
            <a:extLst>
              <a:ext uri="{FF2B5EF4-FFF2-40B4-BE49-F238E27FC236}">
                <a16:creationId xmlns:a16="http://schemas.microsoft.com/office/drawing/2014/main" id="{B68D4A01-CDF9-276F-22F8-E08FF432937B}"/>
              </a:ext>
            </a:extLst>
          </p:cNvPr>
          <p:cNvSpPr>
            <a:spLocks noGrp="1"/>
          </p:cNvSpPr>
          <p:nvPr>
            <p:ph type="title"/>
          </p:nvPr>
        </p:nvSpPr>
        <p:spPr>
          <a:xfrm>
            <a:off x="242969" y="519957"/>
            <a:ext cx="7716032" cy="933935"/>
          </a:xfrm>
          <a:prstGeom prst="rect">
            <a:avLst/>
          </a:prstGeom>
        </p:spPr>
        <p:txBody>
          <a:bodyPr/>
          <a:lstStyle>
            <a:lvl1pPr>
              <a:defRPr sz="3600">
                <a:solidFill>
                  <a:schemeClr val="tx1"/>
                </a:solidFill>
              </a:defRPr>
            </a:lvl1pPr>
          </a:lstStyle>
          <a:p>
            <a:r>
              <a:rPr lang="en-US"/>
              <a:t>Click to edit Master title style</a:t>
            </a:r>
            <a:endParaRPr lang="en-US" dirty="0"/>
          </a:p>
        </p:txBody>
      </p:sp>
      <p:sp>
        <p:nvSpPr>
          <p:cNvPr id="7" name="Content Placeholder 4">
            <a:extLst>
              <a:ext uri="{FF2B5EF4-FFF2-40B4-BE49-F238E27FC236}">
                <a16:creationId xmlns:a16="http://schemas.microsoft.com/office/drawing/2014/main" id="{8D3DFCA8-B193-0A1A-1C94-E6AE45E9CF17}"/>
              </a:ext>
            </a:extLst>
          </p:cNvPr>
          <p:cNvSpPr>
            <a:spLocks noGrp="1"/>
          </p:cNvSpPr>
          <p:nvPr>
            <p:ph sz="quarter" idx="21"/>
          </p:nvPr>
        </p:nvSpPr>
        <p:spPr>
          <a:xfrm>
            <a:off x="209835" y="1451739"/>
            <a:ext cx="7749165" cy="4749036"/>
          </a:xfrm>
        </p:spPr>
        <p:txBody>
          <a:bodyPr/>
          <a:lstStyle>
            <a:lvl1pPr marL="40639" indent="0">
              <a:spcBef>
                <a:spcPts val="1080"/>
              </a:spcBef>
              <a:buNone/>
              <a:defRPr sz="2000">
                <a:solidFill>
                  <a:schemeClr val="tx1"/>
                </a:solidFill>
              </a:defRPr>
            </a:lvl1pPr>
            <a:lvl2pPr marL="648460" indent="-293751">
              <a:spcBef>
                <a:spcPts val="1080"/>
              </a:spcBef>
              <a:defRPr sz="2000">
                <a:solidFill>
                  <a:schemeClr val="tx1"/>
                </a:solidFill>
              </a:defRPr>
            </a:lvl2pPr>
            <a:lvl3pPr marL="954403" indent="-293751">
              <a:spcBef>
                <a:spcPts val="1080"/>
              </a:spcBef>
              <a:defRPr sz="2000">
                <a:solidFill>
                  <a:schemeClr val="tx1"/>
                </a:solidFill>
              </a:defRPr>
            </a:lvl3pPr>
            <a:lvl4pPr marL="1248154" indent="-293751">
              <a:spcBef>
                <a:spcPts val="1080"/>
              </a:spcBef>
              <a:defRPr sz="2000">
                <a:solidFill>
                  <a:schemeClr val="tx1"/>
                </a:solidFill>
              </a:defRPr>
            </a:lvl4pPr>
            <a:lvl5pPr marL="1544400" indent="-295200">
              <a:spcBef>
                <a:spcPts val="1080"/>
              </a:spcBef>
              <a:defRPr sz="2000">
                <a:solidFill>
                  <a:schemeClr val="tx1"/>
                </a:solidFill>
              </a:defRPr>
            </a:lvl5pPr>
          </a:lstStyle>
          <a:p>
            <a:pPr lvl="0"/>
            <a:r>
              <a:rPr lang="en-US" noProof="0"/>
              <a:t>Click to edit Master text styles</a:t>
            </a:r>
          </a:p>
        </p:txBody>
      </p:sp>
    </p:spTree>
    <p:extLst>
      <p:ext uri="{BB962C8B-B14F-4D97-AF65-F5344CB8AC3E}">
        <p14:creationId xmlns:p14="http://schemas.microsoft.com/office/powerpoint/2010/main" val="4224879418"/>
      </p:ext>
    </p:extLst>
  </p:cSld>
  <p:clrMapOvr>
    <a:masterClrMapping/>
  </p:clrMapOvr>
  <p:extLst>
    <p:ext uri="{DCECCB84-F9BA-43D5-87BE-67443E8EF086}">
      <p15:sldGuideLst xmlns:p15="http://schemas.microsoft.com/office/powerpoint/2012/main">
        <p15:guide id="1" pos="211">
          <p15:clr>
            <a:srgbClr val="FBAE40"/>
          </p15:clr>
        </p15:guide>
        <p15:guide id="3" pos="7469">
          <p15:clr>
            <a:srgbClr val="FBAE40"/>
          </p15:clr>
        </p15:guide>
        <p15:guide id="5" orient="horz" pos="414">
          <p15:clr>
            <a:srgbClr val="FBAE40"/>
          </p15:clr>
        </p15:guide>
        <p15:guide id="6" orient="horz" pos="210">
          <p15:clr>
            <a:srgbClr val="FBAE40"/>
          </p15:clr>
        </p15:guide>
        <p15:guide id="7" pos="5019">
          <p15:clr>
            <a:srgbClr val="FBAE40"/>
          </p15:clr>
        </p15:guide>
        <p15:guide id="8" orient="horz" pos="4110">
          <p15:clr>
            <a:srgbClr val="FBAE40"/>
          </p15:clr>
        </p15:guide>
        <p15:guide id="9" orient="horz" pos="390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peaker without bio">
    <p:bg>
      <p:bgPr>
        <a:solidFill>
          <a:schemeClr val="bg2"/>
        </a:solidFill>
        <a:effectLst/>
      </p:bgPr>
    </p:bg>
    <p:spTree>
      <p:nvGrpSpPr>
        <p:cNvPr id="1" name=""/>
        <p:cNvGrpSpPr/>
        <p:nvPr/>
      </p:nvGrpSpPr>
      <p:grpSpPr>
        <a:xfrm>
          <a:off x="0" y="0"/>
          <a:ext cx="0" cy="0"/>
          <a:chOff x="0" y="0"/>
          <a:chExt cx="0" cy="0"/>
        </a:xfrm>
      </p:grpSpPr>
      <p:sp>
        <p:nvSpPr>
          <p:cNvPr id="142" name="Rechthoek 8">
            <a:extLst>
              <a:ext uri="{FF2B5EF4-FFF2-40B4-BE49-F238E27FC236}">
                <a16:creationId xmlns:a16="http://schemas.microsoft.com/office/drawing/2014/main" id="{A6F10C8A-302D-871D-2300-6F37D65E3EC5}"/>
              </a:ext>
            </a:extLst>
          </p:cNvPr>
          <p:cNvSpPr/>
          <p:nvPr userDrawn="1"/>
        </p:nvSpPr>
        <p:spPr>
          <a:xfrm flipH="1">
            <a:off x="4233001" y="333376"/>
            <a:ext cx="7623000" cy="587877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786D37AA-3F5C-25EA-E4BF-37407F6CF359}"/>
              </a:ext>
            </a:extLst>
          </p:cNvPr>
          <p:cNvSpPr>
            <a:spLocks noGrp="1"/>
          </p:cNvSpPr>
          <p:nvPr>
            <p:ph sz="quarter" idx="19"/>
          </p:nvPr>
        </p:nvSpPr>
        <p:spPr>
          <a:xfrm>
            <a:off x="4306691" y="4453248"/>
            <a:ext cx="7434735" cy="1562121"/>
          </a:xfrm>
        </p:spPr>
        <p:txBody>
          <a:bodyPr/>
          <a:lstStyle>
            <a:lvl1pPr marL="40639" indent="0" algn="ctr">
              <a:spcBef>
                <a:spcPts val="1176"/>
              </a:spcBef>
              <a:buFont typeface="Arial" panose="020B0604020202020204" pitchFamily="34" charset="0"/>
              <a:buNone/>
              <a:defRPr sz="2400" b="0" i="0">
                <a:solidFill>
                  <a:schemeClr val="tx1"/>
                </a:solidFill>
                <a:latin typeface="Fira Sans Light" panose="020B0403050000020004" pitchFamily="34" charset="0"/>
              </a:defRPr>
            </a:lvl1pPr>
            <a:lvl2pPr marL="354709" indent="0" algn="ctr">
              <a:spcBef>
                <a:spcPts val="1176"/>
              </a:spcBef>
              <a:buNone/>
              <a:defRPr sz="2400">
                <a:solidFill>
                  <a:schemeClr val="tx1"/>
                </a:solidFill>
              </a:defRPr>
            </a:lvl2pPr>
            <a:lvl3pPr marL="660652" indent="0" algn="ctr">
              <a:spcBef>
                <a:spcPts val="1176"/>
              </a:spcBef>
              <a:buNone/>
              <a:defRPr sz="2400">
                <a:solidFill>
                  <a:schemeClr val="tx1"/>
                </a:solidFill>
              </a:defRPr>
            </a:lvl3pPr>
            <a:lvl4pPr marL="954403" indent="0" algn="ctr">
              <a:spcBef>
                <a:spcPts val="1176"/>
              </a:spcBef>
              <a:buNone/>
              <a:defRPr sz="2400">
                <a:solidFill>
                  <a:schemeClr val="tx1"/>
                </a:solidFill>
              </a:defRPr>
            </a:lvl4pPr>
            <a:lvl5pPr marL="1249200" indent="0" algn="ctr">
              <a:spcBef>
                <a:spcPts val="1176"/>
              </a:spcBef>
              <a:buNone/>
              <a:defRPr sz="2400">
                <a:solidFill>
                  <a:schemeClr val="tx1"/>
                </a:solidFill>
              </a:defRPr>
            </a:lvl5pPr>
          </a:lstStyle>
          <a:p>
            <a:pPr lvl="0"/>
            <a:r>
              <a:rPr lang="en-US"/>
              <a:t>Click to edit Master text styles</a:t>
            </a:r>
          </a:p>
        </p:txBody>
      </p:sp>
      <p:cxnSp>
        <p:nvCxnSpPr>
          <p:cNvPr id="3" name="Rechte verbindingslijn 8">
            <a:extLst>
              <a:ext uri="{FF2B5EF4-FFF2-40B4-BE49-F238E27FC236}">
                <a16:creationId xmlns:a16="http://schemas.microsoft.com/office/drawing/2014/main" id="{B28CFA3A-B916-4D8E-5DE2-97F3BD190BE2}"/>
              </a:ext>
            </a:extLst>
          </p:cNvPr>
          <p:cNvCxnSpPr>
            <a:cxnSpLocks/>
          </p:cNvCxnSpPr>
          <p:nvPr userDrawn="1"/>
        </p:nvCxnSpPr>
        <p:spPr>
          <a:xfrm flipH="1">
            <a:off x="334963" y="354338"/>
            <a:ext cx="3726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62670F00-8FF6-161F-BC17-C8FBC354174B}"/>
              </a:ext>
            </a:extLst>
          </p:cNvPr>
          <p:cNvSpPr>
            <a:spLocks noGrp="1"/>
          </p:cNvSpPr>
          <p:nvPr>
            <p:ph type="title"/>
          </p:nvPr>
        </p:nvSpPr>
        <p:spPr>
          <a:xfrm>
            <a:off x="242969" y="519957"/>
            <a:ext cx="3817994" cy="5680815"/>
          </a:xfrm>
          <a:prstGeom prst="rect">
            <a:avLst/>
          </a:prstGeom>
        </p:spPr>
        <p:txBody>
          <a:bodyPr/>
          <a:lstStyle>
            <a:lvl1pPr>
              <a:defRPr sz="3600">
                <a:solidFill>
                  <a:schemeClr val="tx1"/>
                </a:solidFill>
              </a:defRPr>
            </a:lvl1pPr>
          </a:lstStyle>
          <a:p>
            <a:r>
              <a:rPr lang="en-US"/>
              <a:t>Click to edit Master title style</a:t>
            </a:r>
            <a:endParaRPr lang="en-US" dirty="0"/>
          </a:p>
        </p:txBody>
      </p:sp>
      <p:sp>
        <p:nvSpPr>
          <p:cNvPr id="6" name="Slide Number Placeholder 6">
            <a:extLst>
              <a:ext uri="{FF2B5EF4-FFF2-40B4-BE49-F238E27FC236}">
                <a16:creationId xmlns:a16="http://schemas.microsoft.com/office/drawing/2014/main" id="{E172925C-8A38-989F-7954-FBD261E85FBA}"/>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7" name="Tijdelijke aanduiding voor voettekst 2">
            <a:extLst>
              <a:ext uri="{FF2B5EF4-FFF2-40B4-BE49-F238E27FC236}">
                <a16:creationId xmlns:a16="http://schemas.microsoft.com/office/drawing/2014/main" id="{CA5BBCF9-D983-C599-B107-6D91BB7A9AF5}"/>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
        <p:nvSpPr>
          <p:cNvPr id="2" name="Tijdelijke aanduiding voor afbeelding 12">
            <a:extLst>
              <a:ext uri="{FF2B5EF4-FFF2-40B4-BE49-F238E27FC236}">
                <a16:creationId xmlns:a16="http://schemas.microsoft.com/office/drawing/2014/main" id="{0DA12904-9A78-D539-8A33-C6FC45327261}"/>
              </a:ext>
            </a:extLst>
          </p:cNvPr>
          <p:cNvSpPr>
            <a:spLocks noGrp="1" noChangeAspect="1"/>
          </p:cNvSpPr>
          <p:nvPr>
            <p:ph type="pic" sz="quarter" idx="14"/>
          </p:nvPr>
        </p:nvSpPr>
        <p:spPr>
          <a:xfrm>
            <a:off x="6604501" y="935197"/>
            <a:ext cx="2880000" cy="2880000"/>
          </a:xfrm>
          <a:prstGeom prst="ellipse">
            <a:avLst/>
          </a:prstGeom>
        </p:spPr>
        <p:txBody>
          <a:bodyPr/>
          <a:lstStyle>
            <a:lvl1pPr marL="40639" indent="0" algn="ctr">
              <a:buNone/>
              <a:defRPr sz="1600"/>
            </a:lvl1pPr>
          </a:lstStyle>
          <a:p>
            <a:r>
              <a:rPr lang="en-US"/>
              <a:t>Click icon to add picture</a:t>
            </a:r>
            <a:endParaRPr lang="en-US" dirty="0"/>
          </a:p>
        </p:txBody>
      </p:sp>
      <p:sp>
        <p:nvSpPr>
          <p:cNvPr id="8" name="Content Placeholder 4">
            <a:extLst>
              <a:ext uri="{FF2B5EF4-FFF2-40B4-BE49-F238E27FC236}">
                <a16:creationId xmlns:a16="http://schemas.microsoft.com/office/drawing/2014/main" id="{634A8399-078A-3CF0-7503-DE6A179BC565}"/>
              </a:ext>
            </a:extLst>
          </p:cNvPr>
          <p:cNvSpPr>
            <a:spLocks noGrp="1"/>
          </p:cNvSpPr>
          <p:nvPr>
            <p:ph sz="quarter" idx="22"/>
          </p:nvPr>
        </p:nvSpPr>
        <p:spPr>
          <a:xfrm>
            <a:off x="4306690" y="4061362"/>
            <a:ext cx="7434735" cy="415637"/>
          </a:xfrm>
        </p:spPr>
        <p:txBody>
          <a:bodyPr/>
          <a:lstStyle>
            <a:lvl1pPr marL="40639" indent="0" algn="ctr">
              <a:spcBef>
                <a:spcPts val="1176"/>
              </a:spcBef>
              <a:buFont typeface="Arial" panose="020B0604020202020204" pitchFamily="34" charset="0"/>
              <a:buNone/>
              <a:defRPr sz="2400" b="0" i="0">
                <a:solidFill>
                  <a:schemeClr val="tx1"/>
                </a:solidFill>
                <a:latin typeface="Fira Sans Medium" panose="020B0503050000020004" pitchFamily="34" charset="0"/>
              </a:defRPr>
            </a:lvl1pPr>
            <a:lvl2pPr marL="354709" indent="0" algn="ctr">
              <a:spcBef>
                <a:spcPts val="1176"/>
              </a:spcBef>
              <a:buNone/>
              <a:defRPr sz="2400">
                <a:solidFill>
                  <a:schemeClr val="tx1"/>
                </a:solidFill>
              </a:defRPr>
            </a:lvl2pPr>
            <a:lvl3pPr marL="660652" indent="0" algn="ctr">
              <a:spcBef>
                <a:spcPts val="1176"/>
              </a:spcBef>
              <a:buNone/>
              <a:defRPr sz="2400">
                <a:solidFill>
                  <a:schemeClr val="tx1"/>
                </a:solidFill>
              </a:defRPr>
            </a:lvl3pPr>
            <a:lvl4pPr marL="954403" indent="0" algn="ctr">
              <a:spcBef>
                <a:spcPts val="1176"/>
              </a:spcBef>
              <a:buNone/>
              <a:defRPr sz="2400">
                <a:solidFill>
                  <a:schemeClr val="tx1"/>
                </a:solidFill>
              </a:defRPr>
            </a:lvl4pPr>
            <a:lvl5pPr marL="1249200" indent="0" algn="ctr">
              <a:spcBef>
                <a:spcPts val="1176"/>
              </a:spcBef>
              <a:buNone/>
              <a:defRPr sz="240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851041897"/>
      </p:ext>
    </p:extLst>
  </p:cSld>
  <p:clrMapOvr>
    <a:masterClrMapping/>
  </p:clrMapOvr>
  <p:extLst>
    <p:ext uri="{DCECCB84-F9BA-43D5-87BE-67443E8EF086}">
      <p15:sldGuideLst xmlns:p15="http://schemas.microsoft.com/office/powerpoint/2012/main">
        <p15:guide id="1" pos="211">
          <p15:clr>
            <a:srgbClr val="FBAE40"/>
          </p15:clr>
        </p15:guide>
        <p15:guide id="3" pos="7469">
          <p15:clr>
            <a:srgbClr val="FBAE40"/>
          </p15:clr>
        </p15:guide>
        <p15:guide id="5" orient="horz" pos="414">
          <p15:clr>
            <a:srgbClr val="FBAE40"/>
          </p15:clr>
        </p15:guide>
        <p15:guide id="6" orient="horz" pos="210">
          <p15:clr>
            <a:srgbClr val="FBAE40"/>
          </p15:clr>
        </p15:guide>
        <p15:guide id="8" pos="2661">
          <p15:clr>
            <a:srgbClr val="FBAE40"/>
          </p15:clr>
        </p15:guide>
        <p15:guide id="12" orient="horz" pos="4110">
          <p15:clr>
            <a:srgbClr val="FBAE40"/>
          </p15:clr>
        </p15:guide>
        <p15:guide id="13" orient="horz" pos="390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peaker without bio">
    <p:bg>
      <p:bgPr>
        <a:solidFill>
          <a:schemeClr val="bg2"/>
        </a:solidFill>
        <a:effectLst/>
      </p:bgPr>
    </p:bg>
    <p:spTree>
      <p:nvGrpSpPr>
        <p:cNvPr id="1" name=""/>
        <p:cNvGrpSpPr/>
        <p:nvPr/>
      </p:nvGrpSpPr>
      <p:grpSpPr>
        <a:xfrm>
          <a:off x="0" y="0"/>
          <a:ext cx="0" cy="0"/>
          <a:chOff x="0" y="0"/>
          <a:chExt cx="0" cy="0"/>
        </a:xfrm>
      </p:grpSpPr>
      <p:sp>
        <p:nvSpPr>
          <p:cNvPr id="142" name="Rechthoek 8">
            <a:extLst>
              <a:ext uri="{FF2B5EF4-FFF2-40B4-BE49-F238E27FC236}">
                <a16:creationId xmlns:a16="http://schemas.microsoft.com/office/drawing/2014/main" id="{A6F10C8A-302D-871D-2300-6F37D65E3EC5}"/>
              </a:ext>
            </a:extLst>
          </p:cNvPr>
          <p:cNvSpPr/>
          <p:nvPr userDrawn="1"/>
        </p:nvSpPr>
        <p:spPr>
          <a:xfrm flipH="1">
            <a:off x="4233001" y="333376"/>
            <a:ext cx="7623000" cy="587877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786D37AA-3F5C-25EA-E4BF-37407F6CF359}"/>
              </a:ext>
            </a:extLst>
          </p:cNvPr>
          <p:cNvSpPr>
            <a:spLocks noGrp="1"/>
          </p:cNvSpPr>
          <p:nvPr>
            <p:ph sz="quarter" idx="19"/>
          </p:nvPr>
        </p:nvSpPr>
        <p:spPr>
          <a:xfrm>
            <a:off x="7060238" y="1923803"/>
            <a:ext cx="4482578" cy="1100142"/>
          </a:xfrm>
        </p:spPr>
        <p:txBody>
          <a:bodyPr/>
          <a:lstStyle>
            <a:lvl1pPr marL="40639" indent="0" algn="l">
              <a:spcBef>
                <a:spcPts val="1176"/>
              </a:spcBef>
              <a:buFont typeface="Arial" panose="020B0604020202020204" pitchFamily="34" charset="0"/>
              <a:buNone/>
              <a:defRPr sz="2400" b="0" i="0">
                <a:solidFill>
                  <a:schemeClr val="tx1"/>
                </a:solidFill>
                <a:latin typeface="Fira Sans Light" panose="020B0403050000020004" pitchFamily="34" charset="0"/>
              </a:defRPr>
            </a:lvl1pPr>
            <a:lvl2pPr marL="354709" indent="0" algn="ctr">
              <a:spcBef>
                <a:spcPts val="1176"/>
              </a:spcBef>
              <a:buNone/>
              <a:defRPr sz="2400">
                <a:solidFill>
                  <a:schemeClr val="tx1"/>
                </a:solidFill>
              </a:defRPr>
            </a:lvl2pPr>
            <a:lvl3pPr marL="660652" indent="0" algn="ctr">
              <a:spcBef>
                <a:spcPts val="1176"/>
              </a:spcBef>
              <a:buNone/>
              <a:defRPr sz="2400">
                <a:solidFill>
                  <a:schemeClr val="tx1"/>
                </a:solidFill>
              </a:defRPr>
            </a:lvl3pPr>
            <a:lvl4pPr marL="954403" indent="0" algn="ctr">
              <a:spcBef>
                <a:spcPts val="1176"/>
              </a:spcBef>
              <a:buNone/>
              <a:defRPr sz="2400">
                <a:solidFill>
                  <a:schemeClr val="tx1"/>
                </a:solidFill>
              </a:defRPr>
            </a:lvl4pPr>
            <a:lvl5pPr marL="1249200" indent="0" algn="ctr">
              <a:spcBef>
                <a:spcPts val="1176"/>
              </a:spcBef>
              <a:buNone/>
              <a:defRPr sz="2400">
                <a:solidFill>
                  <a:schemeClr val="tx1"/>
                </a:solidFill>
              </a:defRPr>
            </a:lvl5pPr>
          </a:lstStyle>
          <a:p>
            <a:pPr lvl="0"/>
            <a:r>
              <a:rPr lang="en-US"/>
              <a:t>Click to edit Master text styles</a:t>
            </a:r>
          </a:p>
        </p:txBody>
      </p:sp>
      <p:cxnSp>
        <p:nvCxnSpPr>
          <p:cNvPr id="3" name="Rechte verbindingslijn 8">
            <a:extLst>
              <a:ext uri="{FF2B5EF4-FFF2-40B4-BE49-F238E27FC236}">
                <a16:creationId xmlns:a16="http://schemas.microsoft.com/office/drawing/2014/main" id="{B28CFA3A-B916-4D8E-5DE2-97F3BD190BE2}"/>
              </a:ext>
            </a:extLst>
          </p:cNvPr>
          <p:cNvCxnSpPr>
            <a:cxnSpLocks/>
          </p:cNvCxnSpPr>
          <p:nvPr userDrawn="1"/>
        </p:nvCxnSpPr>
        <p:spPr>
          <a:xfrm flipH="1">
            <a:off x="334963" y="354338"/>
            <a:ext cx="3726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62670F00-8FF6-161F-BC17-C8FBC354174B}"/>
              </a:ext>
            </a:extLst>
          </p:cNvPr>
          <p:cNvSpPr>
            <a:spLocks noGrp="1"/>
          </p:cNvSpPr>
          <p:nvPr>
            <p:ph type="title"/>
          </p:nvPr>
        </p:nvSpPr>
        <p:spPr>
          <a:xfrm>
            <a:off x="242969" y="519957"/>
            <a:ext cx="3817994" cy="5680815"/>
          </a:xfrm>
          <a:prstGeom prst="rect">
            <a:avLst/>
          </a:prstGeom>
        </p:spPr>
        <p:txBody>
          <a:bodyPr/>
          <a:lstStyle>
            <a:lvl1pPr>
              <a:defRPr sz="3600">
                <a:solidFill>
                  <a:schemeClr val="tx1"/>
                </a:solidFill>
              </a:defRPr>
            </a:lvl1pPr>
          </a:lstStyle>
          <a:p>
            <a:r>
              <a:rPr lang="en-US"/>
              <a:t>Click to edit Master title style</a:t>
            </a:r>
            <a:endParaRPr lang="en-US" dirty="0"/>
          </a:p>
        </p:txBody>
      </p:sp>
      <p:sp>
        <p:nvSpPr>
          <p:cNvPr id="6" name="Slide Number Placeholder 6">
            <a:extLst>
              <a:ext uri="{FF2B5EF4-FFF2-40B4-BE49-F238E27FC236}">
                <a16:creationId xmlns:a16="http://schemas.microsoft.com/office/drawing/2014/main" id="{E172925C-8A38-989F-7954-FBD261E85FBA}"/>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7" name="Tijdelijke aanduiding voor voettekst 2">
            <a:extLst>
              <a:ext uri="{FF2B5EF4-FFF2-40B4-BE49-F238E27FC236}">
                <a16:creationId xmlns:a16="http://schemas.microsoft.com/office/drawing/2014/main" id="{CA5BBCF9-D983-C599-B107-6D91BB7A9AF5}"/>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
        <p:nvSpPr>
          <p:cNvPr id="2" name="Tijdelijke aanduiding voor afbeelding 12">
            <a:extLst>
              <a:ext uri="{FF2B5EF4-FFF2-40B4-BE49-F238E27FC236}">
                <a16:creationId xmlns:a16="http://schemas.microsoft.com/office/drawing/2014/main" id="{0DA12904-9A78-D539-8A33-C6FC45327261}"/>
              </a:ext>
            </a:extLst>
          </p:cNvPr>
          <p:cNvSpPr>
            <a:spLocks noGrp="1" noChangeAspect="1"/>
          </p:cNvSpPr>
          <p:nvPr>
            <p:ph type="pic" sz="quarter" idx="14"/>
          </p:nvPr>
        </p:nvSpPr>
        <p:spPr>
          <a:xfrm>
            <a:off x="4728200" y="863945"/>
            <a:ext cx="2160000" cy="2160000"/>
          </a:xfrm>
          <a:prstGeom prst="ellipse">
            <a:avLst/>
          </a:prstGeom>
        </p:spPr>
        <p:txBody>
          <a:bodyPr/>
          <a:lstStyle>
            <a:lvl1pPr marL="40639" indent="0" algn="ctr">
              <a:buNone/>
              <a:defRPr sz="1600"/>
            </a:lvl1pPr>
          </a:lstStyle>
          <a:p>
            <a:r>
              <a:rPr lang="en-US"/>
              <a:t>Click icon to add picture</a:t>
            </a:r>
            <a:endParaRPr lang="en-US" dirty="0"/>
          </a:p>
        </p:txBody>
      </p:sp>
      <p:sp>
        <p:nvSpPr>
          <p:cNvPr id="10" name="Content Placeholder 4">
            <a:extLst>
              <a:ext uri="{FF2B5EF4-FFF2-40B4-BE49-F238E27FC236}">
                <a16:creationId xmlns:a16="http://schemas.microsoft.com/office/drawing/2014/main" id="{63D3FCBB-A7E8-BF63-D32C-9634F065DD0C}"/>
              </a:ext>
            </a:extLst>
          </p:cNvPr>
          <p:cNvSpPr>
            <a:spLocks noGrp="1"/>
          </p:cNvSpPr>
          <p:nvPr>
            <p:ph sz="quarter" idx="22" hasCustomPrompt="1"/>
          </p:nvPr>
        </p:nvSpPr>
        <p:spPr>
          <a:xfrm>
            <a:off x="7060238" y="1540542"/>
            <a:ext cx="4482578" cy="415637"/>
          </a:xfrm>
        </p:spPr>
        <p:txBody>
          <a:bodyPr/>
          <a:lstStyle>
            <a:lvl1pPr marL="40639" indent="0" algn="l">
              <a:spcBef>
                <a:spcPts val="1176"/>
              </a:spcBef>
              <a:buFont typeface="Arial" panose="020B0604020202020204" pitchFamily="34" charset="0"/>
              <a:buNone/>
              <a:defRPr sz="2400" b="0" i="0">
                <a:solidFill>
                  <a:schemeClr val="tx1"/>
                </a:solidFill>
                <a:latin typeface="Fira Sans Medium" panose="020B0503050000020004" pitchFamily="34" charset="0"/>
              </a:defRPr>
            </a:lvl1pPr>
            <a:lvl2pPr marL="354709" indent="0" algn="ctr">
              <a:spcBef>
                <a:spcPts val="1176"/>
              </a:spcBef>
              <a:buNone/>
              <a:defRPr sz="2400">
                <a:solidFill>
                  <a:schemeClr val="tx1"/>
                </a:solidFill>
              </a:defRPr>
            </a:lvl2pPr>
            <a:lvl3pPr marL="660652" indent="0" algn="ctr">
              <a:spcBef>
                <a:spcPts val="1176"/>
              </a:spcBef>
              <a:buNone/>
              <a:defRPr sz="2400">
                <a:solidFill>
                  <a:schemeClr val="tx1"/>
                </a:solidFill>
              </a:defRPr>
            </a:lvl3pPr>
            <a:lvl4pPr marL="954403" indent="0" algn="ctr">
              <a:spcBef>
                <a:spcPts val="1176"/>
              </a:spcBef>
              <a:buNone/>
              <a:defRPr sz="2400">
                <a:solidFill>
                  <a:schemeClr val="tx1"/>
                </a:solidFill>
              </a:defRPr>
            </a:lvl4pPr>
            <a:lvl5pPr marL="1249200" indent="0" algn="ctr">
              <a:spcBef>
                <a:spcPts val="1176"/>
              </a:spcBef>
              <a:buNone/>
              <a:defRPr sz="2400">
                <a:solidFill>
                  <a:schemeClr val="tx1"/>
                </a:solidFill>
              </a:defRPr>
            </a:lvl5pPr>
          </a:lstStyle>
          <a:p>
            <a:pPr lvl="0"/>
            <a:r>
              <a:rPr lang="en-GB" dirty="0"/>
              <a:t>Click to edit text</a:t>
            </a:r>
          </a:p>
        </p:txBody>
      </p:sp>
      <p:sp>
        <p:nvSpPr>
          <p:cNvPr id="11" name="Content Placeholder 4">
            <a:extLst>
              <a:ext uri="{FF2B5EF4-FFF2-40B4-BE49-F238E27FC236}">
                <a16:creationId xmlns:a16="http://schemas.microsoft.com/office/drawing/2014/main" id="{11B560C3-8699-B2B1-8321-1A0C5196096F}"/>
              </a:ext>
            </a:extLst>
          </p:cNvPr>
          <p:cNvSpPr>
            <a:spLocks noGrp="1"/>
          </p:cNvSpPr>
          <p:nvPr>
            <p:ph sz="quarter" idx="23"/>
          </p:nvPr>
        </p:nvSpPr>
        <p:spPr>
          <a:xfrm>
            <a:off x="7060238" y="4560125"/>
            <a:ext cx="4482578" cy="1100142"/>
          </a:xfrm>
        </p:spPr>
        <p:txBody>
          <a:bodyPr/>
          <a:lstStyle>
            <a:lvl1pPr marL="40639" indent="0" algn="l">
              <a:spcBef>
                <a:spcPts val="1176"/>
              </a:spcBef>
              <a:buFont typeface="Arial" panose="020B0604020202020204" pitchFamily="34" charset="0"/>
              <a:buNone/>
              <a:defRPr sz="2400" b="0" i="0">
                <a:solidFill>
                  <a:schemeClr val="tx1"/>
                </a:solidFill>
                <a:latin typeface="Fira Sans Light" panose="020B0403050000020004" pitchFamily="34" charset="0"/>
              </a:defRPr>
            </a:lvl1pPr>
            <a:lvl2pPr marL="354709" indent="0" algn="ctr">
              <a:spcBef>
                <a:spcPts val="1176"/>
              </a:spcBef>
              <a:buNone/>
              <a:defRPr sz="2400">
                <a:solidFill>
                  <a:schemeClr val="tx1"/>
                </a:solidFill>
              </a:defRPr>
            </a:lvl2pPr>
            <a:lvl3pPr marL="660652" indent="0" algn="ctr">
              <a:spcBef>
                <a:spcPts val="1176"/>
              </a:spcBef>
              <a:buNone/>
              <a:defRPr sz="2400">
                <a:solidFill>
                  <a:schemeClr val="tx1"/>
                </a:solidFill>
              </a:defRPr>
            </a:lvl3pPr>
            <a:lvl4pPr marL="954403" indent="0" algn="ctr">
              <a:spcBef>
                <a:spcPts val="1176"/>
              </a:spcBef>
              <a:buNone/>
              <a:defRPr sz="2400">
                <a:solidFill>
                  <a:schemeClr val="tx1"/>
                </a:solidFill>
              </a:defRPr>
            </a:lvl4pPr>
            <a:lvl5pPr marL="1249200" indent="0" algn="ctr">
              <a:spcBef>
                <a:spcPts val="1176"/>
              </a:spcBef>
              <a:buNone/>
              <a:defRPr sz="2400">
                <a:solidFill>
                  <a:schemeClr val="tx1"/>
                </a:solidFill>
              </a:defRPr>
            </a:lvl5pPr>
          </a:lstStyle>
          <a:p>
            <a:pPr lvl="0"/>
            <a:r>
              <a:rPr lang="en-US"/>
              <a:t>Click to edit Master text styles</a:t>
            </a:r>
          </a:p>
        </p:txBody>
      </p:sp>
      <p:sp>
        <p:nvSpPr>
          <p:cNvPr id="12" name="Tijdelijke aanduiding voor afbeelding 12">
            <a:extLst>
              <a:ext uri="{FF2B5EF4-FFF2-40B4-BE49-F238E27FC236}">
                <a16:creationId xmlns:a16="http://schemas.microsoft.com/office/drawing/2014/main" id="{279610B9-781A-03AF-19C4-1054780BCE76}"/>
              </a:ext>
            </a:extLst>
          </p:cNvPr>
          <p:cNvSpPr>
            <a:spLocks noGrp="1" noChangeAspect="1"/>
          </p:cNvSpPr>
          <p:nvPr>
            <p:ph type="pic" sz="quarter" idx="24"/>
          </p:nvPr>
        </p:nvSpPr>
        <p:spPr>
          <a:xfrm>
            <a:off x="4728200" y="3500267"/>
            <a:ext cx="2160000" cy="2160000"/>
          </a:xfrm>
          <a:prstGeom prst="ellipse">
            <a:avLst/>
          </a:prstGeom>
        </p:spPr>
        <p:txBody>
          <a:bodyPr/>
          <a:lstStyle>
            <a:lvl1pPr marL="40639" indent="0" algn="ctr">
              <a:buNone/>
              <a:defRPr sz="1600"/>
            </a:lvl1pPr>
          </a:lstStyle>
          <a:p>
            <a:r>
              <a:rPr lang="en-US"/>
              <a:t>Click icon to add picture</a:t>
            </a:r>
            <a:endParaRPr lang="en-US" dirty="0"/>
          </a:p>
        </p:txBody>
      </p:sp>
      <p:sp>
        <p:nvSpPr>
          <p:cNvPr id="13" name="Content Placeholder 4">
            <a:extLst>
              <a:ext uri="{FF2B5EF4-FFF2-40B4-BE49-F238E27FC236}">
                <a16:creationId xmlns:a16="http://schemas.microsoft.com/office/drawing/2014/main" id="{1915F01D-5BFD-B2A1-F0B4-21678419A4C8}"/>
              </a:ext>
            </a:extLst>
          </p:cNvPr>
          <p:cNvSpPr>
            <a:spLocks noGrp="1"/>
          </p:cNvSpPr>
          <p:nvPr>
            <p:ph sz="quarter" idx="25" hasCustomPrompt="1"/>
          </p:nvPr>
        </p:nvSpPr>
        <p:spPr>
          <a:xfrm>
            <a:off x="7060238" y="4176864"/>
            <a:ext cx="4482578" cy="415637"/>
          </a:xfrm>
        </p:spPr>
        <p:txBody>
          <a:bodyPr/>
          <a:lstStyle>
            <a:lvl1pPr marL="40639" indent="0" algn="l">
              <a:spcBef>
                <a:spcPts val="1176"/>
              </a:spcBef>
              <a:buFont typeface="Arial" panose="020B0604020202020204" pitchFamily="34" charset="0"/>
              <a:buNone/>
              <a:defRPr sz="2400" b="0" i="0">
                <a:solidFill>
                  <a:schemeClr val="tx1"/>
                </a:solidFill>
                <a:latin typeface="Fira Sans Medium" panose="020B0503050000020004" pitchFamily="34" charset="0"/>
              </a:defRPr>
            </a:lvl1pPr>
            <a:lvl2pPr marL="354709" indent="0" algn="ctr">
              <a:spcBef>
                <a:spcPts val="1176"/>
              </a:spcBef>
              <a:buNone/>
              <a:defRPr sz="2400">
                <a:solidFill>
                  <a:schemeClr val="tx1"/>
                </a:solidFill>
              </a:defRPr>
            </a:lvl2pPr>
            <a:lvl3pPr marL="660652" indent="0" algn="ctr">
              <a:spcBef>
                <a:spcPts val="1176"/>
              </a:spcBef>
              <a:buNone/>
              <a:defRPr sz="2400">
                <a:solidFill>
                  <a:schemeClr val="tx1"/>
                </a:solidFill>
              </a:defRPr>
            </a:lvl3pPr>
            <a:lvl4pPr marL="954403" indent="0" algn="ctr">
              <a:spcBef>
                <a:spcPts val="1176"/>
              </a:spcBef>
              <a:buNone/>
              <a:defRPr sz="2400">
                <a:solidFill>
                  <a:schemeClr val="tx1"/>
                </a:solidFill>
              </a:defRPr>
            </a:lvl4pPr>
            <a:lvl5pPr marL="1249200" indent="0" algn="ctr">
              <a:spcBef>
                <a:spcPts val="1176"/>
              </a:spcBef>
              <a:buNone/>
              <a:defRPr sz="2400">
                <a:solidFill>
                  <a:schemeClr val="tx1"/>
                </a:solidFill>
              </a:defRPr>
            </a:lvl5pPr>
          </a:lstStyle>
          <a:p>
            <a:pPr lvl="0"/>
            <a:r>
              <a:rPr lang="en-GB" dirty="0"/>
              <a:t>Click to edit text</a:t>
            </a:r>
          </a:p>
        </p:txBody>
      </p:sp>
    </p:spTree>
    <p:extLst>
      <p:ext uri="{BB962C8B-B14F-4D97-AF65-F5344CB8AC3E}">
        <p14:creationId xmlns:p14="http://schemas.microsoft.com/office/powerpoint/2010/main" val="3592552709"/>
      </p:ext>
    </p:extLst>
  </p:cSld>
  <p:clrMapOvr>
    <a:masterClrMapping/>
  </p:clrMapOvr>
  <p:extLst>
    <p:ext uri="{DCECCB84-F9BA-43D5-87BE-67443E8EF086}">
      <p15:sldGuideLst xmlns:p15="http://schemas.microsoft.com/office/powerpoint/2012/main">
        <p15:guide id="1" pos="211">
          <p15:clr>
            <a:srgbClr val="FBAE40"/>
          </p15:clr>
        </p15:guide>
        <p15:guide id="3" pos="7469">
          <p15:clr>
            <a:srgbClr val="FBAE40"/>
          </p15:clr>
        </p15:guide>
        <p15:guide id="5" orient="horz" pos="414">
          <p15:clr>
            <a:srgbClr val="FBAE40"/>
          </p15:clr>
        </p15:guide>
        <p15:guide id="6" orient="horz" pos="210">
          <p15:clr>
            <a:srgbClr val="FBAE40"/>
          </p15:clr>
        </p15:guide>
        <p15:guide id="8" pos="2661">
          <p15:clr>
            <a:srgbClr val="FBAE40"/>
          </p15:clr>
        </p15:guide>
        <p15:guide id="12" orient="horz" pos="4110">
          <p15:clr>
            <a:srgbClr val="FBAE40"/>
          </p15:clr>
        </p15:guide>
        <p15:guide id="13" orient="horz" pos="3906">
          <p15:clr>
            <a:srgbClr val="FBAE40"/>
          </p15:clr>
        </p15:guide>
        <p15:guide id="14" orient="horz" pos="125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speakers without bio">
    <p:bg>
      <p:bgPr>
        <a:solidFill>
          <a:schemeClr val="bg2"/>
        </a:solidFill>
        <a:effectLst/>
      </p:bgPr>
    </p:bg>
    <p:spTree>
      <p:nvGrpSpPr>
        <p:cNvPr id="1" name=""/>
        <p:cNvGrpSpPr/>
        <p:nvPr/>
      </p:nvGrpSpPr>
      <p:grpSpPr>
        <a:xfrm>
          <a:off x="0" y="0"/>
          <a:ext cx="0" cy="0"/>
          <a:chOff x="0" y="0"/>
          <a:chExt cx="0" cy="0"/>
        </a:xfrm>
      </p:grpSpPr>
      <p:cxnSp>
        <p:nvCxnSpPr>
          <p:cNvPr id="2" name="Rechte verbindingslijn 8">
            <a:extLst>
              <a:ext uri="{FF2B5EF4-FFF2-40B4-BE49-F238E27FC236}">
                <a16:creationId xmlns:a16="http://schemas.microsoft.com/office/drawing/2014/main" id="{76501614-6A83-AAC2-7106-02BC1AE84951}"/>
              </a:ext>
            </a:extLst>
          </p:cNvPr>
          <p:cNvCxnSpPr>
            <a:cxnSpLocks/>
          </p:cNvCxnSpPr>
          <p:nvPr userDrawn="1"/>
        </p:nvCxnSpPr>
        <p:spPr>
          <a:xfrm flipH="1">
            <a:off x="336000" y="354338"/>
            <a:ext cx="1152000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7CF2491-B0EE-27E1-8189-732B80A05713}"/>
              </a:ext>
            </a:extLst>
          </p:cNvPr>
          <p:cNvSpPr>
            <a:spLocks noGrp="1"/>
          </p:cNvSpPr>
          <p:nvPr>
            <p:ph type="title"/>
          </p:nvPr>
        </p:nvSpPr>
        <p:spPr>
          <a:xfrm>
            <a:off x="242969" y="533210"/>
            <a:ext cx="11608486" cy="918528"/>
          </a:xfrm>
          <a:prstGeom prst="rect">
            <a:avLst/>
          </a:prstGeom>
        </p:spPr>
        <p:txBody>
          <a:bodyPr/>
          <a:lstStyle>
            <a:lvl1pPr>
              <a:defRPr sz="2800">
                <a:solidFill>
                  <a:schemeClr val="tx1"/>
                </a:solidFill>
              </a:defRPr>
            </a:lvl1pPr>
          </a:lstStyle>
          <a:p>
            <a:r>
              <a:rPr lang="en-US"/>
              <a:t>Click to edit Master title style</a:t>
            </a:r>
            <a:endParaRPr lang="en-US" dirty="0"/>
          </a:p>
        </p:txBody>
      </p:sp>
      <p:sp>
        <p:nvSpPr>
          <p:cNvPr id="8" name="Slide Number Placeholder 6">
            <a:extLst>
              <a:ext uri="{FF2B5EF4-FFF2-40B4-BE49-F238E27FC236}">
                <a16:creationId xmlns:a16="http://schemas.microsoft.com/office/drawing/2014/main" id="{0D5C5C23-9496-CCC5-CED7-FD522EBC1A57}"/>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3" name="Tijdelijke aanduiding voor voettekst 2">
            <a:extLst>
              <a:ext uri="{FF2B5EF4-FFF2-40B4-BE49-F238E27FC236}">
                <a16:creationId xmlns:a16="http://schemas.microsoft.com/office/drawing/2014/main" id="{E1EB7E51-1900-CD72-338E-9904C08ACAB0}"/>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
        <p:nvSpPr>
          <p:cNvPr id="4" name="Tijdelijke aanduiding voor afbeelding 12">
            <a:extLst>
              <a:ext uri="{FF2B5EF4-FFF2-40B4-BE49-F238E27FC236}">
                <a16:creationId xmlns:a16="http://schemas.microsoft.com/office/drawing/2014/main" id="{B9F887ED-0A00-6EC3-C561-DB909EFA8014}"/>
              </a:ext>
            </a:extLst>
          </p:cNvPr>
          <p:cNvSpPr>
            <a:spLocks noGrp="1" noChangeAspect="1"/>
          </p:cNvSpPr>
          <p:nvPr>
            <p:ph type="pic" sz="quarter" idx="14"/>
          </p:nvPr>
        </p:nvSpPr>
        <p:spPr>
          <a:xfrm>
            <a:off x="1164139" y="1873355"/>
            <a:ext cx="2160000" cy="2160000"/>
          </a:xfrm>
          <a:prstGeom prst="ellipse">
            <a:avLst/>
          </a:prstGeom>
        </p:spPr>
        <p:txBody>
          <a:bodyPr/>
          <a:lstStyle>
            <a:lvl1pPr marL="40639" indent="0" algn="ctr">
              <a:buNone/>
              <a:defRPr sz="1600"/>
            </a:lvl1pPr>
          </a:lstStyle>
          <a:p>
            <a:r>
              <a:rPr lang="en-US"/>
              <a:t>Click icon to add picture</a:t>
            </a:r>
            <a:endParaRPr lang="en-US" dirty="0"/>
          </a:p>
        </p:txBody>
      </p:sp>
      <p:sp>
        <p:nvSpPr>
          <p:cNvPr id="7" name="Content Placeholder 4">
            <a:extLst>
              <a:ext uri="{FF2B5EF4-FFF2-40B4-BE49-F238E27FC236}">
                <a16:creationId xmlns:a16="http://schemas.microsoft.com/office/drawing/2014/main" id="{0C088CF8-D427-4D7B-ADC4-7393857FC9D9}"/>
              </a:ext>
            </a:extLst>
          </p:cNvPr>
          <p:cNvSpPr>
            <a:spLocks noGrp="1"/>
          </p:cNvSpPr>
          <p:nvPr>
            <p:ph sz="quarter" idx="19"/>
          </p:nvPr>
        </p:nvSpPr>
        <p:spPr>
          <a:xfrm>
            <a:off x="509960" y="4561539"/>
            <a:ext cx="3468359" cy="1198002"/>
          </a:xfrm>
        </p:spPr>
        <p:txBody>
          <a:bodyPr/>
          <a:lstStyle>
            <a:lvl1pPr marL="40639" indent="0" algn="ctr">
              <a:spcBef>
                <a:spcPts val="1176"/>
              </a:spcBef>
              <a:buFont typeface="Arial" panose="020B0604020202020204" pitchFamily="34" charset="0"/>
              <a:buNone/>
              <a:defRPr sz="2200" b="0" i="0">
                <a:solidFill>
                  <a:schemeClr val="tx1"/>
                </a:solidFill>
                <a:latin typeface="Fira Sans Light" panose="020B0403050000020004" pitchFamily="34" charset="0"/>
              </a:defRPr>
            </a:lvl1pPr>
            <a:lvl2pPr marL="354709" indent="0" algn="ctr">
              <a:spcBef>
                <a:spcPts val="1176"/>
              </a:spcBef>
              <a:buNone/>
              <a:defRPr sz="2400">
                <a:solidFill>
                  <a:schemeClr val="tx1"/>
                </a:solidFill>
              </a:defRPr>
            </a:lvl2pPr>
            <a:lvl3pPr marL="660652" indent="0" algn="ctr">
              <a:spcBef>
                <a:spcPts val="1176"/>
              </a:spcBef>
              <a:buNone/>
              <a:defRPr sz="2400">
                <a:solidFill>
                  <a:schemeClr val="tx1"/>
                </a:solidFill>
              </a:defRPr>
            </a:lvl3pPr>
            <a:lvl4pPr marL="954403" indent="0" algn="ctr">
              <a:spcBef>
                <a:spcPts val="1176"/>
              </a:spcBef>
              <a:buNone/>
              <a:defRPr sz="2400">
                <a:solidFill>
                  <a:schemeClr val="tx1"/>
                </a:solidFill>
              </a:defRPr>
            </a:lvl4pPr>
            <a:lvl5pPr marL="1249200" indent="0" algn="ctr">
              <a:spcBef>
                <a:spcPts val="1176"/>
              </a:spcBef>
              <a:buNone/>
              <a:defRPr sz="2400">
                <a:solidFill>
                  <a:schemeClr val="tx1"/>
                </a:solidFill>
              </a:defRPr>
            </a:lvl5pPr>
          </a:lstStyle>
          <a:p>
            <a:pPr lvl="0"/>
            <a:r>
              <a:rPr lang="en-US"/>
              <a:t>Click to edit Master text styles</a:t>
            </a:r>
          </a:p>
        </p:txBody>
      </p:sp>
      <p:sp>
        <p:nvSpPr>
          <p:cNvPr id="9" name="Content Placeholder 4">
            <a:extLst>
              <a:ext uri="{FF2B5EF4-FFF2-40B4-BE49-F238E27FC236}">
                <a16:creationId xmlns:a16="http://schemas.microsoft.com/office/drawing/2014/main" id="{C4FC418A-CCEF-722E-46A6-ECD7A52D7148}"/>
              </a:ext>
            </a:extLst>
          </p:cNvPr>
          <p:cNvSpPr>
            <a:spLocks noGrp="1"/>
          </p:cNvSpPr>
          <p:nvPr>
            <p:ph sz="quarter" idx="22" hasCustomPrompt="1"/>
          </p:nvPr>
        </p:nvSpPr>
        <p:spPr>
          <a:xfrm>
            <a:off x="509960" y="4205277"/>
            <a:ext cx="3468359" cy="415637"/>
          </a:xfrm>
        </p:spPr>
        <p:txBody>
          <a:bodyPr/>
          <a:lstStyle>
            <a:lvl1pPr marL="40639" indent="0" algn="ctr">
              <a:spcBef>
                <a:spcPts val="1176"/>
              </a:spcBef>
              <a:buFont typeface="Arial" panose="020B0604020202020204" pitchFamily="34" charset="0"/>
              <a:buNone/>
              <a:defRPr sz="2200" b="0" i="0">
                <a:solidFill>
                  <a:schemeClr val="tx1"/>
                </a:solidFill>
                <a:latin typeface="Fira Sans Medium" panose="020B0503050000020004" pitchFamily="34" charset="0"/>
              </a:defRPr>
            </a:lvl1pPr>
            <a:lvl2pPr marL="354709" indent="0" algn="ctr">
              <a:spcBef>
                <a:spcPts val="1176"/>
              </a:spcBef>
              <a:buNone/>
              <a:defRPr sz="2400">
                <a:solidFill>
                  <a:schemeClr val="tx1"/>
                </a:solidFill>
              </a:defRPr>
            </a:lvl2pPr>
            <a:lvl3pPr marL="660652" indent="0" algn="ctr">
              <a:spcBef>
                <a:spcPts val="1176"/>
              </a:spcBef>
              <a:buNone/>
              <a:defRPr sz="2400">
                <a:solidFill>
                  <a:schemeClr val="tx1"/>
                </a:solidFill>
              </a:defRPr>
            </a:lvl3pPr>
            <a:lvl4pPr marL="954403" indent="0" algn="ctr">
              <a:spcBef>
                <a:spcPts val="1176"/>
              </a:spcBef>
              <a:buNone/>
              <a:defRPr sz="2400">
                <a:solidFill>
                  <a:schemeClr val="tx1"/>
                </a:solidFill>
              </a:defRPr>
            </a:lvl4pPr>
            <a:lvl5pPr marL="1249200" indent="0" algn="ctr">
              <a:spcBef>
                <a:spcPts val="1176"/>
              </a:spcBef>
              <a:buNone/>
              <a:defRPr sz="2400">
                <a:solidFill>
                  <a:schemeClr val="tx1"/>
                </a:solidFill>
              </a:defRPr>
            </a:lvl5pPr>
          </a:lstStyle>
          <a:p>
            <a:pPr lvl="0"/>
            <a:r>
              <a:rPr lang="en-GB" dirty="0"/>
              <a:t>Click to edit text</a:t>
            </a:r>
          </a:p>
        </p:txBody>
      </p:sp>
      <p:sp>
        <p:nvSpPr>
          <p:cNvPr id="12" name="Tijdelijke aanduiding voor afbeelding 12">
            <a:extLst>
              <a:ext uri="{FF2B5EF4-FFF2-40B4-BE49-F238E27FC236}">
                <a16:creationId xmlns:a16="http://schemas.microsoft.com/office/drawing/2014/main" id="{64CF1BDD-2BF3-EA09-F2CD-A1CF313AF190}"/>
              </a:ext>
            </a:extLst>
          </p:cNvPr>
          <p:cNvSpPr>
            <a:spLocks noGrp="1" noChangeAspect="1"/>
          </p:cNvSpPr>
          <p:nvPr>
            <p:ph type="pic" sz="quarter" idx="23"/>
          </p:nvPr>
        </p:nvSpPr>
        <p:spPr>
          <a:xfrm>
            <a:off x="5016000" y="1873355"/>
            <a:ext cx="2160000" cy="2160000"/>
          </a:xfrm>
          <a:prstGeom prst="ellipse">
            <a:avLst/>
          </a:prstGeom>
        </p:spPr>
        <p:txBody>
          <a:bodyPr/>
          <a:lstStyle>
            <a:lvl1pPr marL="40639" indent="0" algn="ctr">
              <a:buNone/>
              <a:defRPr sz="1600"/>
            </a:lvl1pPr>
          </a:lstStyle>
          <a:p>
            <a:r>
              <a:rPr lang="en-US"/>
              <a:t>Click icon to add picture</a:t>
            </a:r>
            <a:endParaRPr lang="en-US" dirty="0"/>
          </a:p>
        </p:txBody>
      </p:sp>
      <p:sp>
        <p:nvSpPr>
          <p:cNvPr id="13" name="Content Placeholder 4">
            <a:extLst>
              <a:ext uri="{FF2B5EF4-FFF2-40B4-BE49-F238E27FC236}">
                <a16:creationId xmlns:a16="http://schemas.microsoft.com/office/drawing/2014/main" id="{EF29977E-553C-E789-3BD8-DBBA38EFACA1}"/>
              </a:ext>
            </a:extLst>
          </p:cNvPr>
          <p:cNvSpPr>
            <a:spLocks noGrp="1"/>
          </p:cNvSpPr>
          <p:nvPr>
            <p:ph sz="quarter" idx="24"/>
          </p:nvPr>
        </p:nvSpPr>
        <p:spPr>
          <a:xfrm>
            <a:off x="4361821" y="4561539"/>
            <a:ext cx="3468359" cy="1198002"/>
          </a:xfrm>
        </p:spPr>
        <p:txBody>
          <a:bodyPr/>
          <a:lstStyle>
            <a:lvl1pPr marL="40639" indent="0" algn="ctr">
              <a:spcBef>
                <a:spcPts val="1176"/>
              </a:spcBef>
              <a:buFont typeface="Arial" panose="020B0604020202020204" pitchFamily="34" charset="0"/>
              <a:buNone/>
              <a:defRPr sz="2200" b="0" i="0">
                <a:solidFill>
                  <a:schemeClr val="tx1"/>
                </a:solidFill>
                <a:latin typeface="Fira Sans Light" panose="020B0403050000020004" pitchFamily="34" charset="0"/>
              </a:defRPr>
            </a:lvl1pPr>
            <a:lvl2pPr marL="354709" indent="0" algn="ctr">
              <a:spcBef>
                <a:spcPts val="1176"/>
              </a:spcBef>
              <a:buNone/>
              <a:defRPr sz="2400">
                <a:solidFill>
                  <a:schemeClr val="tx1"/>
                </a:solidFill>
              </a:defRPr>
            </a:lvl2pPr>
            <a:lvl3pPr marL="660652" indent="0" algn="ctr">
              <a:spcBef>
                <a:spcPts val="1176"/>
              </a:spcBef>
              <a:buNone/>
              <a:defRPr sz="2400">
                <a:solidFill>
                  <a:schemeClr val="tx1"/>
                </a:solidFill>
              </a:defRPr>
            </a:lvl3pPr>
            <a:lvl4pPr marL="954403" indent="0" algn="ctr">
              <a:spcBef>
                <a:spcPts val="1176"/>
              </a:spcBef>
              <a:buNone/>
              <a:defRPr sz="2400">
                <a:solidFill>
                  <a:schemeClr val="tx1"/>
                </a:solidFill>
              </a:defRPr>
            </a:lvl4pPr>
            <a:lvl5pPr marL="1249200" indent="0" algn="ctr">
              <a:spcBef>
                <a:spcPts val="1176"/>
              </a:spcBef>
              <a:buNone/>
              <a:defRPr sz="2400">
                <a:solidFill>
                  <a:schemeClr val="tx1"/>
                </a:solidFill>
              </a:defRPr>
            </a:lvl5pPr>
          </a:lstStyle>
          <a:p>
            <a:pPr lvl="0"/>
            <a:r>
              <a:rPr lang="en-US"/>
              <a:t>Click to edit Master text styles</a:t>
            </a:r>
          </a:p>
        </p:txBody>
      </p:sp>
      <p:sp>
        <p:nvSpPr>
          <p:cNvPr id="14" name="Content Placeholder 4">
            <a:extLst>
              <a:ext uri="{FF2B5EF4-FFF2-40B4-BE49-F238E27FC236}">
                <a16:creationId xmlns:a16="http://schemas.microsoft.com/office/drawing/2014/main" id="{39AF1F99-F04F-5A89-C73F-C138DC3FCAA6}"/>
              </a:ext>
            </a:extLst>
          </p:cNvPr>
          <p:cNvSpPr>
            <a:spLocks noGrp="1"/>
          </p:cNvSpPr>
          <p:nvPr>
            <p:ph sz="quarter" idx="25" hasCustomPrompt="1"/>
          </p:nvPr>
        </p:nvSpPr>
        <p:spPr>
          <a:xfrm>
            <a:off x="4361820" y="4205277"/>
            <a:ext cx="3468359" cy="415637"/>
          </a:xfrm>
        </p:spPr>
        <p:txBody>
          <a:bodyPr/>
          <a:lstStyle>
            <a:lvl1pPr marL="40639" indent="0" algn="ctr">
              <a:spcBef>
                <a:spcPts val="1176"/>
              </a:spcBef>
              <a:buFont typeface="Arial" panose="020B0604020202020204" pitchFamily="34" charset="0"/>
              <a:buNone/>
              <a:defRPr sz="2200" b="0" i="0">
                <a:solidFill>
                  <a:schemeClr val="tx1"/>
                </a:solidFill>
                <a:latin typeface="Fira Sans Medium" panose="020B0503050000020004" pitchFamily="34" charset="0"/>
              </a:defRPr>
            </a:lvl1pPr>
            <a:lvl2pPr marL="354709" indent="0" algn="ctr">
              <a:spcBef>
                <a:spcPts val="1176"/>
              </a:spcBef>
              <a:buNone/>
              <a:defRPr sz="2400">
                <a:solidFill>
                  <a:schemeClr val="tx1"/>
                </a:solidFill>
              </a:defRPr>
            </a:lvl2pPr>
            <a:lvl3pPr marL="660652" indent="0" algn="ctr">
              <a:spcBef>
                <a:spcPts val="1176"/>
              </a:spcBef>
              <a:buNone/>
              <a:defRPr sz="2400">
                <a:solidFill>
                  <a:schemeClr val="tx1"/>
                </a:solidFill>
              </a:defRPr>
            </a:lvl3pPr>
            <a:lvl4pPr marL="954403" indent="0" algn="ctr">
              <a:spcBef>
                <a:spcPts val="1176"/>
              </a:spcBef>
              <a:buNone/>
              <a:defRPr sz="2400">
                <a:solidFill>
                  <a:schemeClr val="tx1"/>
                </a:solidFill>
              </a:defRPr>
            </a:lvl4pPr>
            <a:lvl5pPr marL="1249200" indent="0" algn="ctr">
              <a:spcBef>
                <a:spcPts val="1176"/>
              </a:spcBef>
              <a:buNone/>
              <a:defRPr sz="2400">
                <a:solidFill>
                  <a:schemeClr val="tx1"/>
                </a:solidFill>
              </a:defRPr>
            </a:lvl5pPr>
          </a:lstStyle>
          <a:p>
            <a:pPr lvl="0"/>
            <a:r>
              <a:rPr lang="en-GB" dirty="0"/>
              <a:t>Click to edit text</a:t>
            </a:r>
          </a:p>
        </p:txBody>
      </p:sp>
      <p:sp>
        <p:nvSpPr>
          <p:cNvPr id="15" name="Tijdelijke aanduiding voor afbeelding 12">
            <a:extLst>
              <a:ext uri="{FF2B5EF4-FFF2-40B4-BE49-F238E27FC236}">
                <a16:creationId xmlns:a16="http://schemas.microsoft.com/office/drawing/2014/main" id="{801155BE-9168-3B37-37D7-58E2E91838E7}"/>
              </a:ext>
            </a:extLst>
          </p:cNvPr>
          <p:cNvSpPr>
            <a:spLocks noGrp="1" noChangeAspect="1"/>
          </p:cNvSpPr>
          <p:nvPr>
            <p:ph type="pic" sz="quarter" idx="26"/>
          </p:nvPr>
        </p:nvSpPr>
        <p:spPr>
          <a:xfrm>
            <a:off x="8867860" y="1873355"/>
            <a:ext cx="2160000" cy="2160000"/>
          </a:xfrm>
          <a:prstGeom prst="ellipse">
            <a:avLst/>
          </a:prstGeom>
        </p:spPr>
        <p:txBody>
          <a:bodyPr/>
          <a:lstStyle>
            <a:lvl1pPr marL="40639" indent="0" algn="ctr">
              <a:buNone/>
              <a:defRPr sz="1600"/>
            </a:lvl1pPr>
          </a:lstStyle>
          <a:p>
            <a:r>
              <a:rPr lang="en-US"/>
              <a:t>Click icon to add picture</a:t>
            </a:r>
            <a:endParaRPr lang="en-US" dirty="0"/>
          </a:p>
        </p:txBody>
      </p:sp>
      <p:sp>
        <p:nvSpPr>
          <p:cNvPr id="16" name="Content Placeholder 4">
            <a:extLst>
              <a:ext uri="{FF2B5EF4-FFF2-40B4-BE49-F238E27FC236}">
                <a16:creationId xmlns:a16="http://schemas.microsoft.com/office/drawing/2014/main" id="{96E5FE48-6A9D-1329-BC32-D549789EECEF}"/>
              </a:ext>
            </a:extLst>
          </p:cNvPr>
          <p:cNvSpPr>
            <a:spLocks noGrp="1"/>
          </p:cNvSpPr>
          <p:nvPr>
            <p:ph sz="quarter" idx="27"/>
          </p:nvPr>
        </p:nvSpPr>
        <p:spPr>
          <a:xfrm>
            <a:off x="8213681" y="4561539"/>
            <a:ext cx="3468359" cy="1198002"/>
          </a:xfrm>
        </p:spPr>
        <p:txBody>
          <a:bodyPr/>
          <a:lstStyle>
            <a:lvl1pPr marL="40639" indent="0" algn="ctr">
              <a:spcBef>
                <a:spcPts val="1176"/>
              </a:spcBef>
              <a:buFont typeface="Arial" panose="020B0604020202020204" pitchFamily="34" charset="0"/>
              <a:buNone/>
              <a:defRPr sz="2200" b="0" i="0">
                <a:solidFill>
                  <a:schemeClr val="tx1"/>
                </a:solidFill>
                <a:latin typeface="Fira Sans Light" panose="020B0403050000020004" pitchFamily="34" charset="0"/>
              </a:defRPr>
            </a:lvl1pPr>
            <a:lvl2pPr marL="354709" indent="0" algn="ctr">
              <a:spcBef>
                <a:spcPts val="1176"/>
              </a:spcBef>
              <a:buNone/>
              <a:defRPr sz="2400">
                <a:solidFill>
                  <a:schemeClr val="tx1"/>
                </a:solidFill>
              </a:defRPr>
            </a:lvl2pPr>
            <a:lvl3pPr marL="660652" indent="0" algn="ctr">
              <a:spcBef>
                <a:spcPts val="1176"/>
              </a:spcBef>
              <a:buNone/>
              <a:defRPr sz="2400">
                <a:solidFill>
                  <a:schemeClr val="tx1"/>
                </a:solidFill>
              </a:defRPr>
            </a:lvl3pPr>
            <a:lvl4pPr marL="954403" indent="0" algn="ctr">
              <a:spcBef>
                <a:spcPts val="1176"/>
              </a:spcBef>
              <a:buNone/>
              <a:defRPr sz="2400">
                <a:solidFill>
                  <a:schemeClr val="tx1"/>
                </a:solidFill>
              </a:defRPr>
            </a:lvl4pPr>
            <a:lvl5pPr marL="1249200" indent="0" algn="ctr">
              <a:spcBef>
                <a:spcPts val="1176"/>
              </a:spcBef>
              <a:buNone/>
              <a:defRPr sz="2400">
                <a:solidFill>
                  <a:schemeClr val="tx1"/>
                </a:solidFill>
              </a:defRPr>
            </a:lvl5pPr>
          </a:lstStyle>
          <a:p>
            <a:pPr lvl="0"/>
            <a:r>
              <a:rPr lang="en-US"/>
              <a:t>Click to edit Master text styles</a:t>
            </a:r>
          </a:p>
        </p:txBody>
      </p:sp>
      <p:sp>
        <p:nvSpPr>
          <p:cNvPr id="17" name="Content Placeholder 4">
            <a:extLst>
              <a:ext uri="{FF2B5EF4-FFF2-40B4-BE49-F238E27FC236}">
                <a16:creationId xmlns:a16="http://schemas.microsoft.com/office/drawing/2014/main" id="{D55B831E-8B46-0D1E-3F5C-632827FDA590}"/>
              </a:ext>
            </a:extLst>
          </p:cNvPr>
          <p:cNvSpPr>
            <a:spLocks noGrp="1"/>
          </p:cNvSpPr>
          <p:nvPr>
            <p:ph sz="quarter" idx="28" hasCustomPrompt="1"/>
          </p:nvPr>
        </p:nvSpPr>
        <p:spPr>
          <a:xfrm>
            <a:off x="8213681" y="4205277"/>
            <a:ext cx="3468359" cy="415637"/>
          </a:xfrm>
        </p:spPr>
        <p:txBody>
          <a:bodyPr/>
          <a:lstStyle>
            <a:lvl1pPr marL="40639" indent="0" algn="ctr">
              <a:spcBef>
                <a:spcPts val="1176"/>
              </a:spcBef>
              <a:buFont typeface="Arial" panose="020B0604020202020204" pitchFamily="34" charset="0"/>
              <a:buNone/>
              <a:defRPr sz="2200" b="0" i="0">
                <a:solidFill>
                  <a:schemeClr val="tx1"/>
                </a:solidFill>
                <a:latin typeface="Fira Sans Medium" panose="020B0503050000020004" pitchFamily="34" charset="0"/>
              </a:defRPr>
            </a:lvl1pPr>
            <a:lvl2pPr marL="354709" indent="0" algn="ctr">
              <a:spcBef>
                <a:spcPts val="1176"/>
              </a:spcBef>
              <a:buNone/>
              <a:defRPr sz="2400">
                <a:solidFill>
                  <a:schemeClr val="tx1"/>
                </a:solidFill>
              </a:defRPr>
            </a:lvl2pPr>
            <a:lvl3pPr marL="660652" indent="0" algn="ctr">
              <a:spcBef>
                <a:spcPts val="1176"/>
              </a:spcBef>
              <a:buNone/>
              <a:defRPr sz="2400">
                <a:solidFill>
                  <a:schemeClr val="tx1"/>
                </a:solidFill>
              </a:defRPr>
            </a:lvl3pPr>
            <a:lvl4pPr marL="954403" indent="0" algn="ctr">
              <a:spcBef>
                <a:spcPts val="1176"/>
              </a:spcBef>
              <a:buNone/>
              <a:defRPr sz="2400">
                <a:solidFill>
                  <a:schemeClr val="tx1"/>
                </a:solidFill>
              </a:defRPr>
            </a:lvl4pPr>
            <a:lvl5pPr marL="1249200" indent="0" algn="ctr">
              <a:spcBef>
                <a:spcPts val="1176"/>
              </a:spcBef>
              <a:buNone/>
              <a:defRPr sz="2400">
                <a:solidFill>
                  <a:schemeClr val="tx1"/>
                </a:solidFill>
              </a:defRPr>
            </a:lvl5pPr>
          </a:lstStyle>
          <a:p>
            <a:pPr lvl="0"/>
            <a:r>
              <a:rPr lang="en-GB" dirty="0"/>
              <a:t>Click to edit text</a:t>
            </a:r>
          </a:p>
        </p:txBody>
      </p:sp>
    </p:spTree>
    <p:extLst>
      <p:ext uri="{BB962C8B-B14F-4D97-AF65-F5344CB8AC3E}">
        <p14:creationId xmlns:p14="http://schemas.microsoft.com/office/powerpoint/2010/main" val="564420"/>
      </p:ext>
    </p:extLst>
  </p:cSld>
  <p:clrMapOvr>
    <a:masterClrMapping/>
  </p:clrMapOvr>
  <p:extLst>
    <p:ext uri="{DCECCB84-F9BA-43D5-87BE-67443E8EF086}">
      <p15:sldGuideLst xmlns:p15="http://schemas.microsoft.com/office/powerpoint/2012/main">
        <p15:guide id="1" pos="211">
          <p15:clr>
            <a:srgbClr val="FBAE40"/>
          </p15:clr>
        </p15:guide>
        <p15:guide id="2" orient="horz" pos="210">
          <p15:clr>
            <a:srgbClr val="FBAE40"/>
          </p15:clr>
        </p15:guide>
        <p15:guide id="3" orient="horz" pos="414">
          <p15:clr>
            <a:srgbClr val="FBAE40"/>
          </p15:clr>
        </p15:guide>
        <p15:guide id="4" orient="horz" pos="913">
          <p15:clr>
            <a:srgbClr val="FBAE40"/>
          </p15:clr>
        </p15:guide>
        <p15:guide id="5" orient="horz" pos="4110">
          <p15:clr>
            <a:srgbClr val="FBAE40"/>
          </p15:clr>
        </p15:guide>
        <p15:guide id="6" orient="horz" pos="3906">
          <p15:clr>
            <a:srgbClr val="FBAE40"/>
          </p15:clr>
        </p15:guide>
        <p15:guide id="7" pos="746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cxnSp>
        <p:nvCxnSpPr>
          <p:cNvPr id="3" name="Rechte verbindingslijn 8">
            <a:extLst>
              <a:ext uri="{FF2B5EF4-FFF2-40B4-BE49-F238E27FC236}">
                <a16:creationId xmlns:a16="http://schemas.microsoft.com/office/drawing/2014/main" id="{B28CFA3A-B916-4D8E-5DE2-97F3BD190BE2}"/>
              </a:ext>
            </a:extLst>
          </p:cNvPr>
          <p:cNvCxnSpPr>
            <a:cxnSpLocks/>
          </p:cNvCxnSpPr>
          <p:nvPr userDrawn="1"/>
        </p:nvCxnSpPr>
        <p:spPr>
          <a:xfrm flipH="1">
            <a:off x="334963" y="354338"/>
            <a:ext cx="372600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62670F00-8FF6-161F-BC17-C8FBC354174B}"/>
              </a:ext>
            </a:extLst>
          </p:cNvPr>
          <p:cNvSpPr>
            <a:spLocks noGrp="1"/>
          </p:cNvSpPr>
          <p:nvPr>
            <p:ph type="title"/>
          </p:nvPr>
        </p:nvSpPr>
        <p:spPr>
          <a:xfrm>
            <a:off x="242969" y="519957"/>
            <a:ext cx="3817994" cy="5680813"/>
          </a:xfrm>
          <a:prstGeom prst="rect">
            <a:avLst/>
          </a:prstGeom>
        </p:spPr>
        <p:txBody>
          <a:bodyPr/>
          <a:lstStyle>
            <a:lvl1pPr>
              <a:defRPr sz="3600">
                <a:solidFill>
                  <a:schemeClr val="tx1"/>
                </a:solidFill>
              </a:defRPr>
            </a:lvl1pPr>
          </a:lstStyle>
          <a:p>
            <a:r>
              <a:rPr lang="en-US"/>
              <a:t>Click to edit Master title style</a:t>
            </a:r>
            <a:endParaRPr lang="en-US" dirty="0"/>
          </a:p>
        </p:txBody>
      </p:sp>
      <p:cxnSp>
        <p:nvCxnSpPr>
          <p:cNvPr id="5" name="Rechte verbindingslijn 8">
            <a:extLst>
              <a:ext uri="{FF2B5EF4-FFF2-40B4-BE49-F238E27FC236}">
                <a16:creationId xmlns:a16="http://schemas.microsoft.com/office/drawing/2014/main" id="{2F447712-CCC9-1E73-1528-C9E286DFAE58}"/>
              </a:ext>
            </a:extLst>
          </p:cNvPr>
          <p:cNvCxnSpPr>
            <a:cxnSpLocks/>
          </p:cNvCxnSpPr>
          <p:nvPr userDrawn="1"/>
        </p:nvCxnSpPr>
        <p:spPr>
          <a:xfrm flipH="1">
            <a:off x="4233001" y="354338"/>
            <a:ext cx="7623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90352F92-09FD-6C95-2310-D1E6CB738831}"/>
              </a:ext>
            </a:extLst>
          </p:cNvPr>
          <p:cNvSpPr>
            <a:spLocks noGrp="1"/>
          </p:cNvSpPr>
          <p:nvPr>
            <p:ph sz="quarter" idx="19"/>
          </p:nvPr>
        </p:nvSpPr>
        <p:spPr>
          <a:xfrm>
            <a:off x="4152426" y="551208"/>
            <a:ext cx="7704611" cy="5649562"/>
          </a:xfrm>
        </p:spPr>
        <p:txBody>
          <a:bodyPr/>
          <a:lstStyle>
            <a:lvl1pPr marL="334390" indent="-293751">
              <a:spcBef>
                <a:spcPts val="1176"/>
              </a:spcBef>
              <a:defRPr sz="2400">
                <a:solidFill>
                  <a:schemeClr val="tx1"/>
                </a:solidFill>
              </a:defRPr>
            </a:lvl1pPr>
            <a:lvl2pPr marL="648460" indent="-293751">
              <a:spcBef>
                <a:spcPts val="1176"/>
              </a:spcBef>
              <a:defRPr sz="2400">
                <a:solidFill>
                  <a:schemeClr val="tx1"/>
                </a:solidFill>
              </a:defRPr>
            </a:lvl2pPr>
            <a:lvl3pPr marL="954403" indent="-293751">
              <a:spcBef>
                <a:spcPts val="1176"/>
              </a:spcBef>
              <a:defRPr sz="2400">
                <a:solidFill>
                  <a:schemeClr val="tx1"/>
                </a:solidFill>
              </a:defRPr>
            </a:lvl3pPr>
            <a:lvl4pPr marL="1248154" indent="-293751">
              <a:spcBef>
                <a:spcPts val="1176"/>
              </a:spcBef>
              <a:defRPr sz="2400">
                <a:solidFill>
                  <a:schemeClr val="tx1"/>
                </a:solidFill>
              </a:defRPr>
            </a:lvl4pPr>
            <a:lvl5pPr marL="1544400" indent="-295200">
              <a:spcBef>
                <a:spcPts val="1176"/>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6">
            <a:extLst>
              <a:ext uri="{FF2B5EF4-FFF2-40B4-BE49-F238E27FC236}">
                <a16:creationId xmlns:a16="http://schemas.microsoft.com/office/drawing/2014/main" id="{E375921B-3BC6-0782-EADD-26857A7847E4}"/>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6" name="Tijdelijke aanduiding voor voettekst 2">
            <a:extLst>
              <a:ext uri="{FF2B5EF4-FFF2-40B4-BE49-F238E27FC236}">
                <a16:creationId xmlns:a16="http://schemas.microsoft.com/office/drawing/2014/main" id="{4695A83F-C9ED-F50C-E5A4-53C061CBD656}"/>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Tree>
    <p:extLst>
      <p:ext uri="{BB962C8B-B14F-4D97-AF65-F5344CB8AC3E}">
        <p14:creationId xmlns:p14="http://schemas.microsoft.com/office/powerpoint/2010/main" val="1548213796"/>
      </p:ext>
    </p:extLst>
  </p:cSld>
  <p:clrMapOvr>
    <a:masterClrMapping/>
  </p:clrMapOvr>
  <p:extLst>
    <p:ext uri="{DCECCB84-F9BA-43D5-87BE-67443E8EF086}">
      <p15:sldGuideLst xmlns:p15="http://schemas.microsoft.com/office/powerpoint/2012/main">
        <p15:guide id="1" pos="211">
          <p15:clr>
            <a:srgbClr val="FBAE40"/>
          </p15:clr>
        </p15:guide>
        <p15:guide id="3" pos="7469">
          <p15:clr>
            <a:srgbClr val="FBAE40"/>
          </p15:clr>
        </p15:guide>
        <p15:guide id="5" orient="horz" pos="414">
          <p15:clr>
            <a:srgbClr val="FBAE40"/>
          </p15:clr>
        </p15:guide>
        <p15:guide id="6" orient="horz" pos="210">
          <p15:clr>
            <a:srgbClr val="FBAE40"/>
          </p15:clr>
        </p15:guide>
        <p15:guide id="7" orient="horz" pos="4110" userDrawn="1">
          <p15:clr>
            <a:srgbClr val="FBAE40"/>
          </p15:clr>
        </p15:guide>
        <p15:guide id="8" orient="horz" pos="390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Grey)">
    <p:bg>
      <p:bgPr>
        <a:solidFill>
          <a:schemeClr val="bg2"/>
        </a:solidFill>
        <a:effectLst/>
      </p:bgPr>
    </p:bg>
    <p:spTree>
      <p:nvGrpSpPr>
        <p:cNvPr id="1" name=""/>
        <p:cNvGrpSpPr/>
        <p:nvPr/>
      </p:nvGrpSpPr>
      <p:grpSpPr>
        <a:xfrm>
          <a:off x="0" y="0"/>
          <a:ext cx="0" cy="0"/>
          <a:chOff x="0" y="0"/>
          <a:chExt cx="0" cy="0"/>
        </a:xfrm>
      </p:grpSpPr>
      <p:cxnSp>
        <p:nvCxnSpPr>
          <p:cNvPr id="3" name="Rechte verbindingslijn 8">
            <a:extLst>
              <a:ext uri="{FF2B5EF4-FFF2-40B4-BE49-F238E27FC236}">
                <a16:creationId xmlns:a16="http://schemas.microsoft.com/office/drawing/2014/main" id="{B28CFA3A-B916-4D8E-5DE2-97F3BD190BE2}"/>
              </a:ext>
            </a:extLst>
          </p:cNvPr>
          <p:cNvCxnSpPr>
            <a:cxnSpLocks/>
          </p:cNvCxnSpPr>
          <p:nvPr userDrawn="1"/>
        </p:nvCxnSpPr>
        <p:spPr>
          <a:xfrm flipH="1">
            <a:off x="334963" y="354338"/>
            <a:ext cx="3726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 name="Rechte verbindingslijn 8">
            <a:extLst>
              <a:ext uri="{FF2B5EF4-FFF2-40B4-BE49-F238E27FC236}">
                <a16:creationId xmlns:a16="http://schemas.microsoft.com/office/drawing/2014/main" id="{2F447712-CCC9-1E73-1528-C9E286DFAE58}"/>
              </a:ext>
            </a:extLst>
          </p:cNvPr>
          <p:cNvCxnSpPr>
            <a:cxnSpLocks/>
          </p:cNvCxnSpPr>
          <p:nvPr userDrawn="1"/>
        </p:nvCxnSpPr>
        <p:spPr>
          <a:xfrm flipH="1">
            <a:off x="4233001" y="354338"/>
            <a:ext cx="7623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Slide Number Placeholder 6">
            <a:extLst>
              <a:ext uri="{FF2B5EF4-FFF2-40B4-BE49-F238E27FC236}">
                <a16:creationId xmlns:a16="http://schemas.microsoft.com/office/drawing/2014/main" id="{7E1E1944-7068-A8DF-C647-3C98885A9468}"/>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6" name="Tijdelijke aanduiding voor voettekst 2">
            <a:extLst>
              <a:ext uri="{FF2B5EF4-FFF2-40B4-BE49-F238E27FC236}">
                <a16:creationId xmlns:a16="http://schemas.microsoft.com/office/drawing/2014/main" id="{DC9FAC1A-F1D5-FFFD-873B-E3B269FCBA44}"/>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
        <p:nvSpPr>
          <p:cNvPr id="8" name="Title 1">
            <a:extLst>
              <a:ext uri="{FF2B5EF4-FFF2-40B4-BE49-F238E27FC236}">
                <a16:creationId xmlns:a16="http://schemas.microsoft.com/office/drawing/2014/main" id="{DDEF9E1C-0DDE-1761-89FF-553DF6904A0F}"/>
              </a:ext>
            </a:extLst>
          </p:cNvPr>
          <p:cNvSpPr>
            <a:spLocks noGrp="1"/>
          </p:cNvSpPr>
          <p:nvPr>
            <p:ph type="title"/>
          </p:nvPr>
        </p:nvSpPr>
        <p:spPr>
          <a:xfrm>
            <a:off x="242969" y="519957"/>
            <a:ext cx="3817994" cy="5680817"/>
          </a:xfrm>
          <a:prstGeom prst="rect">
            <a:avLst/>
          </a:prstGeom>
        </p:spPr>
        <p:txBody>
          <a:bodyPr/>
          <a:lstStyle>
            <a:lvl1pPr>
              <a:defRPr sz="3600">
                <a:solidFill>
                  <a:schemeClr val="tx1"/>
                </a:solidFill>
              </a:defRPr>
            </a:lvl1pPr>
          </a:lstStyle>
          <a:p>
            <a:r>
              <a:rPr lang="en-US"/>
              <a:t>Click to edit Master title style</a:t>
            </a:r>
            <a:endParaRPr lang="en-US" dirty="0"/>
          </a:p>
        </p:txBody>
      </p:sp>
      <p:sp>
        <p:nvSpPr>
          <p:cNvPr id="9" name="Content Placeholder 4">
            <a:extLst>
              <a:ext uri="{FF2B5EF4-FFF2-40B4-BE49-F238E27FC236}">
                <a16:creationId xmlns:a16="http://schemas.microsoft.com/office/drawing/2014/main" id="{CD0841CC-FDBC-C6F5-5902-8F290A2B6EA6}"/>
              </a:ext>
            </a:extLst>
          </p:cNvPr>
          <p:cNvSpPr>
            <a:spLocks noGrp="1"/>
          </p:cNvSpPr>
          <p:nvPr>
            <p:ph sz="quarter" idx="19"/>
          </p:nvPr>
        </p:nvSpPr>
        <p:spPr>
          <a:xfrm>
            <a:off x="4152426" y="551207"/>
            <a:ext cx="7704611" cy="5649563"/>
          </a:xfrm>
        </p:spPr>
        <p:txBody>
          <a:bodyPr/>
          <a:lstStyle>
            <a:lvl1pPr marL="334390" indent="-293751">
              <a:spcBef>
                <a:spcPts val="1176"/>
              </a:spcBef>
              <a:defRPr sz="2400">
                <a:solidFill>
                  <a:schemeClr val="tx1"/>
                </a:solidFill>
              </a:defRPr>
            </a:lvl1pPr>
            <a:lvl2pPr marL="648460" indent="-293751">
              <a:spcBef>
                <a:spcPts val="1176"/>
              </a:spcBef>
              <a:defRPr sz="2400">
                <a:solidFill>
                  <a:schemeClr val="tx1"/>
                </a:solidFill>
              </a:defRPr>
            </a:lvl2pPr>
            <a:lvl3pPr marL="954403" indent="-293751">
              <a:spcBef>
                <a:spcPts val="1176"/>
              </a:spcBef>
              <a:defRPr sz="2400">
                <a:solidFill>
                  <a:schemeClr val="tx1"/>
                </a:solidFill>
              </a:defRPr>
            </a:lvl3pPr>
            <a:lvl4pPr marL="1248154" indent="-293751">
              <a:spcBef>
                <a:spcPts val="1176"/>
              </a:spcBef>
              <a:defRPr sz="2400">
                <a:solidFill>
                  <a:schemeClr val="tx1"/>
                </a:solidFill>
              </a:defRPr>
            </a:lvl4pPr>
            <a:lvl5pPr marL="1544400" indent="-295200">
              <a:spcBef>
                <a:spcPts val="1176"/>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91702500"/>
      </p:ext>
    </p:extLst>
  </p:cSld>
  <p:clrMapOvr>
    <a:masterClrMapping/>
  </p:clrMapOvr>
  <p:extLst>
    <p:ext uri="{DCECCB84-F9BA-43D5-87BE-67443E8EF086}">
      <p15:sldGuideLst xmlns:p15="http://schemas.microsoft.com/office/powerpoint/2012/main">
        <p15:guide id="1" pos="211">
          <p15:clr>
            <a:srgbClr val="FBAE40"/>
          </p15:clr>
        </p15:guide>
        <p15:guide id="3" pos="7469">
          <p15:clr>
            <a:srgbClr val="FBAE40"/>
          </p15:clr>
        </p15:guide>
        <p15:guide id="5" orient="horz" pos="414">
          <p15:clr>
            <a:srgbClr val="FBAE40"/>
          </p15:clr>
        </p15:guide>
        <p15:guide id="6" orient="horz" pos="210">
          <p15:clr>
            <a:srgbClr val="FBAE40"/>
          </p15:clr>
        </p15:guide>
        <p15:guide id="7" orient="horz" pos="4110" userDrawn="1">
          <p15:clr>
            <a:srgbClr val="FBAE40"/>
          </p15:clr>
        </p15:guide>
        <p15:guide id="8" orient="horz" pos="390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Dark)">
    <p:bg>
      <p:bgPr>
        <a:solidFill>
          <a:schemeClr val="tx1"/>
        </a:solidFill>
        <a:effectLst/>
      </p:bgPr>
    </p:bg>
    <p:spTree>
      <p:nvGrpSpPr>
        <p:cNvPr id="1" name=""/>
        <p:cNvGrpSpPr/>
        <p:nvPr/>
      </p:nvGrpSpPr>
      <p:grpSpPr>
        <a:xfrm>
          <a:off x="0" y="0"/>
          <a:ext cx="0" cy="0"/>
          <a:chOff x="0" y="0"/>
          <a:chExt cx="0" cy="0"/>
        </a:xfrm>
      </p:grpSpPr>
      <p:cxnSp>
        <p:nvCxnSpPr>
          <p:cNvPr id="3" name="Rechte verbindingslijn 8">
            <a:extLst>
              <a:ext uri="{FF2B5EF4-FFF2-40B4-BE49-F238E27FC236}">
                <a16:creationId xmlns:a16="http://schemas.microsoft.com/office/drawing/2014/main" id="{B28CFA3A-B916-4D8E-5DE2-97F3BD190BE2}"/>
              </a:ext>
            </a:extLst>
          </p:cNvPr>
          <p:cNvCxnSpPr>
            <a:cxnSpLocks/>
          </p:cNvCxnSpPr>
          <p:nvPr userDrawn="1"/>
        </p:nvCxnSpPr>
        <p:spPr>
          <a:xfrm flipH="1">
            <a:off x="334963" y="354338"/>
            <a:ext cx="3726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 name="Rechte verbindingslijn 8">
            <a:extLst>
              <a:ext uri="{FF2B5EF4-FFF2-40B4-BE49-F238E27FC236}">
                <a16:creationId xmlns:a16="http://schemas.microsoft.com/office/drawing/2014/main" id="{2F447712-CCC9-1E73-1528-C9E286DFAE58}"/>
              </a:ext>
            </a:extLst>
          </p:cNvPr>
          <p:cNvCxnSpPr>
            <a:cxnSpLocks/>
          </p:cNvCxnSpPr>
          <p:nvPr userDrawn="1"/>
        </p:nvCxnSpPr>
        <p:spPr>
          <a:xfrm flipH="1">
            <a:off x="4233001" y="354338"/>
            <a:ext cx="762300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Slide Number Placeholder 6">
            <a:extLst>
              <a:ext uri="{FF2B5EF4-FFF2-40B4-BE49-F238E27FC236}">
                <a16:creationId xmlns:a16="http://schemas.microsoft.com/office/drawing/2014/main" id="{977BC1F3-41D6-531A-C75A-48C63980B5C1}"/>
              </a:ext>
            </a:extLst>
          </p:cNvPr>
          <p:cNvSpPr>
            <a:spLocks noGrp="1"/>
          </p:cNvSpPr>
          <p:nvPr>
            <p:ph type="sldNum" sz="quarter" idx="13"/>
          </p:nvPr>
        </p:nvSpPr>
        <p:spPr>
          <a:xfrm>
            <a:off x="334963" y="6297376"/>
            <a:ext cx="652895" cy="365125"/>
          </a:xfrm>
        </p:spPr>
        <p:txBody>
          <a:bodyPr/>
          <a:lstStyle>
            <a:lvl1pPr>
              <a:defRPr>
                <a:solidFill>
                  <a:schemeClr val="bg1"/>
                </a:solidFill>
                <a:latin typeface="+mn-lt"/>
              </a:defRPr>
            </a:lvl1pPr>
          </a:lstStyle>
          <a:p>
            <a:fld id="{C3C3236D-FB65-584A-8227-5A449D06E62A}" type="slidenum">
              <a:rPr lang="en-US" smtClean="0"/>
              <a:pPr/>
              <a:t>‹#›</a:t>
            </a:fld>
            <a:endParaRPr lang="en-US"/>
          </a:p>
        </p:txBody>
      </p:sp>
      <p:sp>
        <p:nvSpPr>
          <p:cNvPr id="9" name="Tijdelijke aanduiding voor voettekst 2">
            <a:extLst>
              <a:ext uri="{FF2B5EF4-FFF2-40B4-BE49-F238E27FC236}">
                <a16:creationId xmlns:a16="http://schemas.microsoft.com/office/drawing/2014/main" id="{D49A1260-7183-3F25-A44A-BE7847AFB49A}"/>
              </a:ext>
            </a:extLst>
          </p:cNvPr>
          <p:cNvSpPr>
            <a:spLocks noGrp="1"/>
          </p:cNvSpPr>
          <p:nvPr>
            <p:ph type="ftr" sz="quarter" idx="18"/>
          </p:nvPr>
        </p:nvSpPr>
        <p:spPr>
          <a:xfrm>
            <a:off x="4233001" y="6297376"/>
            <a:ext cx="7623000" cy="365125"/>
          </a:xfrm>
        </p:spPr>
        <p:txBody>
          <a:bodyPr/>
          <a:lstStyle>
            <a:lvl1pPr>
              <a:defRPr>
                <a:solidFill>
                  <a:schemeClr val="bg1"/>
                </a:solidFill>
              </a:defRPr>
            </a:lvl1pPr>
          </a:lstStyle>
          <a:p>
            <a:r>
              <a:rPr lang="en-US" dirty="0"/>
              <a:t>#</a:t>
            </a:r>
            <a:r>
              <a:rPr lang="en-US" dirty="0" err="1"/>
              <a:t>CCHConnections</a:t>
            </a:r>
            <a:endParaRPr lang="en-US" dirty="0"/>
          </a:p>
        </p:txBody>
      </p:sp>
      <p:sp>
        <p:nvSpPr>
          <p:cNvPr id="10" name="Title 1">
            <a:extLst>
              <a:ext uri="{FF2B5EF4-FFF2-40B4-BE49-F238E27FC236}">
                <a16:creationId xmlns:a16="http://schemas.microsoft.com/office/drawing/2014/main" id="{75F989AE-CE31-973C-6843-1B5DD053E1F1}"/>
              </a:ext>
            </a:extLst>
          </p:cNvPr>
          <p:cNvSpPr>
            <a:spLocks noGrp="1"/>
          </p:cNvSpPr>
          <p:nvPr>
            <p:ph type="title"/>
          </p:nvPr>
        </p:nvSpPr>
        <p:spPr>
          <a:xfrm>
            <a:off x="242969" y="519957"/>
            <a:ext cx="3817994" cy="5680817"/>
          </a:xfrm>
          <a:prstGeom prst="rect">
            <a:avLst/>
          </a:prstGeom>
        </p:spPr>
        <p:txBody>
          <a:bodyPr/>
          <a:lstStyle>
            <a:lvl1pPr>
              <a:defRPr sz="3600">
                <a:solidFill>
                  <a:schemeClr val="bg1"/>
                </a:solidFill>
              </a:defRPr>
            </a:lvl1pPr>
          </a:lstStyle>
          <a:p>
            <a:r>
              <a:rPr lang="en-US"/>
              <a:t>Click to edit Master title style</a:t>
            </a:r>
            <a:endParaRPr lang="en-US" dirty="0"/>
          </a:p>
        </p:txBody>
      </p:sp>
      <p:sp>
        <p:nvSpPr>
          <p:cNvPr id="12" name="Content Placeholder 4">
            <a:extLst>
              <a:ext uri="{FF2B5EF4-FFF2-40B4-BE49-F238E27FC236}">
                <a16:creationId xmlns:a16="http://schemas.microsoft.com/office/drawing/2014/main" id="{9ADBD5AC-4842-A17A-97DA-56BB274889ED}"/>
              </a:ext>
            </a:extLst>
          </p:cNvPr>
          <p:cNvSpPr>
            <a:spLocks noGrp="1"/>
          </p:cNvSpPr>
          <p:nvPr>
            <p:ph sz="quarter" idx="19"/>
          </p:nvPr>
        </p:nvSpPr>
        <p:spPr>
          <a:xfrm>
            <a:off x="4152426" y="551207"/>
            <a:ext cx="7704611" cy="5649567"/>
          </a:xfrm>
        </p:spPr>
        <p:txBody>
          <a:bodyPr/>
          <a:lstStyle>
            <a:lvl1pPr marL="334390" indent="-293751">
              <a:spcBef>
                <a:spcPts val="1176"/>
              </a:spcBef>
              <a:defRPr sz="2400">
                <a:solidFill>
                  <a:schemeClr val="bg1"/>
                </a:solidFill>
              </a:defRPr>
            </a:lvl1pPr>
            <a:lvl2pPr marL="648460" indent="-293751">
              <a:spcBef>
                <a:spcPts val="1176"/>
              </a:spcBef>
              <a:defRPr sz="2400">
                <a:solidFill>
                  <a:schemeClr val="bg1"/>
                </a:solidFill>
              </a:defRPr>
            </a:lvl2pPr>
            <a:lvl3pPr marL="954403" indent="-293751">
              <a:spcBef>
                <a:spcPts val="1176"/>
              </a:spcBef>
              <a:defRPr sz="2400">
                <a:solidFill>
                  <a:schemeClr val="bg1"/>
                </a:solidFill>
              </a:defRPr>
            </a:lvl3pPr>
            <a:lvl4pPr marL="1248154" indent="-293751">
              <a:spcBef>
                <a:spcPts val="1176"/>
              </a:spcBef>
              <a:defRPr sz="2400">
                <a:solidFill>
                  <a:schemeClr val="bg1"/>
                </a:solidFill>
              </a:defRPr>
            </a:lvl4pPr>
            <a:lvl5pPr marL="1544400" indent="-295200">
              <a:spcBef>
                <a:spcPts val="1176"/>
              </a:spcBef>
              <a:defRPr sz="2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09432664"/>
      </p:ext>
    </p:extLst>
  </p:cSld>
  <p:clrMapOvr>
    <a:masterClrMapping/>
  </p:clrMapOvr>
  <p:extLst>
    <p:ext uri="{DCECCB84-F9BA-43D5-87BE-67443E8EF086}">
      <p15:sldGuideLst xmlns:p15="http://schemas.microsoft.com/office/powerpoint/2012/main">
        <p15:guide id="1" pos="211">
          <p15:clr>
            <a:srgbClr val="FBAE40"/>
          </p15:clr>
        </p15:guide>
        <p15:guide id="3" pos="7469">
          <p15:clr>
            <a:srgbClr val="FBAE40"/>
          </p15:clr>
        </p15:guide>
        <p15:guide id="5" orient="horz" pos="414">
          <p15:clr>
            <a:srgbClr val="FBAE40"/>
          </p15:clr>
        </p15:guide>
        <p15:guide id="6" orient="horz" pos="210">
          <p15:clr>
            <a:srgbClr val="FBAE40"/>
          </p15:clr>
        </p15:guide>
        <p15:guide id="7" orient="horz" pos="4110" userDrawn="1">
          <p15:clr>
            <a:srgbClr val="FBAE40"/>
          </p15:clr>
        </p15:guide>
        <p15:guide id="8" orient="horz" pos="390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p:bg>
      <p:bgPr>
        <a:solidFill>
          <a:schemeClr val="bg1"/>
        </a:solidFill>
        <a:effectLst/>
      </p:bgPr>
    </p:bg>
    <p:spTree>
      <p:nvGrpSpPr>
        <p:cNvPr id="1" name=""/>
        <p:cNvGrpSpPr/>
        <p:nvPr/>
      </p:nvGrpSpPr>
      <p:grpSpPr>
        <a:xfrm>
          <a:off x="0" y="0"/>
          <a:ext cx="0" cy="0"/>
          <a:chOff x="0" y="0"/>
          <a:chExt cx="0" cy="0"/>
        </a:xfrm>
      </p:grpSpPr>
      <p:cxnSp>
        <p:nvCxnSpPr>
          <p:cNvPr id="3" name="Rechte verbindingslijn 8">
            <a:extLst>
              <a:ext uri="{FF2B5EF4-FFF2-40B4-BE49-F238E27FC236}">
                <a16:creationId xmlns:a16="http://schemas.microsoft.com/office/drawing/2014/main" id="{B28CFA3A-B916-4D8E-5DE2-97F3BD190BE2}"/>
              </a:ext>
            </a:extLst>
          </p:cNvPr>
          <p:cNvCxnSpPr>
            <a:cxnSpLocks/>
          </p:cNvCxnSpPr>
          <p:nvPr userDrawn="1"/>
        </p:nvCxnSpPr>
        <p:spPr>
          <a:xfrm flipH="1">
            <a:off x="334963" y="354338"/>
            <a:ext cx="3726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62670F00-8FF6-161F-BC17-C8FBC354174B}"/>
              </a:ext>
            </a:extLst>
          </p:cNvPr>
          <p:cNvSpPr>
            <a:spLocks noGrp="1"/>
          </p:cNvSpPr>
          <p:nvPr>
            <p:ph type="title"/>
          </p:nvPr>
        </p:nvSpPr>
        <p:spPr>
          <a:xfrm>
            <a:off x="242969" y="519957"/>
            <a:ext cx="3817994" cy="5680817"/>
          </a:xfrm>
          <a:prstGeom prst="rect">
            <a:avLst/>
          </a:prstGeom>
        </p:spPr>
        <p:txBody>
          <a:bodyPr/>
          <a:lstStyle>
            <a:lvl1pPr>
              <a:defRPr sz="3600">
                <a:solidFill>
                  <a:schemeClr val="tx1"/>
                </a:solidFill>
              </a:defRPr>
            </a:lvl1pPr>
          </a:lstStyle>
          <a:p>
            <a:r>
              <a:rPr lang="en-US"/>
              <a:t>Click to edit Master title style</a:t>
            </a:r>
            <a:endParaRPr lang="en-US" dirty="0"/>
          </a:p>
        </p:txBody>
      </p:sp>
      <p:cxnSp>
        <p:nvCxnSpPr>
          <p:cNvPr id="5" name="Rechte verbindingslijn 8">
            <a:extLst>
              <a:ext uri="{FF2B5EF4-FFF2-40B4-BE49-F238E27FC236}">
                <a16:creationId xmlns:a16="http://schemas.microsoft.com/office/drawing/2014/main" id="{2F447712-CCC9-1E73-1528-C9E286DFAE58}"/>
              </a:ext>
            </a:extLst>
          </p:cNvPr>
          <p:cNvCxnSpPr>
            <a:cxnSpLocks/>
          </p:cNvCxnSpPr>
          <p:nvPr userDrawn="1"/>
        </p:nvCxnSpPr>
        <p:spPr>
          <a:xfrm flipH="1">
            <a:off x="4233001" y="354338"/>
            <a:ext cx="762300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Content Placeholder 4">
            <a:extLst>
              <a:ext uri="{FF2B5EF4-FFF2-40B4-BE49-F238E27FC236}">
                <a16:creationId xmlns:a16="http://schemas.microsoft.com/office/drawing/2014/main" id="{B3710905-0921-B14E-951B-3D074520550C}"/>
              </a:ext>
            </a:extLst>
          </p:cNvPr>
          <p:cNvSpPr>
            <a:spLocks noGrp="1"/>
          </p:cNvSpPr>
          <p:nvPr>
            <p:ph sz="quarter" idx="17"/>
          </p:nvPr>
        </p:nvSpPr>
        <p:spPr>
          <a:xfrm>
            <a:off x="8150085" y="557835"/>
            <a:ext cx="3705915" cy="5642938"/>
          </a:xfrm>
        </p:spPr>
        <p:txBody>
          <a:bodyPr/>
          <a:lstStyle>
            <a:lvl1pPr marL="334390" indent="-293751">
              <a:spcBef>
                <a:spcPts val="1080"/>
              </a:spcBef>
              <a:defRPr sz="2000">
                <a:solidFill>
                  <a:schemeClr val="tx1"/>
                </a:solidFill>
              </a:defRPr>
            </a:lvl1pPr>
            <a:lvl2pPr marL="648460" indent="-293751">
              <a:spcBef>
                <a:spcPts val="1080"/>
              </a:spcBef>
              <a:defRPr sz="2000">
                <a:solidFill>
                  <a:schemeClr val="tx1"/>
                </a:solidFill>
              </a:defRPr>
            </a:lvl2pPr>
            <a:lvl3pPr marL="954403" indent="-293751">
              <a:spcBef>
                <a:spcPts val="1080"/>
              </a:spcBef>
              <a:defRPr sz="2000">
                <a:solidFill>
                  <a:schemeClr val="tx1"/>
                </a:solidFill>
              </a:defRPr>
            </a:lvl3pPr>
            <a:lvl4pPr marL="1248154" indent="-293751">
              <a:spcBef>
                <a:spcPts val="1080"/>
              </a:spcBef>
              <a:defRPr sz="2000">
                <a:solidFill>
                  <a:schemeClr val="tx1"/>
                </a:solidFill>
              </a:defRPr>
            </a:lvl4pPr>
            <a:lvl5pPr marL="1544400" indent="-295200">
              <a:spcBef>
                <a:spcPts val="1080"/>
              </a:spcBef>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4">
            <a:extLst>
              <a:ext uri="{FF2B5EF4-FFF2-40B4-BE49-F238E27FC236}">
                <a16:creationId xmlns:a16="http://schemas.microsoft.com/office/drawing/2014/main" id="{3A61168B-746D-0F1E-8ABF-B574466BF75A}"/>
              </a:ext>
            </a:extLst>
          </p:cNvPr>
          <p:cNvSpPr>
            <a:spLocks noGrp="1"/>
          </p:cNvSpPr>
          <p:nvPr>
            <p:ph sz="quarter" idx="19"/>
          </p:nvPr>
        </p:nvSpPr>
        <p:spPr>
          <a:xfrm>
            <a:off x="4165679" y="557834"/>
            <a:ext cx="3785626" cy="5642939"/>
          </a:xfrm>
        </p:spPr>
        <p:txBody>
          <a:bodyPr/>
          <a:lstStyle>
            <a:lvl1pPr marL="334390" indent="-293751">
              <a:spcBef>
                <a:spcPts val="1080"/>
              </a:spcBef>
              <a:defRPr sz="2000">
                <a:solidFill>
                  <a:schemeClr val="tx1"/>
                </a:solidFill>
              </a:defRPr>
            </a:lvl1pPr>
            <a:lvl2pPr marL="648460" indent="-293751">
              <a:spcBef>
                <a:spcPts val="1080"/>
              </a:spcBef>
              <a:defRPr sz="2000">
                <a:solidFill>
                  <a:schemeClr val="tx1"/>
                </a:solidFill>
              </a:defRPr>
            </a:lvl2pPr>
            <a:lvl3pPr marL="954403" indent="-293751">
              <a:spcBef>
                <a:spcPts val="1080"/>
              </a:spcBef>
              <a:defRPr sz="2000">
                <a:solidFill>
                  <a:schemeClr val="tx1"/>
                </a:solidFill>
              </a:defRPr>
            </a:lvl3pPr>
            <a:lvl4pPr marL="1248154" indent="-293751">
              <a:spcBef>
                <a:spcPts val="1080"/>
              </a:spcBef>
              <a:defRPr sz="2000">
                <a:solidFill>
                  <a:schemeClr val="tx1"/>
                </a:solidFill>
              </a:defRPr>
            </a:lvl4pPr>
            <a:lvl5pPr marL="1544400" indent="-295200">
              <a:spcBef>
                <a:spcPts val="1080"/>
              </a:spcBef>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6">
            <a:extLst>
              <a:ext uri="{FF2B5EF4-FFF2-40B4-BE49-F238E27FC236}">
                <a16:creationId xmlns:a16="http://schemas.microsoft.com/office/drawing/2014/main" id="{35D3CD3E-D68F-F1FD-C1CC-A3B3A9BC4F0D}"/>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11" name="Tijdelijke aanduiding voor voettekst 2">
            <a:extLst>
              <a:ext uri="{FF2B5EF4-FFF2-40B4-BE49-F238E27FC236}">
                <a16:creationId xmlns:a16="http://schemas.microsoft.com/office/drawing/2014/main" id="{03A8F1C1-F800-5353-A653-C25D0157B9FA}"/>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Tree>
    <p:extLst>
      <p:ext uri="{BB962C8B-B14F-4D97-AF65-F5344CB8AC3E}">
        <p14:creationId xmlns:p14="http://schemas.microsoft.com/office/powerpoint/2010/main" val="1049169315"/>
      </p:ext>
    </p:extLst>
  </p:cSld>
  <p:clrMapOvr>
    <a:masterClrMapping/>
  </p:clrMapOvr>
  <p:extLst>
    <p:ext uri="{DCECCB84-F9BA-43D5-87BE-67443E8EF086}">
      <p15:sldGuideLst xmlns:p15="http://schemas.microsoft.com/office/powerpoint/2012/main">
        <p15:guide id="1" pos="211">
          <p15:clr>
            <a:srgbClr val="FBAE40"/>
          </p15:clr>
        </p15:guide>
        <p15:guide id="3" pos="7469">
          <p15:clr>
            <a:srgbClr val="FBAE40"/>
          </p15:clr>
        </p15:guide>
        <p15:guide id="5" orient="horz" pos="414">
          <p15:clr>
            <a:srgbClr val="FBAE40"/>
          </p15:clr>
        </p15:guide>
        <p15:guide id="6" orient="horz" pos="210">
          <p15:clr>
            <a:srgbClr val="FBAE40"/>
          </p15:clr>
        </p15:guide>
        <p15:guide id="7" orient="horz" pos="4110" userDrawn="1">
          <p15:clr>
            <a:srgbClr val="FBAE40"/>
          </p15:clr>
        </p15:guide>
        <p15:guide id="8" orient="horz" pos="390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Right">
    <p:bg>
      <p:bgPr>
        <a:solidFill>
          <a:schemeClr val="bg2"/>
        </a:solidFill>
        <a:effectLst/>
      </p:bgPr>
    </p:bg>
    <p:spTree>
      <p:nvGrpSpPr>
        <p:cNvPr id="1" name=""/>
        <p:cNvGrpSpPr/>
        <p:nvPr/>
      </p:nvGrpSpPr>
      <p:grpSpPr>
        <a:xfrm>
          <a:off x="0" y="0"/>
          <a:ext cx="0" cy="0"/>
          <a:chOff x="0" y="0"/>
          <a:chExt cx="0" cy="0"/>
        </a:xfrm>
      </p:grpSpPr>
      <p:sp>
        <p:nvSpPr>
          <p:cNvPr id="142" name="Rechthoek 8">
            <a:extLst>
              <a:ext uri="{FF2B5EF4-FFF2-40B4-BE49-F238E27FC236}">
                <a16:creationId xmlns:a16="http://schemas.microsoft.com/office/drawing/2014/main" id="{A6F10C8A-302D-871D-2300-6F37D65E3EC5}"/>
              </a:ext>
            </a:extLst>
          </p:cNvPr>
          <p:cNvSpPr/>
          <p:nvPr userDrawn="1"/>
        </p:nvSpPr>
        <p:spPr>
          <a:xfrm flipH="1">
            <a:off x="4233001" y="333376"/>
            <a:ext cx="7623000" cy="587877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786D37AA-3F5C-25EA-E4BF-37407F6CF359}"/>
              </a:ext>
            </a:extLst>
          </p:cNvPr>
          <p:cNvSpPr>
            <a:spLocks noGrp="1"/>
          </p:cNvSpPr>
          <p:nvPr>
            <p:ph sz="quarter" idx="19"/>
          </p:nvPr>
        </p:nvSpPr>
        <p:spPr>
          <a:xfrm>
            <a:off x="4306691" y="551209"/>
            <a:ext cx="7434735" cy="5511662"/>
          </a:xfrm>
        </p:spPr>
        <p:txBody>
          <a:bodyPr/>
          <a:lstStyle>
            <a:lvl1pPr marL="383539" indent="-342900">
              <a:spcBef>
                <a:spcPts val="1176"/>
              </a:spcBef>
              <a:buFont typeface="Arial" panose="020B0604020202020204" pitchFamily="34" charset="0"/>
              <a:buChar char="•"/>
              <a:defRPr sz="2400">
                <a:solidFill>
                  <a:schemeClr val="tx1"/>
                </a:solidFill>
              </a:defRPr>
            </a:lvl1pPr>
            <a:lvl2pPr marL="648460" indent="-293751">
              <a:spcBef>
                <a:spcPts val="1176"/>
              </a:spcBef>
              <a:defRPr sz="2400">
                <a:solidFill>
                  <a:schemeClr val="tx1"/>
                </a:solidFill>
              </a:defRPr>
            </a:lvl2pPr>
            <a:lvl3pPr marL="954403" indent="-293751">
              <a:spcBef>
                <a:spcPts val="1176"/>
              </a:spcBef>
              <a:defRPr sz="2400">
                <a:solidFill>
                  <a:schemeClr val="tx1"/>
                </a:solidFill>
              </a:defRPr>
            </a:lvl3pPr>
            <a:lvl4pPr marL="1248154" indent="-293751">
              <a:spcBef>
                <a:spcPts val="1176"/>
              </a:spcBef>
              <a:defRPr sz="2400">
                <a:solidFill>
                  <a:schemeClr val="tx1"/>
                </a:solidFill>
              </a:defRPr>
            </a:lvl4pPr>
            <a:lvl5pPr marL="1544400" indent="-295200">
              <a:spcBef>
                <a:spcPts val="1176"/>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Rechte verbindingslijn 8">
            <a:extLst>
              <a:ext uri="{FF2B5EF4-FFF2-40B4-BE49-F238E27FC236}">
                <a16:creationId xmlns:a16="http://schemas.microsoft.com/office/drawing/2014/main" id="{B28CFA3A-B916-4D8E-5DE2-97F3BD190BE2}"/>
              </a:ext>
            </a:extLst>
          </p:cNvPr>
          <p:cNvCxnSpPr>
            <a:cxnSpLocks/>
          </p:cNvCxnSpPr>
          <p:nvPr userDrawn="1"/>
        </p:nvCxnSpPr>
        <p:spPr>
          <a:xfrm flipH="1">
            <a:off x="334963" y="354338"/>
            <a:ext cx="3726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62670F00-8FF6-161F-BC17-C8FBC354174B}"/>
              </a:ext>
            </a:extLst>
          </p:cNvPr>
          <p:cNvSpPr>
            <a:spLocks noGrp="1"/>
          </p:cNvSpPr>
          <p:nvPr>
            <p:ph type="title"/>
          </p:nvPr>
        </p:nvSpPr>
        <p:spPr>
          <a:xfrm>
            <a:off x="242969" y="519957"/>
            <a:ext cx="3817994" cy="5680815"/>
          </a:xfrm>
          <a:prstGeom prst="rect">
            <a:avLst/>
          </a:prstGeom>
        </p:spPr>
        <p:txBody>
          <a:bodyPr/>
          <a:lstStyle>
            <a:lvl1pPr>
              <a:defRPr sz="3600">
                <a:solidFill>
                  <a:schemeClr val="tx1"/>
                </a:solidFill>
              </a:defRPr>
            </a:lvl1pPr>
          </a:lstStyle>
          <a:p>
            <a:r>
              <a:rPr lang="en-US"/>
              <a:t>Click to edit Master title style</a:t>
            </a:r>
            <a:endParaRPr lang="en-US" dirty="0"/>
          </a:p>
        </p:txBody>
      </p:sp>
      <p:sp>
        <p:nvSpPr>
          <p:cNvPr id="6" name="Slide Number Placeholder 6">
            <a:extLst>
              <a:ext uri="{FF2B5EF4-FFF2-40B4-BE49-F238E27FC236}">
                <a16:creationId xmlns:a16="http://schemas.microsoft.com/office/drawing/2014/main" id="{E172925C-8A38-989F-7954-FBD261E85FBA}"/>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7" name="Tijdelijke aanduiding voor voettekst 2">
            <a:extLst>
              <a:ext uri="{FF2B5EF4-FFF2-40B4-BE49-F238E27FC236}">
                <a16:creationId xmlns:a16="http://schemas.microsoft.com/office/drawing/2014/main" id="{CA5BBCF9-D983-C599-B107-6D91BB7A9AF5}"/>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Tree>
    <p:extLst>
      <p:ext uri="{BB962C8B-B14F-4D97-AF65-F5344CB8AC3E}">
        <p14:creationId xmlns:p14="http://schemas.microsoft.com/office/powerpoint/2010/main" val="2012145791"/>
      </p:ext>
    </p:extLst>
  </p:cSld>
  <p:clrMapOvr>
    <a:masterClrMapping/>
  </p:clrMapOvr>
  <p:extLst>
    <p:ext uri="{DCECCB84-F9BA-43D5-87BE-67443E8EF086}">
      <p15:sldGuideLst xmlns:p15="http://schemas.microsoft.com/office/powerpoint/2012/main">
        <p15:guide id="1" pos="211">
          <p15:clr>
            <a:srgbClr val="FBAE40"/>
          </p15:clr>
        </p15:guide>
        <p15:guide id="3" pos="7469">
          <p15:clr>
            <a:srgbClr val="FBAE40"/>
          </p15:clr>
        </p15:guide>
        <p15:guide id="5" orient="horz" pos="414">
          <p15:clr>
            <a:srgbClr val="FBAE40"/>
          </p15:clr>
        </p15:guide>
        <p15:guide id="6" orient="horz" pos="210">
          <p15:clr>
            <a:srgbClr val="FBAE40"/>
          </p15:clr>
        </p15:guide>
        <p15:guide id="8" pos="2661">
          <p15:clr>
            <a:srgbClr val="FBAE40"/>
          </p15:clr>
        </p15:guide>
        <p15:guide id="12" orient="horz" pos="4110" userDrawn="1">
          <p15:clr>
            <a:srgbClr val="FBAE40"/>
          </p15:clr>
        </p15:guide>
        <p15:guide id="13" orient="horz" pos="390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Right (Grey)">
    <p:bg>
      <p:bgPr>
        <a:solidFill>
          <a:schemeClr val="bg2"/>
        </a:solidFill>
        <a:effectLst/>
      </p:bgPr>
    </p:bg>
    <p:spTree>
      <p:nvGrpSpPr>
        <p:cNvPr id="1" name=""/>
        <p:cNvGrpSpPr/>
        <p:nvPr/>
      </p:nvGrpSpPr>
      <p:grpSpPr>
        <a:xfrm>
          <a:off x="0" y="0"/>
          <a:ext cx="0" cy="0"/>
          <a:chOff x="0" y="0"/>
          <a:chExt cx="0" cy="0"/>
        </a:xfrm>
      </p:grpSpPr>
      <p:sp>
        <p:nvSpPr>
          <p:cNvPr id="6" name="Rechthoek 8">
            <a:extLst>
              <a:ext uri="{FF2B5EF4-FFF2-40B4-BE49-F238E27FC236}">
                <a16:creationId xmlns:a16="http://schemas.microsoft.com/office/drawing/2014/main" id="{37A50D53-3DF6-C1E3-48FB-53E227B07436}"/>
              </a:ext>
            </a:extLst>
          </p:cNvPr>
          <p:cNvSpPr/>
          <p:nvPr userDrawn="1"/>
        </p:nvSpPr>
        <p:spPr>
          <a:xfrm flipH="1">
            <a:off x="336000" y="333376"/>
            <a:ext cx="3724962" cy="587877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5" name="Rechte verbindingslijn 8">
            <a:extLst>
              <a:ext uri="{FF2B5EF4-FFF2-40B4-BE49-F238E27FC236}">
                <a16:creationId xmlns:a16="http://schemas.microsoft.com/office/drawing/2014/main" id="{6C6CED79-3851-DD35-551D-C5DC1F602047}"/>
              </a:ext>
            </a:extLst>
          </p:cNvPr>
          <p:cNvCxnSpPr>
            <a:cxnSpLocks/>
          </p:cNvCxnSpPr>
          <p:nvPr userDrawn="1"/>
        </p:nvCxnSpPr>
        <p:spPr>
          <a:xfrm flipH="1">
            <a:off x="4233001" y="354338"/>
            <a:ext cx="7623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9" name="Title 1">
            <a:extLst>
              <a:ext uri="{FF2B5EF4-FFF2-40B4-BE49-F238E27FC236}">
                <a16:creationId xmlns:a16="http://schemas.microsoft.com/office/drawing/2014/main" id="{FED2BB1F-69EE-F3FB-CE04-CC323C8A3368}"/>
              </a:ext>
            </a:extLst>
          </p:cNvPr>
          <p:cNvSpPr>
            <a:spLocks noGrp="1"/>
          </p:cNvSpPr>
          <p:nvPr>
            <p:ph type="title"/>
          </p:nvPr>
        </p:nvSpPr>
        <p:spPr>
          <a:xfrm>
            <a:off x="501386" y="519956"/>
            <a:ext cx="3421257" cy="5558400"/>
          </a:xfrm>
          <a:prstGeom prst="rect">
            <a:avLst/>
          </a:prstGeom>
        </p:spPr>
        <p:txBody>
          <a:bodyPr/>
          <a:lstStyle>
            <a:lvl1pPr>
              <a:defRPr sz="3600">
                <a:solidFill>
                  <a:schemeClr val="tx1"/>
                </a:solidFill>
              </a:defRPr>
            </a:lvl1pPr>
          </a:lstStyle>
          <a:p>
            <a:r>
              <a:rPr lang="en-US"/>
              <a:t>Click to edit Master title style</a:t>
            </a:r>
            <a:endParaRPr lang="en-US" dirty="0"/>
          </a:p>
        </p:txBody>
      </p:sp>
      <p:sp>
        <p:nvSpPr>
          <p:cNvPr id="4" name="Slide Number Placeholder 6">
            <a:extLst>
              <a:ext uri="{FF2B5EF4-FFF2-40B4-BE49-F238E27FC236}">
                <a16:creationId xmlns:a16="http://schemas.microsoft.com/office/drawing/2014/main" id="{BDC6F17B-22E1-D7A4-427C-8C2B59034954}"/>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5" name="Tijdelijke aanduiding voor voettekst 2">
            <a:extLst>
              <a:ext uri="{FF2B5EF4-FFF2-40B4-BE49-F238E27FC236}">
                <a16:creationId xmlns:a16="http://schemas.microsoft.com/office/drawing/2014/main" id="{AD601AC4-9A72-A8AE-1C19-F7AD1F3C7086}"/>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
        <p:nvSpPr>
          <p:cNvPr id="8" name="Content Placeholder 4">
            <a:extLst>
              <a:ext uri="{FF2B5EF4-FFF2-40B4-BE49-F238E27FC236}">
                <a16:creationId xmlns:a16="http://schemas.microsoft.com/office/drawing/2014/main" id="{EF71EC62-9703-22DC-48FF-5BB20DB8A0FB}"/>
              </a:ext>
            </a:extLst>
          </p:cNvPr>
          <p:cNvSpPr>
            <a:spLocks noGrp="1"/>
          </p:cNvSpPr>
          <p:nvPr>
            <p:ph sz="quarter" idx="19"/>
          </p:nvPr>
        </p:nvSpPr>
        <p:spPr>
          <a:xfrm>
            <a:off x="4152426" y="551207"/>
            <a:ext cx="7704611" cy="5649565"/>
          </a:xfrm>
        </p:spPr>
        <p:txBody>
          <a:bodyPr/>
          <a:lstStyle>
            <a:lvl1pPr marL="334390" indent="-293751">
              <a:spcBef>
                <a:spcPts val="1176"/>
              </a:spcBef>
              <a:defRPr sz="2400">
                <a:solidFill>
                  <a:schemeClr val="tx1"/>
                </a:solidFill>
              </a:defRPr>
            </a:lvl1pPr>
            <a:lvl2pPr marL="648460" indent="-293751">
              <a:spcBef>
                <a:spcPts val="1176"/>
              </a:spcBef>
              <a:defRPr sz="2400">
                <a:solidFill>
                  <a:schemeClr val="tx1"/>
                </a:solidFill>
              </a:defRPr>
            </a:lvl2pPr>
            <a:lvl3pPr marL="954403" indent="-293751">
              <a:spcBef>
                <a:spcPts val="1176"/>
              </a:spcBef>
              <a:defRPr sz="2400">
                <a:solidFill>
                  <a:schemeClr val="tx1"/>
                </a:solidFill>
              </a:defRPr>
            </a:lvl3pPr>
            <a:lvl4pPr marL="1248154" indent="-293751">
              <a:spcBef>
                <a:spcPts val="1176"/>
              </a:spcBef>
              <a:defRPr sz="2400">
                <a:solidFill>
                  <a:schemeClr val="tx1"/>
                </a:solidFill>
              </a:defRPr>
            </a:lvl4pPr>
            <a:lvl5pPr marL="1544400" indent="-295200">
              <a:spcBef>
                <a:spcPts val="1176"/>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62044735"/>
      </p:ext>
    </p:extLst>
  </p:cSld>
  <p:clrMapOvr>
    <a:masterClrMapping/>
  </p:clrMapOvr>
  <p:extLst>
    <p:ext uri="{DCECCB84-F9BA-43D5-87BE-67443E8EF086}">
      <p15:sldGuideLst xmlns:p15="http://schemas.microsoft.com/office/powerpoint/2012/main">
        <p15:guide id="1" pos="211">
          <p15:clr>
            <a:srgbClr val="FBAE40"/>
          </p15:clr>
        </p15:guide>
        <p15:guide id="3" pos="7469">
          <p15:clr>
            <a:srgbClr val="FBAE40"/>
          </p15:clr>
        </p15:guide>
        <p15:guide id="5" orient="horz" pos="414">
          <p15:clr>
            <a:srgbClr val="FBAE40"/>
          </p15:clr>
        </p15:guide>
        <p15:guide id="6" orient="horz" pos="210">
          <p15:clr>
            <a:srgbClr val="FBAE40"/>
          </p15:clr>
        </p15:guide>
        <p15:guide id="7" orient="horz" pos="4110" userDrawn="1">
          <p15:clr>
            <a:srgbClr val="FBAE40"/>
          </p15:clr>
        </p15:guide>
        <p15:guide id="8" orient="horz" pos="3906" userDrawn="1">
          <p15:clr>
            <a:srgbClr val="FBAE40"/>
          </p15:clr>
        </p15:guide>
        <p15:guide id="9" pos="266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ll Column Right">
    <p:bg>
      <p:bgPr>
        <a:solidFill>
          <a:schemeClr val="bg1"/>
        </a:solidFill>
        <a:effectLst/>
      </p:bgPr>
    </p:bg>
    <p:spTree>
      <p:nvGrpSpPr>
        <p:cNvPr id="1" name=""/>
        <p:cNvGrpSpPr/>
        <p:nvPr/>
      </p:nvGrpSpPr>
      <p:grpSpPr>
        <a:xfrm>
          <a:off x="0" y="0"/>
          <a:ext cx="0" cy="0"/>
          <a:chOff x="0" y="0"/>
          <a:chExt cx="0" cy="0"/>
        </a:xfrm>
      </p:grpSpPr>
      <p:cxnSp>
        <p:nvCxnSpPr>
          <p:cNvPr id="65" name="Rechte verbindingslijn 8">
            <a:extLst>
              <a:ext uri="{FF2B5EF4-FFF2-40B4-BE49-F238E27FC236}">
                <a16:creationId xmlns:a16="http://schemas.microsoft.com/office/drawing/2014/main" id="{6C6CED79-3851-DD35-551D-C5DC1F602047}"/>
              </a:ext>
            </a:extLst>
          </p:cNvPr>
          <p:cNvCxnSpPr>
            <a:cxnSpLocks/>
          </p:cNvCxnSpPr>
          <p:nvPr userDrawn="1"/>
        </p:nvCxnSpPr>
        <p:spPr>
          <a:xfrm flipH="1">
            <a:off x="336000" y="354338"/>
            <a:ext cx="762300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9" name="Title 1">
            <a:extLst>
              <a:ext uri="{FF2B5EF4-FFF2-40B4-BE49-F238E27FC236}">
                <a16:creationId xmlns:a16="http://schemas.microsoft.com/office/drawing/2014/main" id="{FED2BB1F-69EE-F3FB-CE04-CC323C8A3368}"/>
              </a:ext>
            </a:extLst>
          </p:cNvPr>
          <p:cNvSpPr>
            <a:spLocks noGrp="1"/>
          </p:cNvSpPr>
          <p:nvPr>
            <p:ph type="title"/>
          </p:nvPr>
        </p:nvSpPr>
        <p:spPr>
          <a:xfrm>
            <a:off x="242969" y="519957"/>
            <a:ext cx="7716032" cy="5680818"/>
          </a:xfrm>
          <a:prstGeom prst="rect">
            <a:avLst/>
          </a:prstGeom>
        </p:spPr>
        <p:txBody>
          <a:bodyPr/>
          <a:lstStyle>
            <a:lvl1pPr>
              <a:defRPr sz="3600">
                <a:solidFill>
                  <a:schemeClr val="tx1"/>
                </a:solidFill>
              </a:defRPr>
            </a:lvl1pPr>
          </a:lstStyle>
          <a:p>
            <a:r>
              <a:rPr lang="en-US"/>
              <a:t>Click to edit Master title style</a:t>
            </a:r>
            <a:endParaRPr lang="en-US" dirty="0"/>
          </a:p>
        </p:txBody>
      </p:sp>
      <p:cxnSp>
        <p:nvCxnSpPr>
          <p:cNvPr id="145" name="Rechte verbindingslijn 8">
            <a:extLst>
              <a:ext uri="{FF2B5EF4-FFF2-40B4-BE49-F238E27FC236}">
                <a16:creationId xmlns:a16="http://schemas.microsoft.com/office/drawing/2014/main" id="{A41C52AB-9C78-BF92-968A-00DC2A6E2BEF}"/>
              </a:ext>
            </a:extLst>
          </p:cNvPr>
          <p:cNvCxnSpPr>
            <a:cxnSpLocks/>
          </p:cNvCxnSpPr>
          <p:nvPr userDrawn="1"/>
        </p:nvCxnSpPr>
        <p:spPr>
          <a:xfrm flipH="1">
            <a:off x="8131038" y="354338"/>
            <a:ext cx="3726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6" name="Content Placeholder 4">
            <a:extLst>
              <a:ext uri="{FF2B5EF4-FFF2-40B4-BE49-F238E27FC236}">
                <a16:creationId xmlns:a16="http://schemas.microsoft.com/office/drawing/2014/main" id="{6A3BEB99-7EBF-D297-4E7F-2FB9E34DDC51}"/>
              </a:ext>
            </a:extLst>
          </p:cNvPr>
          <p:cNvSpPr>
            <a:spLocks noGrp="1"/>
          </p:cNvSpPr>
          <p:nvPr>
            <p:ph sz="quarter" idx="19"/>
          </p:nvPr>
        </p:nvSpPr>
        <p:spPr>
          <a:xfrm>
            <a:off x="8091282" y="572966"/>
            <a:ext cx="3765755" cy="5627809"/>
          </a:xfrm>
        </p:spPr>
        <p:txBody>
          <a:bodyPr/>
          <a:lstStyle>
            <a:lvl1pPr marL="262390" indent="-221751">
              <a:spcBef>
                <a:spcPts val="984"/>
              </a:spcBef>
              <a:defRPr sz="1600">
                <a:solidFill>
                  <a:schemeClr val="tx1"/>
                </a:solidFill>
              </a:defRPr>
            </a:lvl1pPr>
            <a:lvl2pPr marL="504460" indent="-221751">
              <a:spcBef>
                <a:spcPts val="984"/>
              </a:spcBef>
              <a:defRPr sz="1600">
                <a:solidFill>
                  <a:schemeClr val="tx1"/>
                </a:solidFill>
              </a:defRPr>
            </a:lvl2pPr>
            <a:lvl3pPr marL="738403" indent="-221751">
              <a:spcBef>
                <a:spcPts val="984"/>
              </a:spcBef>
              <a:defRPr sz="1600">
                <a:solidFill>
                  <a:schemeClr val="tx1"/>
                </a:solidFill>
              </a:defRPr>
            </a:lvl3pPr>
            <a:lvl4pPr marL="960154" indent="-221751">
              <a:spcBef>
                <a:spcPts val="984"/>
              </a:spcBef>
              <a:defRPr sz="1600">
                <a:solidFill>
                  <a:schemeClr val="tx1"/>
                </a:solidFill>
              </a:defRPr>
            </a:lvl4pPr>
            <a:lvl5pPr marL="1184400" indent="-223200">
              <a:spcBef>
                <a:spcPts val="984"/>
              </a:spcBef>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7" name="Slide Number Placeholder 6">
            <a:extLst>
              <a:ext uri="{FF2B5EF4-FFF2-40B4-BE49-F238E27FC236}">
                <a16:creationId xmlns:a16="http://schemas.microsoft.com/office/drawing/2014/main" id="{A0D11A25-5915-826B-D676-7939F793ADA9}"/>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2" name="Tijdelijke aanduiding voor voettekst 2">
            <a:extLst>
              <a:ext uri="{FF2B5EF4-FFF2-40B4-BE49-F238E27FC236}">
                <a16:creationId xmlns:a16="http://schemas.microsoft.com/office/drawing/2014/main" id="{CC97F473-C6E9-4A61-E4F3-E0D1D22535BC}"/>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Tree>
    <p:extLst>
      <p:ext uri="{BB962C8B-B14F-4D97-AF65-F5344CB8AC3E}">
        <p14:creationId xmlns:p14="http://schemas.microsoft.com/office/powerpoint/2010/main" val="3214958190"/>
      </p:ext>
    </p:extLst>
  </p:cSld>
  <p:clrMapOvr>
    <a:masterClrMapping/>
  </p:clrMapOvr>
  <p:extLst>
    <p:ext uri="{DCECCB84-F9BA-43D5-87BE-67443E8EF086}">
      <p15:sldGuideLst xmlns:p15="http://schemas.microsoft.com/office/powerpoint/2012/main">
        <p15:guide id="1" pos="211" userDrawn="1">
          <p15:clr>
            <a:srgbClr val="FBAE40"/>
          </p15:clr>
        </p15:guide>
        <p15:guide id="3" pos="7469" userDrawn="1">
          <p15:clr>
            <a:srgbClr val="FBAE40"/>
          </p15:clr>
        </p15:guide>
        <p15:guide id="5" orient="horz" pos="414" userDrawn="1">
          <p15:clr>
            <a:srgbClr val="FBAE40"/>
          </p15:clr>
        </p15:guide>
        <p15:guide id="6" orient="horz" pos="210" userDrawn="1">
          <p15:clr>
            <a:srgbClr val="FBAE40"/>
          </p15:clr>
        </p15:guide>
        <p15:guide id="7" pos="5019" userDrawn="1">
          <p15:clr>
            <a:srgbClr val="FBAE40"/>
          </p15:clr>
        </p15:guide>
        <p15:guide id="8" orient="horz" pos="4110" userDrawn="1">
          <p15:clr>
            <a:srgbClr val="FBAE40"/>
          </p15:clr>
        </p15:guide>
        <p15:guide id="9" orient="horz" pos="3906"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mall Column Right (Grey)">
    <p:bg>
      <p:bgPr>
        <a:solidFill>
          <a:schemeClr val="bg2"/>
        </a:solidFill>
        <a:effectLst/>
      </p:bgPr>
    </p:bg>
    <p:spTree>
      <p:nvGrpSpPr>
        <p:cNvPr id="1" name=""/>
        <p:cNvGrpSpPr/>
        <p:nvPr/>
      </p:nvGrpSpPr>
      <p:grpSpPr>
        <a:xfrm>
          <a:off x="0" y="0"/>
          <a:ext cx="0" cy="0"/>
          <a:chOff x="0" y="0"/>
          <a:chExt cx="0" cy="0"/>
        </a:xfrm>
      </p:grpSpPr>
      <p:sp>
        <p:nvSpPr>
          <p:cNvPr id="142" name="Rechthoek 8">
            <a:extLst>
              <a:ext uri="{FF2B5EF4-FFF2-40B4-BE49-F238E27FC236}">
                <a16:creationId xmlns:a16="http://schemas.microsoft.com/office/drawing/2014/main" id="{A6F10C8A-302D-871D-2300-6F37D65E3EC5}"/>
              </a:ext>
            </a:extLst>
          </p:cNvPr>
          <p:cNvSpPr/>
          <p:nvPr userDrawn="1"/>
        </p:nvSpPr>
        <p:spPr>
          <a:xfrm flipH="1">
            <a:off x="8131038" y="333376"/>
            <a:ext cx="3724962" cy="587877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 name="Content Placeholder 4">
            <a:extLst>
              <a:ext uri="{FF2B5EF4-FFF2-40B4-BE49-F238E27FC236}">
                <a16:creationId xmlns:a16="http://schemas.microsoft.com/office/drawing/2014/main" id="{45D90A1D-230A-BCDB-1B3E-B239CD154A18}"/>
              </a:ext>
            </a:extLst>
          </p:cNvPr>
          <p:cNvSpPr>
            <a:spLocks noGrp="1"/>
          </p:cNvSpPr>
          <p:nvPr>
            <p:ph sz="quarter" idx="19"/>
          </p:nvPr>
        </p:nvSpPr>
        <p:spPr>
          <a:xfrm>
            <a:off x="8229600" y="572966"/>
            <a:ext cx="3458818" cy="5520185"/>
          </a:xfrm>
        </p:spPr>
        <p:txBody>
          <a:bodyPr/>
          <a:lstStyle>
            <a:lvl1pPr marL="262390" indent="-221751">
              <a:spcBef>
                <a:spcPts val="984"/>
              </a:spcBef>
              <a:defRPr sz="1600">
                <a:solidFill>
                  <a:schemeClr val="tx1"/>
                </a:solidFill>
              </a:defRPr>
            </a:lvl1pPr>
            <a:lvl2pPr marL="504460" indent="-221751">
              <a:spcBef>
                <a:spcPts val="984"/>
              </a:spcBef>
              <a:defRPr sz="1600">
                <a:solidFill>
                  <a:schemeClr val="tx1"/>
                </a:solidFill>
              </a:defRPr>
            </a:lvl2pPr>
            <a:lvl3pPr marL="738403" indent="-221751">
              <a:spcBef>
                <a:spcPts val="984"/>
              </a:spcBef>
              <a:defRPr sz="1600">
                <a:solidFill>
                  <a:schemeClr val="tx1"/>
                </a:solidFill>
              </a:defRPr>
            </a:lvl3pPr>
            <a:lvl4pPr marL="960154" indent="-221751">
              <a:spcBef>
                <a:spcPts val="984"/>
              </a:spcBef>
              <a:defRPr sz="1600">
                <a:solidFill>
                  <a:schemeClr val="tx1"/>
                </a:solidFill>
              </a:defRPr>
            </a:lvl4pPr>
            <a:lvl5pPr marL="1184400" indent="-223200">
              <a:spcBef>
                <a:spcPts val="984"/>
              </a:spcBef>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5" name="Rechte verbindingslijn 8">
            <a:extLst>
              <a:ext uri="{FF2B5EF4-FFF2-40B4-BE49-F238E27FC236}">
                <a16:creationId xmlns:a16="http://schemas.microsoft.com/office/drawing/2014/main" id="{6C6CED79-3851-DD35-551D-C5DC1F602047}"/>
              </a:ext>
            </a:extLst>
          </p:cNvPr>
          <p:cNvCxnSpPr>
            <a:cxnSpLocks/>
          </p:cNvCxnSpPr>
          <p:nvPr userDrawn="1"/>
        </p:nvCxnSpPr>
        <p:spPr>
          <a:xfrm flipH="1">
            <a:off x="336000" y="354338"/>
            <a:ext cx="7623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9" name="Title 1">
            <a:extLst>
              <a:ext uri="{FF2B5EF4-FFF2-40B4-BE49-F238E27FC236}">
                <a16:creationId xmlns:a16="http://schemas.microsoft.com/office/drawing/2014/main" id="{FED2BB1F-69EE-F3FB-CE04-CC323C8A3368}"/>
              </a:ext>
            </a:extLst>
          </p:cNvPr>
          <p:cNvSpPr>
            <a:spLocks noGrp="1"/>
          </p:cNvSpPr>
          <p:nvPr>
            <p:ph type="title"/>
          </p:nvPr>
        </p:nvSpPr>
        <p:spPr>
          <a:xfrm>
            <a:off x="242969" y="519957"/>
            <a:ext cx="7716032" cy="5692187"/>
          </a:xfrm>
          <a:prstGeom prst="rect">
            <a:avLst/>
          </a:prstGeom>
        </p:spPr>
        <p:txBody>
          <a:bodyPr/>
          <a:lstStyle>
            <a:lvl1pPr>
              <a:defRPr sz="3600">
                <a:solidFill>
                  <a:schemeClr val="tx1"/>
                </a:solidFill>
              </a:defRPr>
            </a:lvl1pPr>
          </a:lstStyle>
          <a:p>
            <a:r>
              <a:rPr lang="en-US"/>
              <a:t>Click to edit Master title style</a:t>
            </a:r>
            <a:endParaRPr lang="en-US" dirty="0"/>
          </a:p>
        </p:txBody>
      </p:sp>
      <p:sp>
        <p:nvSpPr>
          <p:cNvPr id="3" name="Slide Number Placeholder 6">
            <a:extLst>
              <a:ext uri="{FF2B5EF4-FFF2-40B4-BE49-F238E27FC236}">
                <a16:creationId xmlns:a16="http://schemas.microsoft.com/office/drawing/2014/main" id="{71EF82F7-5754-2645-C4BF-3D06C38286A6}"/>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5" name="Tijdelijke aanduiding voor voettekst 2">
            <a:extLst>
              <a:ext uri="{FF2B5EF4-FFF2-40B4-BE49-F238E27FC236}">
                <a16:creationId xmlns:a16="http://schemas.microsoft.com/office/drawing/2014/main" id="{9A163764-6823-6A1B-C5A7-5AE4603F8CDC}"/>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Tree>
    <p:extLst>
      <p:ext uri="{BB962C8B-B14F-4D97-AF65-F5344CB8AC3E}">
        <p14:creationId xmlns:p14="http://schemas.microsoft.com/office/powerpoint/2010/main" val="1905752808"/>
      </p:ext>
    </p:extLst>
  </p:cSld>
  <p:clrMapOvr>
    <a:masterClrMapping/>
  </p:clrMapOvr>
  <p:extLst>
    <p:ext uri="{DCECCB84-F9BA-43D5-87BE-67443E8EF086}">
      <p15:sldGuideLst xmlns:p15="http://schemas.microsoft.com/office/powerpoint/2012/main">
        <p15:guide id="1" pos="211">
          <p15:clr>
            <a:srgbClr val="FBAE40"/>
          </p15:clr>
        </p15:guide>
        <p15:guide id="3" pos="7469">
          <p15:clr>
            <a:srgbClr val="FBAE40"/>
          </p15:clr>
        </p15:guide>
        <p15:guide id="5" orient="horz" pos="414">
          <p15:clr>
            <a:srgbClr val="FBAE40"/>
          </p15:clr>
        </p15:guide>
        <p15:guide id="6" orient="horz" pos="210">
          <p15:clr>
            <a:srgbClr val="FBAE40"/>
          </p15:clr>
        </p15:guide>
        <p15:guide id="7" pos="5019">
          <p15:clr>
            <a:srgbClr val="FBAE40"/>
          </p15:clr>
        </p15:guide>
        <p15:guide id="8" orient="horz" pos="4110" userDrawn="1">
          <p15:clr>
            <a:srgbClr val="FBAE40"/>
          </p15:clr>
        </p15:guide>
        <p15:guide id="9" orient="horz" pos="390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s - Classic">
    <p:spTree>
      <p:nvGrpSpPr>
        <p:cNvPr id="1" name=""/>
        <p:cNvGrpSpPr/>
        <p:nvPr/>
      </p:nvGrpSpPr>
      <p:grpSpPr>
        <a:xfrm>
          <a:off x="0" y="0"/>
          <a:ext cx="0" cy="0"/>
          <a:chOff x="0" y="0"/>
          <a:chExt cx="0" cy="0"/>
        </a:xfrm>
      </p:grpSpPr>
      <p:cxnSp>
        <p:nvCxnSpPr>
          <p:cNvPr id="4" name="Rechte verbindingslijn 8">
            <a:extLst>
              <a:ext uri="{FF2B5EF4-FFF2-40B4-BE49-F238E27FC236}">
                <a16:creationId xmlns:a16="http://schemas.microsoft.com/office/drawing/2014/main" id="{AC823A91-A7D5-BDD9-41F4-AF127E5F5762}"/>
              </a:ext>
            </a:extLst>
          </p:cNvPr>
          <p:cNvCxnSpPr>
            <a:cxnSpLocks/>
          </p:cNvCxnSpPr>
          <p:nvPr userDrawn="1"/>
        </p:nvCxnSpPr>
        <p:spPr>
          <a:xfrm flipH="1">
            <a:off x="336000" y="354338"/>
            <a:ext cx="11520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20FB4C7A-C9DD-C732-C6FA-9DD015916782}"/>
              </a:ext>
            </a:extLst>
          </p:cNvPr>
          <p:cNvSpPr>
            <a:spLocks noGrp="1"/>
          </p:cNvSpPr>
          <p:nvPr>
            <p:ph type="title"/>
          </p:nvPr>
        </p:nvSpPr>
        <p:spPr>
          <a:xfrm>
            <a:off x="242969" y="533210"/>
            <a:ext cx="11608486" cy="918528"/>
          </a:xfrm>
          <a:prstGeom prst="rect">
            <a:avLst/>
          </a:prstGeom>
        </p:spPr>
        <p:txBody>
          <a:bodyPr/>
          <a:lstStyle>
            <a:lvl1pPr>
              <a:defRPr sz="2800">
                <a:solidFill>
                  <a:schemeClr val="tx1"/>
                </a:solidFill>
              </a:defRPr>
            </a:lvl1pPr>
          </a:lstStyle>
          <a:p>
            <a:r>
              <a:rPr lang="en-US"/>
              <a:t>Click to edit Master title style</a:t>
            </a:r>
            <a:endParaRPr lang="en-US" dirty="0"/>
          </a:p>
        </p:txBody>
      </p:sp>
      <p:sp>
        <p:nvSpPr>
          <p:cNvPr id="6" name="Content Placeholder 4">
            <a:extLst>
              <a:ext uri="{FF2B5EF4-FFF2-40B4-BE49-F238E27FC236}">
                <a16:creationId xmlns:a16="http://schemas.microsoft.com/office/drawing/2014/main" id="{616EE94F-EDA2-78D4-9A52-D8AC96E8A80B}"/>
              </a:ext>
            </a:extLst>
          </p:cNvPr>
          <p:cNvSpPr>
            <a:spLocks noGrp="1"/>
          </p:cNvSpPr>
          <p:nvPr>
            <p:ph sz="quarter" idx="19"/>
          </p:nvPr>
        </p:nvSpPr>
        <p:spPr>
          <a:xfrm>
            <a:off x="209835" y="1451737"/>
            <a:ext cx="11641619" cy="4749038"/>
          </a:xfrm>
        </p:spPr>
        <p:txBody>
          <a:bodyPr/>
          <a:lstStyle>
            <a:lvl1pPr marL="334390" indent="-293751">
              <a:spcBef>
                <a:spcPts val="1080"/>
              </a:spcBef>
              <a:defRPr sz="2000">
                <a:solidFill>
                  <a:schemeClr val="tx1"/>
                </a:solidFill>
              </a:defRPr>
            </a:lvl1pPr>
            <a:lvl2pPr marL="648460" indent="-293751">
              <a:spcBef>
                <a:spcPts val="1080"/>
              </a:spcBef>
              <a:defRPr sz="2000">
                <a:solidFill>
                  <a:schemeClr val="tx1"/>
                </a:solidFill>
              </a:defRPr>
            </a:lvl2pPr>
            <a:lvl3pPr marL="954403" indent="-293751">
              <a:spcBef>
                <a:spcPts val="1080"/>
              </a:spcBef>
              <a:defRPr sz="2000">
                <a:solidFill>
                  <a:schemeClr val="tx1"/>
                </a:solidFill>
              </a:defRPr>
            </a:lvl3pPr>
            <a:lvl4pPr marL="1248154" indent="-293751">
              <a:spcBef>
                <a:spcPts val="1080"/>
              </a:spcBef>
              <a:defRPr sz="2000">
                <a:solidFill>
                  <a:schemeClr val="tx1"/>
                </a:solidFill>
              </a:defRPr>
            </a:lvl4pPr>
            <a:lvl5pPr marL="1544400" indent="-295200">
              <a:spcBef>
                <a:spcPts val="1080"/>
              </a:spcBef>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6">
            <a:extLst>
              <a:ext uri="{FF2B5EF4-FFF2-40B4-BE49-F238E27FC236}">
                <a16:creationId xmlns:a16="http://schemas.microsoft.com/office/drawing/2014/main" id="{63C1ABF0-76D9-8274-27C7-F4119B777435}"/>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2" name="Tijdelijke aanduiding voor voettekst 2">
            <a:extLst>
              <a:ext uri="{FF2B5EF4-FFF2-40B4-BE49-F238E27FC236}">
                <a16:creationId xmlns:a16="http://schemas.microsoft.com/office/drawing/2014/main" id="{2C7664AC-50C6-DF7F-8314-B795788BD4FC}"/>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Tree>
    <p:extLst>
      <p:ext uri="{BB962C8B-B14F-4D97-AF65-F5344CB8AC3E}">
        <p14:creationId xmlns:p14="http://schemas.microsoft.com/office/powerpoint/2010/main" val="1854181934"/>
      </p:ext>
    </p:extLst>
  </p:cSld>
  <p:clrMapOvr>
    <a:masterClrMapping/>
  </p:clrMapOvr>
  <p:extLst>
    <p:ext uri="{DCECCB84-F9BA-43D5-87BE-67443E8EF086}">
      <p15:sldGuideLst xmlns:p15="http://schemas.microsoft.com/office/powerpoint/2012/main">
        <p15:guide id="1" pos="211">
          <p15:clr>
            <a:srgbClr val="FBAE40"/>
          </p15:clr>
        </p15:guide>
        <p15:guide id="2" orient="horz" pos="210" userDrawn="1">
          <p15:clr>
            <a:srgbClr val="FBAE40"/>
          </p15:clr>
        </p15:guide>
        <p15:guide id="3" orient="horz" pos="414" userDrawn="1">
          <p15:clr>
            <a:srgbClr val="FBAE40"/>
          </p15:clr>
        </p15:guide>
        <p15:guide id="4" orient="horz" pos="913" userDrawn="1">
          <p15:clr>
            <a:srgbClr val="FBAE40"/>
          </p15:clr>
        </p15:guide>
        <p15:guide id="5" orient="horz" pos="4110" userDrawn="1">
          <p15:clr>
            <a:srgbClr val="FBAE40"/>
          </p15:clr>
        </p15:guide>
        <p15:guide id="6" orient="horz" pos="3906" userDrawn="1">
          <p15:clr>
            <a:srgbClr val="FBAE40"/>
          </p15:clr>
        </p15:guide>
        <p15:guide id="7" pos="7469"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 Classic (Grey)">
    <p:bg>
      <p:bgPr>
        <a:solidFill>
          <a:schemeClr val="bg2"/>
        </a:solidFill>
        <a:effectLst/>
      </p:bgPr>
    </p:bg>
    <p:spTree>
      <p:nvGrpSpPr>
        <p:cNvPr id="1" name=""/>
        <p:cNvGrpSpPr/>
        <p:nvPr/>
      </p:nvGrpSpPr>
      <p:grpSpPr>
        <a:xfrm>
          <a:off x="0" y="0"/>
          <a:ext cx="0" cy="0"/>
          <a:chOff x="0" y="0"/>
          <a:chExt cx="0" cy="0"/>
        </a:xfrm>
      </p:grpSpPr>
      <p:cxnSp>
        <p:nvCxnSpPr>
          <p:cNvPr id="2" name="Rechte verbindingslijn 8">
            <a:extLst>
              <a:ext uri="{FF2B5EF4-FFF2-40B4-BE49-F238E27FC236}">
                <a16:creationId xmlns:a16="http://schemas.microsoft.com/office/drawing/2014/main" id="{76501614-6A83-AAC2-7106-02BC1AE84951}"/>
              </a:ext>
            </a:extLst>
          </p:cNvPr>
          <p:cNvCxnSpPr>
            <a:cxnSpLocks/>
          </p:cNvCxnSpPr>
          <p:nvPr userDrawn="1"/>
        </p:nvCxnSpPr>
        <p:spPr>
          <a:xfrm flipH="1">
            <a:off x="336000" y="354338"/>
            <a:ext cx="11520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7CF2491-B0EE-27E1-8189-732B80A05713}"/>
              </a:ext>
            </a:extLst>
          </p:cNvPr>
          <p:cNvSpPr>
            <a:spLocks noGrp="1"/>
          </p:cNvSpPr>
          <p:nvPr>
            <p:ph type="title"/>
          </p:nvPr>
        </p:nvSpPr>
        <p:spPr>
          <a:xfrm>
            <a:off x="242969" y="533210"/>
            <a:ext cx="11608486" cy="918528"/>
          </a:xfrm>
          <a:prstGeom prst="rect">
            <a:avLst/>
          </a:prstGeom>
        </p:spPr>
        <p:txBody>
          <a:bodyPr/>
          <a:lstStyle>
            <a:lvl1pPr>
              <a:defRPr sz="2800">
                <a:solidFill>
                  <a:schemeClr val="tx1"/>
                </a:solidFill>
              </a:defRPr>
            </a:lvl1pPr>
          </a:lstStyle>
          <a:p>
            <a:r>
              <a:rPr lang="en-US"/>
              <a:t>Click to edit Master title style</a:t>
            </a:r>
            <a:endParaRPr lang="en-US" dirty="0"/>
          </a:p>
        </p:txBody>
      </p:sp>
      <p:sp>
        <p:nvSpPr>
          <p:cNvPr id="6" name="Content Placeholder 4">
            <a:extLst>
              <a:ext uri="{FF2B5EF4-FFF2-40B4-BE49-F238E27FC236}">
                <a16:creationId xmlns:a16="http://schemas.microsoft.com/office/drawing/2014/main" id="{3CC906F6-18E5-2473-588E-A77F259F694F}"/>
              </a:ext>
            </a:extLst>
          </p:cNvPr>
          <p:cNvSpPr>
            <a:spLocks noGrp="1"/>
          </p:cNvSpPr>
          <p:nvPr>
            <p:ph sz="quarter" idx="19"/>
          </p:nvPr>
        </p:nvSpPr>
        <p:spPr>
          <a:xfrm>
            <a:off x="209835" y="1451737"/>
            <a:ext cx="11641619" cy="4749038"/>
          </a:xfrm>
        </p:spPr>
        <p:txBody>
          <a:bodyPr/>
          <a:lstStyle>
            <a:lvl1pPr marL="334390" indent="-293751">
              <a:spcBef>
                <a:spcPts val="1080"/>
              </a:spcBef>
              <a:defRPr sz="2000">
                <a:solidFill>
                  <a:schemeClr val="tx1"/>
                </a:solidFill>
              </a:defRPr>
            </a:lvl1pPr>
            <a:lvl2pPr marL="648460" indent="-293751">
              <a:spcBef>
                <a:spcPts val="1080"/>
              </a:spcBef>
              <a:defRPr sz="2000">
                <a:solidFill>
                  <a:schemeClr val="tx1"/>
                </a:solidFill>
              </a:defRPr>
            </a:lvl2pPr>
            <a:lvl3pPr marL="954403" indent="-293751">
              <a:spcBef>
                <a:spcPts val="1080"/>
              </a:spcBef>
              <a:defRPr sz="2000">
                <a:solidFill>
                  <a:schemeClr val="tx1"/>
                </a:solidFill>
              </a:defRPr>
            </a:lvl3pPr>
            <a:lvl4pPr marL="1248154" indent="-293751">
              <a:spcBef>
                <a:spcPts val="1080"/>
              </a:spcBef>
              <a:defRPr sz="2000">
                <a:solidFill>
                  <a:schemeClr val="tx1"/>
                </a:solidFill>
              </a:defRPr>
            </a:lvl4pPr>
            <a:lvl5pPr marL="1544400" indent="-295200">
              <a:spcBef>
                <a:spcPts val="1080"/>
              </a:spcBef>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6">
            <a:extLst>
              <a:ext uri="{FF2B5EF4-FFF2-40B4-BE49-F238E27FC236}">
                <a16:creationId xmlns:a16="http://schemas.microsoft.com/office/drawing/2014/main" id="{0D5C5C23-9496-CCC5-CED7-FD522EBC1A57}"/>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3" name="Tijdelijke aanduiding voor voettekst 2">
            <a:extLst>
              <a:ext uri="{FF2B5EF4-FFF2-40B4-BE49-F238E27FC236}">
                <a16:creationId xmlns:a16="http://schemas.microsoft.com/office/drawing/2014/main" id="{E1EB7E51-1900-CD72-338E-9904C08ACAB0}"/>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Tree>
    <p:extLst>
      <p:ext uri="{BB962C8B-B14F-4D97-AF65-F5344CB8AC3E}">
        <p14:creationId xmlns:p14="http://schemas.microsoft.com/office/powerpoint/2010/main" val="4176862294"/>
      </p:ext>
    </p:extLst>
  </p:cSld>
  <p:clrMapOvr>
    <a:masterClrMapping/>
  </p:clrMapOvr>
  <p:extLst>
    <p:ext uri="{DCECCB84-F9BA-43D5-87BE-67443E8EF086}">
      <p15:sldGuideLst xmlns:p15="http://schemas.microsoft.com/office/powerpoint/2012/main">
        <p15:guide id="1" pos="211">
          <p15:clr>
            <a:srgbClr val="FBAE40"/>
          </p15:clr>
        </p15:guide>
        <p15:guide id="2" orient="horz" pos="210" userDrawn="1">
          <p15:clr>
            <a:srgbClr val="FBAE40"/>
          </p15:clr>
        </p15:guide>
        <p15:guide id="3" orient="horz" pos="414" userDrawn="1">
          <p15:clr>
            <a:srgbClr val="FBAE40"/>
          </p15:clr>
        </p15:guide>
        <p15:guide id="4" orient="horz" pos="913" userDrawn="1">
          <p15:clr>
            <a:srgbClr val="FBAE40"/>
          </p15:clr>
        </p15:guide>
        <p15:guide id="5" orient="horz" pos="4110" userDrawn="1">
          <p15:clr>
            <a:srgbClr val="FBAE40"/>
          </p15:clr>
        </p15:guide>
        <p15:guide id="6" orient="horz" pos="3906" userDrawn="1">
          <p15:clr>
            <a:srgbClr val="FBAE40"/>
          </p15:clr>
        </p15:guide>
        <p15:guide id="7" pos="746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 Classic (Dark)">
    <p:bg>
      <p:bgPr>
        <a:solidFill>
          <a:schemeClr val="tx1"/>
        </a:solidFill>
        <a:effectLst/>
      </p:bgPr>
    </p:bg>
    <p:spTree>
      <p:nvGrpSpPr>
        <p:cNvPr id="1" name=""/>
        <p:cNvGrpSpPr/>
        <p:nvPr/>
      </p:nvGrpSpPr>
      <p:grpSpPr>
        <a:xfrm>
          <a:off x="0" y="0"/>
          <a:ext cx="0" cy="0"/>
          <a:chOff x="0" y="0"/>
          <a:chExt cx="0" cy="0"/>
        </a:xfrm>
      </p:grpSpPr>
      <p:cxnSp>
        <p:nvCxnSpPr>
          <p:cNvPr id="4" name="Rechte verbindingslijn 8">
            <a:extLst>
              <a:ext uri="{FF2B5EF4-FFF2-40B4-BE49-F238E27FC236}">
                <a16:creationId xmlns:a16="http://schemas.microsoft.com/office/drawing/2014/main" id="{AC823A91-A7D5-BDD9-41F4-AF127E5F5762}"/>
              </a:ext>
            </a:extLst>
          </p:cNvPr>
          <p:cNvCxnSpPr>
            <a:cxnSpLocks/>
          </p:cNvCxnSpPr>
          <p:nvPr userDrawn="1"/>
        </p:nvCxnSpPr>
        <p:spPr>
          <a:xfrm flipH="1">
            <a:off x="336000" y="354338"/>
            <a:ext cx="11520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ED88F95F-5FBF-59C5-6EEB-ABCE7212B946}"/>
              </a:ext>
            </a:extLst>
          </p:cNvPr>
          <p:cNvSpPr>
            <a:spLocks noGrp="1"/>
          </p:cNvSpPr>
          <p:nvPr>
            <p:ph type="title"/>
          </p:nvPr>
        </p:nvSpPr>
        <p:spPr>
          <a:xfrm>
            <a:off x="242969" y="533210"/>
            <a:ext cx="11608486" cy="918528"/>
          </a:xfrm>
          <a:prstGeom prst="rect">
            <a:avLst/>
          </a:prstGeom>
        </p:spPr>
        <p:txBody>
          <a:bodyPr/>
          <a:lstStyle>
            <a:lvl1pPr>
              <a:defRPr sz="2800">
                <a:solidFill>
                  <a:schemeClr val="bg1"/>
                </a:solidFill>
              </a:defRPr>
            </a:lvl1pPr>
          </a:lstStyle>
          <a:p>
            <a:r>
              <a:rPr lang="en-US"/>
              <a:t>Click to edit Master title style</a:t>
            </a:r>
            <a:endParaRPr lang="en-US" dirty="0"/>
          </a:p>
        </p:txBody>
      </p:sp>
      <p:sp>
        <p:nvSpPr>
          <p:cNvPr id="6" name="Content Placeholder 4">
            <a:extLst>
              <a:ext uri="{FF2B5EF4-FFF2-40B4-BE49-F238E27FC236}">
                <a16:creationId xmlns:a16="http://schemas.microsoft.com/office/drawing/2014/main" id="{B1BBA972-78D3-F3F3-08CF-F5C26BF1E9D4}"/>
              </a:ext>
            </a:extLst>
          </p:cNvPr>
          <p:cNvSpPr>
            <a:spLocks noGrp="1"/>
          </p:cNvSpPr>
          <p:nvPr>
            <p:ph sz="quarter" idx="19"/>
          </p:nvPr>
        </p:nvSpPr>
        <p:spPr>
          <a:xfrm>
            <a:off x="209835" y="1451738"/>
            <a:ext cx="11641619" cy="4749037"/>
          </a:xfrm>
        </p:spPr>
        <p:txBody>
          <a:bodyPr/>
          <a:lstStyle>
            <a:lvl1pPr marL="334390" indent="-293751">
              <a:spcBef>
                <a:spcPts val="1080"/>
              </a:spcBef>
              <a:defRPr sz="2000">
                <a:solidFill>
                  <a:schemeClr val="bg1"/>
                </a:solidFill>
              </a:defRPr>
            </a:lvl1pPr>
            <a:lvl2pPr marL="648460" indent="-293751">
              <a:spcBef>
                <a:spcPts val="1080"/>
              </a:spcBef>
              <a:defRPr sz="2000">
                <a:solidFill>
                  <a:schemeClr val="bg1"/>
                </a:solidFill>
              </a:defRPr>
            </a:lvl2pPr>
            <a:lvl3pPr marL="954403" indent="-293751">
              <a:spcBef>
                <a:spcPts val="1080"/>
              </a:spcBef>
              <a:defRPr sz="2000">
                <a:solidFill>
                  <a:schemeClr val="bg1"/>
                </a:solidFill>
              </a:defRPr>
            </a:lvl3pPr>
            <a:lvl4pPr marL="1248154" indent="-293751">
              <a:spcBef>
                <a:spcPts val="1080"/>
              </a:spcBef>
              <a:defRPr sz="2000">
                <a:solidFill>
                  <a:schemeClr val="bg1"/>
                </a:solidFill>
              </a:defRPr>
            </a:lvl4pPr>
            <a:lvl5pPr marL="1544400" indent="-295200">
              <a:spcBef>
                <a:spcPts val="1080"/>
              </a:spcBef>
              <a:defRPr sz="2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6">
            <a:extLst>
              <a:ext uri="{FF2B5EF4-FFF2-40B4-BE49-F238E27FC236}">
                <a16:creationId xmlns:a16="http://schemas.microsoft.com/office/drawing/2014/main" id="{5FA98234-89D6-822F-8A10-E7DFEDC9C90B}"/>
              </a:ext>
            </a:extLst>
          </p:cNvPr>
          <p:cNvSpPr>
            <a:spLocks noGrp="1"/>
          </p:cNvSpPr>
          <p:nvPr>
            <p:ph type="sldNum" sz="quarter" idx="13"/>
          </p:nvPr>
        </p:nvSpPr>
        <p:spPr>
          <a:xfrm>
            <a:off x="334963" y="6297376"/>
            <a:ext cx="652895" cy="365125"/>
          </a:xfrm>
        </p:spPr>
        <p:txBody>
          <a:bodyPr/>
          <a:lstStyle>
            <a:lvl1pPr>
              <a:defRPr>
                <a:solidFill>
                  <a:schemeClr val="bg1"/>
                </a:solidFill>
                <a:latin typeface="+mn-lt"/>
              </a:defRPr>
            </a:lvl1pPr>
          </a:lstStyle>
          <a:p>
            <a:fld id="{C3C3236D-FB65-584A-8227-5A449D06E62A}" type="slidenum">
              <a:rPr lang="en-US" smtClean="0"/>
              <a:pPr/>
              <a:t>‹#›</a:t>
            </a:fld>
            <a:endParaRPr lang="en-US"/>
          </a:p>
        </p:txBody>
      </p:sp>
      <p:sp>
        <p:nvSpPr>
          <p:cNvPr id="2" name="Tijdelijke aanduiding voor voettekst 2">
            <a:extLst>
              <a:ext uri="{FF2B5EF4-FFF2-40B4-BE49-F238E27FC236}">
                <a16:creationId xmlns:a16="http://schemas.microsoft.com/office/drawing/2014/main" id="{9028CEA8-B60D-3F16-2760-CE24E1FEE261}"/>
              </a:ext>
            </a:extLst>
          </p:cNvPr>
          <p:cNvSpPr>
            <a:spLocks noGrp="1"/>
          </p:cNvSpPr>
          <p:nvPr>
            <p:ph type="ftr" sz="quarter" idx="18"/>
          </p:nvPr>
        </p:nvSpPr>
        <p:spPr>
          <a:xfrm>
            <a:off x="4233001" y="6297376"/>
            <a:ext cx="7623000" cy="365125"/>
          </a:xfrm>
        </p:spPr>
        <p:txBody>
          <a:bodyPr/>
          <a:lstStyle>
            <a:lvl1pPr>
              <a:defRPr>
                <a:solidFill>
                  <a:schemeClr val="bg1"/>
                </a:solidFill>
              </a:defRPr>
            </a:lvl1pPr>
          </a:lstStyle>
          <a:p>
            <a:r>
              <a:rPr lang="en-US" dirty="0"/>
              <a:t>#</a:t>
            </a:r>
            <a:r>
              <a:rPr lang="en-US" dirty="0" err="1"/>
              <a:t>CCHConnections</a:t>
            </a:r>
            <a:endParaRPr lang="en-US" dirty="0"/>
          </a:p>
        </p:txBody>
      </p:sp>
    </p:spTree>
    <p:extLst>
      <p:ext uri="{BB962C8B-B14F-4D97-AF65-F5344CB8AC3E}">
        <p14:creationId xmlns:p14="http://schemas.microsoft.com/office/powerpoint/2010/main" val="3589159734"/>
      </p:ext>
    </p:extLst>
  </p:cSld>
  <p:clrMapOvr>
    <a:masterClrMapping/>
  </p:clrMapOvr>
  <p:extLst>
    <p:ext uri="{DCECCB84-F9BA-43D5-87BE-67443E8EF086}">
      <p15:sldGuideLst xmlns:p15="http://schemas.microsoft.com/office/powerpoint/2012/main">
        <p15:guide id="1" pos="211">
          <p15:clr>
            <a:srgbClr val="FBAE40"/>
          </p15:clr>
        </p15:guide>
        <p15:guide id="2" orient="horz" pos="210" userDrawn="1">
          <p15:clr>
            <a:srgbClr val="FBAE40"/>
          </p15:clr>
        </p15:guide>
        <p15:guide id="3" orient="horz" pos="414" userDrawn="1">
          <p15:clr>
            <a:srgbClr val="FBAE40"/>
          </p15:clr>
        </p15:guide>
        <p15:guide id="4" orient="horz" pos="913" userDrawn="1">
          <p15:clr>
            <a:srgbClr val="FBAE40"/>
          </p15:clr>
        </p15:guide>
        <p15:guide id="5" orient="horz" pos="4110" userDrawn="1">
          <p15:clr>
            <a:srgbClr val="FBAE40"/>
          </p15:clr>
        </p15:guide>
        <p15:guide id="6" orient="horz" pos="3906" userDrawn="1">
          <p15:clr>
            <a:srgbClr val="FBAE40"/>
          </p15:clr>
        </p15:guide>
        <p15:guide id="7" pos="746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s 2">
    <p:spTree>
      <p:nvGrpSpPr>
        <p:cNvPr id="1" name=""/>
        <p:cNvGrpSpPr/>
        <p:nvPr/>
      </p:nvGrpSpPr>
      <p:grpSpPr>
        <a:xfrm>
          <a:off x="0" y="0"/>
          <a:ext cx="0" cy="0"/>
          <a:chOff x="0" y="0"/>
          <a:chExt cx="0" cy="0"/>
        </a:xfrm>
      </p:grpSpPr>
      <p:sp>
        <p:nvSpPr>
          <p:cNvPr id="12" name="Content Placeholder 4">
            <a:extLst>
              <a:ext uri="{FF2B5EF4-FFF2-40B4-BE49-F238E27FC236}">
                <a16:creationId xmlns:a16="http://schemas.microsoft.com/office/drawing/2014/main" id="{7841F79A-1F6D-73C9-7D44-7EC1E24F6BCD}"/>
              </a:ext>
            </a:extLst>
          </p:cNvPr>
          <p:cNvSpPr>
            <a:spLocks noGrp="1"/>
          </p:cNvSpPr>
          <p:nvPr>
            <p:ph sz="quarter" idx="27"/>
          </p:nvPr>
        </p:nvSpPr>
        <p:spPr>
          <a:xfrm>
            <a:off x="6229340" y="1451738"/>
            <a:ext cx="5622115" cy="4749037"/>
          </a:xfrm>
        </p:spPr>
        <p:txBody>
          <a:bodyPr/>
          <a:lstStyle>
            <a:lvl1pPr marL="334390" indent="-293751">
              <a:spcBef>
                <a:spcPts val="1080"/>
              </a:spcBef>
              <a:defRPr sz="2000">
                <a:solidFill>
                  <a:schemeClr val="tx1"/>
                </a:solidFill>
              </a:defRPr>
            </a:lvl1pPr>
            <a:lvl2pPr marL="648460" indent="-293751">
              <a:spcBef>
                <a:spcPts val="1080"/>
              </a:spcBef>
              <a:defRPr sz="2000">
                <a:solidFill>
                  <a:schemeClr val="tx1"/>
                </a:solidFill>
              </a:defRPr>
            </a:lvl2pPr>
            <a:lvl3pPr marL="954403" indent="-293751">
              <a:spcBef>
                <a:spcPts val="1080"/>
              </a:spcBef>
              <a:defRPr sz="2000">
                <a:solidFill>
                  <a:schemeClr val="tx1"/>
                </a:solidFill>
              </a:defRPr>
            </a:lvl3pPr>
            <a:lvl4pPr marL="1248154" indent="-293751">
              <a:spcBef>
                <a:spcPts val="1080"/>
              </a:spcBef>
              <a:defRPr sz="2000">
                <a:solidFill>
                  <a:schemeClr val="tx1"/>
                </a:solidFill>
              </a:defRPr>
            </a:lvl4pPr>
            <a:lvl5pPr marL="1544400" indent="-295200">
              <a:spcBef>
                <a:spcPts val="1080"/>
              </a:spcBef>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5635ADD7-25CD-1FF7-DA90-C489DA403E96}"/>
              </a:ext>
            </a:extLst>
          </p:cNvPr>
          <p:cNvSpPr>
            <a:spLocks noGrp="1"/>
          </p:cNvSpPr>
          <p:nvPr>
            <p:ph sz="quarter" idx="19"/>
          </p:nvPr>
        </p:nvSpPr>
        <p:spPr>
          <a:xfrm>
            <a:off x="209836" y="1451738"/>
            <a:ext cx="5752824" cy="4749037"/>
          </a:xfrm>
        </p:spPr>
        <p:txBody>
          <a:bodyPr/>
          <a:lstStyle>
            <a:lvl1pPr marL="334390" indent="-293751">
              <a:spcBef>
                <a:spcPts val="1080"/>
              </a:spcBef>
              <a:defRPr sz="2000">
                <a:solidFill>
                  <a:schemeClr val="tx1"/>
                </a:solidFill>
              </a:defRPr>
            </a:lvl1pPr>
            <a:lvl2pPr marL="648460" indent="-293751">
              <a:spcBef>
                <a:spcPts val="1080"/>
              </a:spcBef>
              <a:defRPr sz="2000">
                <a:solidFill>
                  <a:schemeClr val="tx1"/>
                </a:solidFill>
              </a:defRPr>
            </a:lvl2pPr>
            <a:lvl3pPr marL="954403" indent="-293751">
              <a:spcBef>
                <a:spcPts val="1080"/>
              </a:spcBef>
              <a:defRPr sz="2000">
                <a:solidFill>
                  <a:schemeClr val="tx1"/>
                </a:solidFill>
              </a:defRPr>
            </a:lvl3pPr>
            <a:lvl4pPr marL="1248154" indent="-293751">
              <a:spcBef>
                <a:spcPts val="1080"/>
              </a:spcBef>
              <a:defRPr sz="2000">
                <a:solidFill>
                  <a:schemeClr val="tx1"/>
                </a:solidFill>
              </a:defRPr>
            </a:lvl4pPr>
            <a:lvl5pPr marL="1544400" indent="-295200">
              <a:spcBef>
                <a:spcPts val="1080"/>
              </a:spcBef>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Rechte verbindingslijn 8">
            <a:extLst>
              <a:ext uri="{FF2B5EF4-FFF2-40B4-BE49-F238E27FC236}">
                <a16:creationId xmlns:a16="http://schemas.microsoft.com/office/drawing/2014/main" id="{AC823A91-A7D5-BDD9-41F4-AF127E5F5762}"/>
              </a:ext>
            </a:extLst>
          </p:cNvPr>
          <p:cNvCxnSpPr>
            <a:cxnSpLocks/>
          </p:cNvCxnSpPr>
          <p:nvPr userDrawn="1"/>
        </p:nvCxnSpPr>
        <p:spPr>
          <a:xfrm flipH="1">
            <a:off x="336000" y="354338"/>
            <a:ext cx="1152000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66F6F91-52A6-BB43-E787-E577D8E2118B}"/>
              </a:ext>
            </a:extLst>
          </p:cNvPr>
          <p:cNvSpPr>
            <a:spLocks noGrp="1"/>
          </p:cNvSpPr>
          <p:nvPr>
            <p:ph type="title"/>
          </p:nvPr>
        </p:nvSpPr>
        <p:spPr>
          <a:xfrm>
            <a:off x="242969" y="533210"/>
            <a:ext cx="11608486" cy="918528"/>
          </a:xfrm>
          <a:prstGeom prst="rect">
            <a:avLst/>
          </a:prstGeom>
        </p:spPr>
        <p:txBody>
          <a:bodyPr/>
          <a:lstStyle>
            <a:lvl1pPr>
              <a:defRPr sz="2800">
                <a:solidFill>
                  <a:schemeClr val="tx1"/>
                </a:solidFill>
              </a:defRPr>
            </a:lvl1pPr>
          </a:lstStyle>
          <a:p>
            <a:r>
              <a:rPr lang="en-US"/>
              <a:t>Click to edit Master title style</a:t>
            </a:r>
            <a:endParaRPr lang="en-US" dirty="0"/>
          </a:p>
        </p:txBody>
      </p:sp>
      <p:sp>
        <p:nvSpPr>
          <p:cNvPr id="14" name="Slide Number Placeholder 6">
            <a:extLst>
              <a:ext uri="{FF2B5EF4-FFF2-40B4-BE49-F238E27FC236}">
                <a16:creationId xmlns:a16="http://schemas.microsoft.com/office/drawing/2014/main" id="{DD2B1061-F88C-28AE-A9A1-05465AC7F2B1}"/>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2" name="Tijdelijke aanduiding voor voettekst 2">
            <a:extLst>
              <a:ext uri="{FF2B5EF4-FFF2-40B4-BE49-F238E27FC236}">
                <a16:creationId xmlns:a16="http://schemas.microsoft.com/office/drawing/2014/main" id="{279AC725-EDFE-09CB-9BB4-51E67ED2913C}"/>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Tree>
    <p:extLst>
      <p:ext uri="{BB962C8B-B14F-4D97-AF65-F5344CB8AC3E}">
        <p14:creationId xmlns:p14="http://schemas.microsoft.com/office/powerpoint/2010/main" val="727729898"/>
      </p:ext>
    </p:extLst>
  </p:cSld>
  <p:clrMapOvr>
    <a:masterClrMapping/>
  </p:clrMapOvr>
  <p:extLst>
    <p:ext uri="{DCECCB84-F9BA-43D5-87BE-67443E8EF086}">
      <p15:sldGuideLst xmlns:p15="http://schemas.microsoft.com/office/powerpoint/2012/main">
        <p15:guide id="1" pos="211">
          <p15:clr>
            <a:srgbClr val="FBAE40"/>
          </p15:clr>
        </p15:guide>
        <p15:guide id="2" pos="7469" userDrawn="1">
          <p15:clr>
            <a:srgbClr val="FBAE40"/>
          </p15:clr>
        </p15:guide>
        <p15:guide id="3" orient="horz" pos="210" userDrawn="1">
          <p15:clr>
            <a:srgbClr val="FBAE40"/>
          </p15:clr>
        </p15:guide>
        <p15:guide id="4" orient="horz" pos="414" userDrawn="1">
          <p15:clr>
            <a:srgbClr val="FBAE40"/>
          </p15:clr>
        </p15:guide>
        <p15:guide id="5" orient="horz" pos="913" userDrawn="1">
          <p15:clr>
            <a:srgbClr val="FBAE40"/>
          </p15:clr>
        </p15:guide>
        <p15:guide id="6" orient="horz" pos="4110" userDrawn="1">
          <p15:clr>
            <a:srgbClr val="FBAE40"/>
          </p15:clr>
        </p15:guide>
        <p15:guide id="7" orient="horz" pos="3906"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s - Classic">
    <p:spTree>
      <p:nvGrpSpPr>
        <p:cNvPr id="1" name=""/>
        <p:cNvGrpSpPr/>
        <p:nvPr/>
      </p:nvGrpSpPr>
      <p:grpSpPr>
        <a:xfrm>
          <a:off x="0" y="0"/>
          <a:ext cx="0" cy="0"/>
          <a:chOff x="0" y="0"/>
          <a:chExt cx="0" cy="0"/>
        </a:xfrm>
      </p:grpSpPr>
      <p:sp>
        <p:nvSpPr>
          <p:cNvPr id="14" name="Content Placeholder 4">
            <a:extLst>
              <a:ext uri="{FF2B5EF4-FFF2-40B4-BE49-F238E27FC236}">
                <a16:creationId xmlns:a16="http://schemas.microsoft.com/office/drawing/2014/main" id="{E14805C7-358A-0142-C3D2-092FE1C51651}"/>
              </a:ext>
            </a:extLst>
          </p:cNvPr>
          <p:cNvSpPr>
            <a:spLocks noGrp="1"/>
          </p:cNvSpPr>
          <p:nvPr>
            <p:ph sz="quarter" idx="26"/>
          </p:nvPr>
        </p:nvSpPr>
        <p:spPr>
          <a:xfrm>
            <a:off x="8275463" y="1453676"/>
            <a:ext cx="3589243" cy="4747099"/>
          </a:xfrm>
        </p:spPr>
        <p:txBody>
          <a:bodyPr/>
          <a:lstStyle>
            <a:lvl1pPr marL="262390" indent="-221751">
              <a:spcBef>
                <a:spcPts val="984"/>
              </a:spcBef>
              <a:defRPr sz="1600">
                <a:solidFill>
                  <a:schemeClr val="tx1"/>
                </a:solidFill>
              </a:defRPr>
            </a:lvl1pPr>
            <a:lvl2pPr marL="504460" indent="-221751">
              <a:spcBef>
                <a:spcPts val="984"/>
              </a:spcBef>
              <a:defRPr sz="1600">
                <a:solidFill>
                  <a:schemeClr val="tx1"/>
                </a:solidFill>
              </a:defRPr>
            </a:lvl2pPr>
            <a:lvl3pPr marL="738403" indent="-221751">
              <a:spcBef>
                <a:spcPts val="984"/>
              </a:spcBef>
              <a:defRPr sz="1600">
                <a:solidFill>
                  <a:schemeClr val="tx1"/>
                </a:solidFill>
              </a:defRPr>
            </a:lvl3pPr>
            <a:lvl4pPr marL="960154" indent="-221751">
              <a:spcBef>
                <a:spcPts val="984"/>
              </a:spcBef>
              <a:defRPr sz="1600">
                <a:solidFill>
                  <a:schemeClr val="tx1"/>
                </a:solidFill>
              </a:defRPr>
            </a:lvl4pPr>
            <a:lvl5pPr marL="1184400" indent="-223200">
              <a:spcBef>
                <a:spcPts val="984"/>
              </a:spcBef>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4">
            <a:extLst>
              <a:ext uri="{FF2B5EF4-FFF2-40B4-BE49-F238E27FC236}">
                <a16:creationId xmlns:a16="http://schemas.microsoft.com/office/drawing/2014/main" id="{96E0F4DD-5CD0-1B6F-66D2-D73EA6224691}"/>
              </a:ext>
            </a:extLst>
          </p:cNvPr>
          <p:cNvSpPr>
            <a:spLocks noGrp="1"/>
          </p:cNvSpPr>
          <p:nvPr>
            <p:ph sz="quarter" idx="25"/>
          </p:nvPr>
        </p:nvSpPr>
        <p:spPr>
          <a:xfrm>
            <a:off x="4215492" y="1453676"/>
            <a:ext cx="3808699" cy="4747099"/>
          </a:xfrm>
        </p:spPr>
        <p:txBody>
          <a:bodyPr/>
          <a:lstStyle>
            <a:lvl1pPr marL="262390" indent="-221751">
              <a:spcBef>
                <a:spcPts val="984"/>
              </a:spcBef>
              <a:defRPr sz="1600">
                <a:solidFill>
                  <a:schemeClr val="tx1"/>
                </a:solidFill>
              </a:defRPr>
            </a:lvl1pPr>
            <a:lvl2pPr marL="504460" indent="-221751">
              <a:spcBef>
                <a:spcPts val="984"/>
              </a:spcBef>
              <a:defRPr sz="1600">
                <a:solidFill>
                  <a:schemeClr val="tx1"/>
                </a:solidFill>
              </a:defRPr>
            </a:lvl2pPr>
            <a:lvl3pPr marL="738403" indent="-221751">
              <a:spcBef>
                <a:spcPts val="984"/>
              </a:spcBef>
              <a:defRPr sz="1600">
                <a:solidFill>
                  <a:schemeClr val="tx1"/>
                </a:solidFill>
              </a:defRPr>
            </a:lvl3pPr>
            <a:lvl4pPr marL="960154" indent="-221751">
              <a:spcBef>
                <a:spcPts val="984"/>
              </a:spcBef>
              <a:defRPr sz="1600">
                <a:solidFill>
                  <a:schemeClr val="tx1"/>
                </a:solidFill>
              </a:defRPr>
            </a:lvl4pPr>
            <a:lvl5pPr marL="1184400" indent="-223200">
              <a:spcBef>
                <a:spcPts val="984"/>
              </a:spcBef>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FDBA24A9-40A8-1D95-8E7A-C756E613C3CF}"/>
              </a:ext>
            </a:extLst>
          </p:cNvPr>
          <p:cNvSpPr>
            <a:spLocks noGrp="1"/>
          </p:cNvSpPr>
          <p:nvPr>
            <p:ph sz="quarter" idx="19"/>
          </p:nvPr>
        </p:nvSpPr>
        <p:spPr>
          <a:xfrm>
            <a:off x="216460" y="1453676"/>
            <a:ext cx="3747759" cy="4747099"/>
          </a:xfrm>
        </p:spPr>
        <p:txBody>
          <a:bodyPr/>
          <a:lstStyle>
            <a:lvl1pPr marL="262390" indent="-221751">
              <a:spcBef>
                <a:spcPts val="984"/>
              </a:spcBef>
              <a:defRPr sz="1600">
                <a:solidFill>
                  <a:schemeClr val="tx1"/>
                </a:solidFill>
              </a:defRPr>
            </a:lvl1pPr>
            <a:lvl2pPr marL="504460" indent="-221751">
              <a:spcBef>
                <a:spcPts val="984"/>
              </a:spcBef>
              <a:defRPr sz="1600">
                <a:solidFill>
                  <a:schemeClr val="tx1"/>
                </a:solidFill>
              </a:defRPr>
            </a:lvl2pPr>
            <a:lvl3pPr marL="738403" indent="-221751">
              <a:spcBef>
                <a:spcPts val="984"/>
              </a:spcBef>
              <a:defRPr sz="1600">
                <a:solidFill>
                  <a:schemeClr val="tx1"/>
                </a:solidFill>
              </a:defRPr>
            </a:lvl3pPr>
            <a:lvl4pPr marL="960154" indent="-221751">
              <a:spcBef>
                <a:spcPts val="984"/>
              </a:spcBef>
              <a:defRPr sz="1600">
                <a:solidFill>
                  <a:schemeClr val="tx1"/>
                </a:solidFill>
              </a:defRPr>
            </a:lvl4pPr>
            <a:lvl5pPr marL="1184400" indent="-223200">
              <a:spcBef>
                <a:spcPts val="984"/>
              </a:spcBef>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Rechte verbindingslijn 8">
            <a:extLst>
              <a:ext uri="{FF2B5EF4-FFF2-40B4-BE49-F238E27FC236}">
                <a16:creationId xmlns:a16="http://schemas.microsoft.com/office/drawing/2014/main" id="{AC823A91-A7D5-BDD9-41F4-AF127E5F5762}"/>
              </a:ext>
            </a:extLst>
          </p:cNvPr>
          <p:cNvCxnSpPr>
            <a:cxnSpLocks/>
          </p:cNvCxnSpPr>
          <p:nvPr userDrawn="1"/>
        </p:nvCxnSpPr>
        <p:spPr>
          <a:xfrm flipH="1">
            <a:off x="336000" y="354338"/>
            <a:ext cx="11520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4E3E1E6A-8280-50E4-CAD0-BB9E93B9CB65}"/>
              </a:ext>
            </a:extLst>
          </p:cNvPr>
          <p:cNvSpPr>
            <a:spLocks noGrp="1"/>
          </p:cNvSpPr>
          <p:nvPr>
            <p:ph type="title"/>
          </p:nvPr>
        </p:nvSpPr>
        <p:spPr>
          <a:xfrm>
            <a:off x="242969" y="533210"/>
            <a:ext cx="11608486" cy="918528"/>
          </a:xfrm>
          <a:prstGeom prst="rect">
            <a:avLst/>
          </a:prstGeom>
        </p:spPr>
        <p:txBody>
          <a:bodyPr/>
          <a:lstStyle>
            <a:lvl1pPr>
              <a:defRPr sz="2800">
                <a:solidFill>
                  <a:schemeClr val="tx1"/>
                </a:solidFill>
              </a:defRPr>
            </a:lvl1pPr>
          </a:lstStyle>
          <a:p>
            <a:r>
              <a:rPr lang="en-US"/>
              <a:t>Click to edit Master title style</a:t>
            </a:r>
            <a:endParaRPr lang="en-US" dirty="0"/>
          </a:p>
        </p:txBody>
      </p:sp>
      <p:sp>
        <p:nvSpPr>
          <p:cNvPr id="15" name="Slide Number Placeholder 6">
            <a:extLst>
              <a:ext uri="{FF2B5EF4-FFF2-40B4-BE49-F238E27FC236}">
                <a16:creationId xmlns:a16="http://schemas.microsoft.com/office/drawing/2014/main" id="{6AD72D60-4ED5-4094-5FD8-E5F86BAF806D}"/>
              </a:ext>
            </a:extLst>
          </p:cNvPr>
          <p:cNvSpPr>
            <a:spLocks noGrp="1"/>
          </p:cNvSpPr>
          <p:nvPr>
            <p:ph type="sldNum" sz="quarter" idx="13"/>
          </p:nvPr>
        </p:nvSpPr>
        <p:spPr>
          <a:xfrm>
            <a:off x="334963" y="6297376"/>
            <a:ext cx="652895" cy="365125"/>
          </a:xfrm>
        </p:spPr>
        <p:txBody>
          <a:bodyPr/>
          <a:lstStyle>
            <a:lvl1pPr>
              <a:defRPr>
                <a:solidFill>
                  <a:schemeClr val="tx1"/>
                </a:solidFill>
                <a:latin typeface="+mn-lt"/>
              </a:defRPr>
            </a:lvl1pPr>
          </a:lstStyle>
          <a:p>
            <a:fld id="{C3C3236D-FB65-584A-8227-5A449D06E62A}" type="slidenum">
              <a:rPr lang="en-US" smtClean="0"/>
              <a:pPr/>
              <a:t>‹#›</a:t>
            </a:fld>
            <a:endParaRPr lang="en-US"/>
          </a:p>
        </p:txBody>
      </p:sp>
      <p:sp>
        <p:nvSpPr>
          <p:cNvPr id="2" name="Tijdelijke aanduiding voor voettekst 2">
            <a:extLst>
              <a:ext uri="{FF2B5EF4-FFF2-40B4-BE49-F238E27FC236}">
                <a16:creationId xmlns:a16="http://schemas.microsoft.com/office/drawing/2014/main" id="{995727C3-BEA2-9D77-BEE0-21E85E2BCD41}"/>
              </a:ext>
            </a:extLst>
          </p:cNvPr>
          <p:cNvSpPr>
            <a:spLocks noGrp="1"/>
          </p:cNvSpPr>
          <p:nvPr>
            <p:ph type="ftr" sz="quarter" idx="18"/>
          </p:nvPr>
        </p:nvSpPr>
        <p:spPr>
          <a:xfrm>
            <a:off x="4233001" y="6297376"/>
            <a:ext cx="7623000" cy="365125"/>
          </a:xfrm>
        </p:spPr>
        <p:txBody>
          <a:bodyPr/>
          <a:lstStyle>
            <a:lvl1pPr>
              <a:defRPr>
                <a:solidFill>
                  <a:schemeClr val="tx1"/>
                </a:solidFill>
              </a:defRPr>
            </a:lvl1pPr>
          </a:lstStyle>
          <a:p>
            <a:r>
              <a:rPr lang="en-US" dirty="0"/>
              <a:t>#</a:t>
            </a:r>
            <a:r>
              <a:rPr lang="en-US" dirty="0" err="1"/>
              <a:t>CCHConnections</a:t>
            </a:r>
            <a:endParaRPr lang="en-US" dirty="0"/>
          </a:p>
        </p:txBody>
      </p:sp>
    </p:spTree>
    <p:extLst>
      <p:ext uri="{BB962C8B-B14F-4D97-AF65-F5344CB8AC3E}">
        <p14:creationId xmlns:p14="http://schemas.microsoft.com/office/powerpoint/2010/main" val="582267712"/>
      </p:ext>
    </p:extLst>
  </p:cSld>
  <p:clrMapOvr>
    <a:masterClrMapping/>
  </p:clrMapOvr>
  <p:extLst>
    <p:ext uri="{DCECCB84-F9BA-43D5-87BE-67443E8EF086}">
      <p15:sldGuideLst xmlns:p15="http://schemas.microsoft.com/office/powerpoint/2012/main">
        <p15:guide id="1" pos="211">
          <p15:clr>
            <a:srgbClr val="FBAE40"/>
          </p15:clr>
        </p15:guide>
        <p15:guide id="2" orient="horz" pos="210" userDrawn="1">
          <p15:clr>
            <a:srgbClr val="FBAE40"/>
          </p15:clr>
        </p15:guide>
        <p15:guide id="3" orient="horz" pos="414" userDrawn="1">
          <p15:clr>
            <a:srgbClr val="FBAE40"/>
          </p15:clr>
        </p15:guide>
        <p15:guide id="4" orient="horz" pos="913" userDrawn="1">
          <p15:clr>
            <a:srgbClr val="FBAE40"/>
          </p15:clr>
        </p15:guide>
        <p15:guide id="5" orient="horz" pos="4110" userDrawn="1">
          <p15:clr>
            <a:srgbClr val="FBAE40"/>
          </p15:clr>
        </p15:guide>
        <p15:guide id="6" orient="horz" pos="3906" userDrawn="1">
          <p15:clr>
            <a:srgbClr val="FBAE40"/>
          </p15:clr>
        </p15:guide>
        <p15:guide id="7" pos="7469"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tx1"/>
        </a:solidFill>
        <a:effectLst/>
      </p:bgPr>
    </p:bg>
    <p:spTree>
      <p:nvGrpSpPr>
        <p:cNvPr id="1" name=""/>
        <p:cNvGrpSpPr/>
        <p:nvPr/>
      </p:nvGrpSpPr>
      <p:grpSpPr>
        <a:xfrm>
          <a:off x="0" y="0"/>
          <a:ext cx="0" cy="0"/>
          <a:chOff x="0" y="0"/>
          <a:chExt cx="0" cy="0"/>
        </a:xfrm>
      </p:grpSpPr>
      <p:pic>
        <p:nvPicPr>
          <p:cNvPr id="54" name="Picture 53" descr="A black and white sign with white text&#10;&#10;Description automatically generated">
            <a:extLst>
              <a:ext uri="{FF2B5EF4-FFF2-40B4-BE49-F238E27FC236}">
                <a16:creationId xmlns:a16="http://schemas.microsoft.com/office/drawing/2014/main" id="{1C52C29C-582D-2872-23AC-FB9EAAF2C13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842000"/>
            <a:ext cx="2799645" cy="1016000"/>
          </a:xfrm>
          <a:prstGeom prst="rect">
            <a:avLst/>
          </a:prstGeom>
        </p:spPr>
      </p:pic>
      <p:cxnSp>
        <p:nvCxnSpPr>
          <p:cNvPr id="64" name="Rechte verbindingslijn 8">
            <a:extLst>
              <a:ext uri="{FF2B5EF4-FFF2-40B4-BE49-F238E27FC236}">
                <a16:creationId xmlns:a16="http://schemas.microsoft.com/office/drawing/2014/main" id="{9C726D82-8673-FBE9-42DF-20791EBDC9C5}"/>
              </a:ext>
            </a:extLst>
          </p:cNvPr>
          <p:cNvCxnSpPr>
            <a:cxnSpLocks/>
          </p:cNvCxnSpPr>
          <p:nvPr userDrawn="1"/>
        </p:nvCxnSpPr>
        <p:spPr>
          <a:xfrm flipH="1">
            <a:off x="8131038" y="354338"/>
            <a:ext cx="372600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5" name="Rechte verbindingslijn 8">
            <a:extLst>
              <a:ext uri="{FF2B5EF4-FFF2-40B4-BE49-F238E27FC236}">
                <a16:creationId xmlns:a16="http://schemas.microsoft.com/office/drawing/2014/main" id="{6C6CED79-3851-DD35-551D-C5DC1F602047}"/>
              </a:ext>
            </a:extLst>
          </p:cNvPr>
          <p:cNvCxnSpPr>
            <a:cxnSpLocks/>
          </p:cNvCxnSpPr>
          <p:nvPr userDrawn="1"/>
        </p:nvCxnSpPr>
        <p:spPr>
          <a:xfrm flipH="1">
            <a:off x="336000" y="354338"/>
            <a:ext cx="7623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77" name="Picture 76" descr="A blue circle with a white play button&#10;&#10;Description automatically generated">
            <a:hlinkClick r:id="rId3"/>
            <a:extLst>
              <a:ext uri="{FF2B5EF4-FFF2-40B4-BE49-F238E27FC236}">
                <a16:creationId xmlns:a16="http://schemas.microsoft.com/office/drawing/2014/main" id="{01DEC49A-7E78-3F93-141E-F92187BB752D}"/>
              </a:ext>
            </a:extLst>
          </p:cNvPr>
          <p:cNvPicPr>
            <a:picLocks noChangeAspect="1"/>
          </p:cNvPicPr>
          <p:nvPr userDrawn="1"/>
        </p:nvPicPr>
        <p:blipFill>
          <a:blip r:embed="rId4"/>
          <a:stretch>
            <a:fillRect/>
          </a:stretch>
        </p:blipFill>
        <p:spPr>
          <a:xfrm>
            <a:off x="11009427" y="6180800"/>
            <a:ext cx="338400" cy="338400"/>
          </a:xfrm>
          <a:prstGeom prst="rect">
            <a:avLst/>
          </a:prstGeom>
        </p:spPr>
      </p:pic>
      <p:pic>
        <p:nvPicPr>
          <p:cNvPr id="79" name="Picture 78" descr="A blue circle with a white letter f in it&#10;&#10;Description automatically generated">
            <a:hlinkClick r:id="rId5"/>
            <a:extLst>
              <a:ext uri="{FF2B5EF4-FFF2-40B4-BE49-F238E27FC236}">
                <a16:creationId xmlns:a16="http://schemas.microsoft.com/office/drawing/2014/main" id="{CC32E34C-9756-3169-5767-D48A6B98E148}"/>
              </a:ext>
            </a:extLst>
          </p:cNvPr>
          <p:cNvPicPr>
            <a:picLocks noChangeAspect="1"/>
          </p:cNvPicPr>
          <p:nvPr userDrawn="1"/>
        </p:nvPicPr>
        <p:blipFill>
          <a:blip r:embed="rId6"/>
          <a:stretch>
            <a:fillRect/>
          </a:stretch>
        </p:blipFill>
        <p:spPr>
          <a:xfrm>
            <a:off x="10417132" y="6180800"/>
            <a:ext cx="338400" cy="338400"/>
          </a:xfrm>
          <a:prstGeom prst="rect">
            <a:avLst/>
          </a:prstGeom>
        </p:spPr>
      </p:pic>
      <p:pic>
        <p:nvPicPr>
          <p:cNvPr id="89" name="Picture 88" descr="A blue and white logo&#10;&#10;Description automatically generated">
            <a:hlinkClick r:id="rId7"/>
            <a:extLst>
              <a:ext uri="{FF2B5EF4-FFF2-40B4-BE49-F238E27FC236}">
                <a16:creationId xmlns:a16="http://schemas.microsoft.com/office/drawing/2014/main" id="{5EC40730-419A-F86A-3006-BAEA63A743DC}"/>
              </a:ext>
            </a:extLst>
          </p:cNvPr>
          <p:cNvPicPr>
            <a:picLocks noChangeAspect="1"/>
          </p:cNvPicPr>
          <p:nvPr userDrawn="1"/>
        </p:nvPicPr>
        <p:blipFill>
          <a:blip r:embed="rId8"/>
          <a:stretch>
            <a:fillRect/>
          </a:stretch>
        </p:blipFill>
        <p:spPr>
          <a:xfrm>
            <a:off x="9232543" y="6180800"/>
            <a:ext cx="338400" cy="338400"/>
          </a:xfrm>
          <a:prstGeom prst="rect">
            <a:avLst/>
          </a:prstGeom>
        </p:spPr>
      </p:pic>
      <p:pic>
        <p:nvPicPr>
          <p:cNvPr id="93" name="Picture 92" descr="A blue circle with white letters on it&#10;&#10;Description automatically generated">
            <a:hlinkClick r:id="rId9"/>
            <a:extLst>
              <a:ext uri="{FF2B5EF4-FFF2-40B4-BE49-F238E27FC236}">
                <a16:creationId xmlns:a16="http://schemas.microsoft.com/office/drawing/2014/main" id="{07E2B9C7-517D-50AD-666B-93C8AE7C0BA7}"/>
              </a:ext>
            </a:extLst>
          </p:cNvPr>
          <p:cNvPicPr>
            <a:picLocks noChangeAspect="1"/>
          </p:cNvPicPr>
          <p:nvPr userDrawn="1"/>
        </p:nvPicPr>
        <p:blipFill>
          <a:blip r:embed="rId10"/>
          <a:stretch>
            <a:fillRect/>
          </a:stretch>
        </p:blipFill>
        <p:spPr>
          <a:xfrm>
            <a:off x="8640249" y="6180800"/>
            <a:ext cx="338400" cy="338400"/>
          </a:xfrm>
          <a:prstGeom prst="rect">
            <a:avLst/>
          </a:prstGeom>
        </p:spPr>
      </p:pic>
      <p:pic>
        <p:nvPicPr>
          <p:cNvPr id="97" name="Picture 96" descr="A blue circle with white x in it&#10;&#10;Description automatically generated">
            <a:hlinkClick r:id="rId11"/>
            <a:extLst>
              <a:ext uri="{FF2B5EF4-FFF2-40B4-BE49-F238E27FC236}">
                <a16:creationId xmlns:a16="http://schemas.microsoft.com/office/drawing/2014/main" id="{F84EEE6C-2FD9-E3F5-7102-F158B42CCEB0}"/>
              </a:ext>
            </a:extLst>
          </p:cNvPr>
          <p:cNvPicPr>
            <a:picLocks noChangeAspect="1"/>
          </p:cNvPicPr>
          <p:nvPr userDrawn="1"/>
        </p:nvPicPr>
        <p:blipFill>
          <a:blip r:embed="rId12"/>
          <a:stretch>
            <a:fillRect/>
          </a:stretch>
        </p:blipFill>
        <p:spPr>
          <a:xfrm>
            <a:off x="9824837" y="6180800"/>
            <a:ext cx="338400" cy="338400"/>
          </a:xfrm>
          <a:prstGeom prst="rect">
            <a:avLst/>
          </a:prstGeom>
        </p:spPr>
      </p:pic>
      <p:grpSp>
        <p:nvGrpSpPr>
          <p:cNvPr id="124" name="Group 123">
            <a:extLst>
              <a:ext uri="{FF2B5EF4-FFF2-40B4-BE49-F238E27FC236}">
                <a16:creationId xmlns:a16="http://schemas.microsoft.com/office/drawing/2014/main" id="{959A6B64-7AC1-F616-580F-CFC8F183B535}"/>
              </a:ext>
            </a:extLst>
          </p:cNvPr>
          <p:cNvGrpSpPr>
            <a:grpSpLocks noChangeAspect="1"/>
          </p:cNvGrpSpPr>
          <p:nvPr userDrawn="1"/>
        </p:nvGrpSpPr>
        <p:grpSpPr>
          <a:xfrm>
            <a:off x="8737430" y="703607"/>
            <a:ext cx="2523600" cy="2523600"/>
            <a:chOff x="9528212" y="1441384"/>
            <a:chExt cx="1065847" cy="1065847"/>
          </a:xfrm>
        </p:grpSpPr>
        <p:grpSp>
          <p:nvGrpSpPr>
            <p:cNvPr id="125" name="Graphic 19">
              <a:extLst>
                <a:ext uri="{FF2B5EF4-FFF2-40B4-BE49-F238E27FC236}">
                  <a16:creationId xmlns:a16="http://schemas.microsoft.com/office/drawing/2014/main" id="{C1EA08F6-5225-7C12-2252-75A1323EF14F}"/>
                </a:ext>
              </a:extLst>
            </p:cNvPr>
            <p:cNvGrpSpPr/>
            <p:nvPr/>
          </p:nvGrpSpPr>
          <p:grpSpPr>
            <a:xfrm>
              <a:off x="9718712" y="1764281"/>
              <a:ext cx="686752" cy="439102"/>
              <a:chOff x="9718712" y="1764281"/>
              <a:chExt cx="686752" cy="439102"/>
            </a:xfrm>
          </p:grpSpPr>
          <p:sp>
            <p:nvSpPr>
              <p:cNvPr id="131" name="Freeform 130">
                <a:extLst>
                  <a:ext uri="{FF2B5EF4-FFF2-40B4-BE49-F238E27FC236}">
                    <a16:creationId xmlns:a16="http://schemas.microsoft.com/office/drawing/2014/main" id="{EE5F49AD-740B-4093-6BA5-3E297E3534D0}"/>
                  </a:ext>
                </a:extLst>
              </p:cNvPr>
              <p:cNvSpPr/>
              <p:nvPr/>
            </p:nvSpPr>
            <p:spPr>
              <a:xfrm>
                <a:off x="9718712" y="1764281"/>
                <a:ext cx="314325" cy="39052"/>
              </a:xfrm>
              <a:custGeom>
                <a:avLst/>
                <a:gdLst>
                  <a:gd name="connsiteX0" fmla="*/ 131445 w 314325"/>
                  <a:gd name="connsiteY0" fmla="*/ 29527 h 39052"/>
                  <a:gd name="connsiteX1" fmla="*/ 204788 w 314325"/>
                  <a:gd name="connsiteY1" fmla="*/ 18097 h 39052"/>
                  <a:gd name="connsiteX2" fmla="*/ 283845 w 314325"/>
                  <a:gd name="connsiteY2" fmla="*/ 32385 h 39052"/>
                  <a:gd name="connsiteX3" fmla="*/ 314325 w 314325"/>
                  <a:gd name="connsiteY3" fmla="*/ 28575 h 39052"/>
                  <a:gd name="connsiteX4" fmla="*/ 307658 w 314325"/>
                  <a:gd name="connsiteY4" fmla="*/ 23813 h 39052"/>
                  <a:gd name="connsiteX5" fmla="*/ 204788 w 314325"/>
                  <a:gd name="connsiteY5" fmla="*/ 0 h 39052"/>
                  <a:gd name="connsiteX6" fmla="*/ 127635 w 314325"/>
                  <a:gd name="connsiteY6" fmla="*/ 11430 h 39052"/>
                  <a:gd name="connsiteX7" fmla="*/ 74295 w 314325"/>
                  <a:gd name="connsiteY7" fmla="*/ 20002 h 39052"/>
                  <a:gd name="connsiteX8" fmla="*/ 0 w 314325"/>
                  <a:gd name="connsiteY8" fmla="*/ 20002 h 39052"/>
                  <a:gd name="connsiteX9" fmla="*/ 0 w 314325"/>
                  <a:gd name="connsiteY9" fmla="*/ 39052 h 39052"/>
                  <a:gd name="connsiteX10" fmla="*/ 74295 w 314325"/>
                  <a:gd name="connsiteY10" fmla="*/ 39052 h 39052"/>
                  <a:gd name="connsiteX11" fmla="*/ 131445 w 314325"/>
                  <a:gd name="connsiteY11" fmla="*/ 29527 h 39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4325" h="39052">
                    <a:moveTo>
                      <a:pt x="131445" y="29527"/>
                    </a:moveTo>
                    <a:cubicBezTo>
                      <a:pt x="156210" y="23813"/>
                      <a:pt x="180975" y="18097"/>
                      <a:pt x="204788" y="18097"/>
                    </a:cubicBezTo>
                    <a:cubicBezTo>
                      <a:pt x="243840" y="18097"/>
                      <a:pt x="269558" y="25717"/>
                      <a:pt x="283845" y="32385"/>
                    </a:cubicBezTo>
                    <a:cubicBezTo>
                      <a:pt x="294323" y="31432"/>
                      <a:pt x="304800" y="29527"/>
                      <a:pt x="314325" y="28575"/>
                    </a:cubicBezTo>
                    <a:cubicBezTo>
                      <a:pt x="312420" y="26670"/>
                      <a:pt x="309563" y="24765"/>
                      <a:pt x="307658" y="23813"/>
                    </a:cubicBezTo>
                    <a:cubicBezTo>
                      <a:pt x="306705" y="22860"/>
                      <a:pt x="274320" y="0"/>
                      <a:pt x="204788" y="0"/>
                    </a:cubicBezTo>
                    <a:cubicBezTo>
                      <a:pt x="179070" y="0"/>
                      <a:pt x="151448" y="6667"/>
                      <a:pt x="127635" y="11430"/>
                    </a:cubicBezTo>
                    <a:cubicBezTo>
                      <a:pt x="107632" y="16192"/>
                      <a:pt x="88582" y="20002"/>
                      <a:pt x="74295" y="20002"/>
                    </a:cubicBezTo>
                    <a:cubicBezTo>
                      <a:pt x="57150" y="20002"/>
                      <a:pt x="0" y="20002"/>
                      <a:pt x="0" y="20002"/>
                    </a:cubicBezTo>
                    <a:lnTo>
                      <a:pt x="0" y="39052"/>
                    </a:lnTo>
                    <a:cubicBezTo>
                      <a:pt x="0" y="39052"/>
                      <a:pt x="57150" y="39052"/>
                      <a:pt x="74295" y="39052"/>
                    </a:cubicBezTo>
                    <a:cubicBezTo>
                      <a:pt x="90488" y="39052"/>
                      <a:pt x="110490" y="34290"/>
                      <a:pt x="131445" y="29527"/>
                    </a:cubicBezTo>
                    <a:close/>
                  </a:path>
                </a:pathLst>
              </a:custGeom>
              <a:solidFill>
                <a:srgbClr val="85BC20"/>
              </a:solidFill>
              <a:ln w="9525" cap="flat">
                <a:noFill/>
                <a:prstDash val="solid"/>
                <a:miter/>
              </a:ln>
            </p:spPr>
            <p:txBody>
              <a:bodyPr rtlCol="0" anchor="ctr"/>
              <a:lstStyle/>
              <a:p>
                <a:endParaRPr lang="en-NL">
                  <a:solidFill>
                    <a:schemeClr val="bg1"/>
                  </a:solidFill>
                </a:endParaRPr>
              </a:p>
            </p:txBody>
          </p:sp>
          <p:sp>
            <p:nvSpPr>
              <p:cNvPr id="132" name="Freeform 131">
                <a:extLst>
                  <a:ext uri="{FF2B5EF4-FFF2-40B4-BE49-F238E27FC236}">
                    <a16:creationId xmlns:a16="http://schemas.microsoft.com/office/drawing/2014/main" id="{68896246-0FCF-4497-6EB8-B902AD145576}"/>
                  </a:ext>
                </a:extLst>
              </p:cNvPr>
              <p:cNvSpPr/>
              <p:nvPr/>
            </p:nvSpPr>
            <p:spPr>
              <a:xfrm>
                <a:off x="9902544" y="1803334"/>
                <a:ext cx="501967" cy="146685"/>
              </a:xfrm>
              <a:custGeom>
                <a:avLst/>
                <a:gdLst>
                  <a:gd name="connsiteX0" fmla="*/ 411480 w 501967"/>
                  <a:gd name="connsiteY0" fmla="*/ 38100 h 146685"/>
                  <a:gd name="connsiteX1" fmla="*/ 377190 w 501967"/>
                  <a:gd name="connsiteY1" fmla="*/ 22860 h 146685"/>
                  <a:gd name="connsiteX2" fmla="*/ 320993 w 501967"/>
                  <a:gd name="connsiteY2" fmla="*/ 0 h 146685"/>
                  <a:gd name="connsiteX3" fmla="*/ 197168 w 501967"/>
                  <a:gd name="connsiteY3" fmla="*/ 0 h 146685"/>
                  <a:gd name="connsiteX4" fmla="*/ 160973 w 501967"/>
                  <a:gd name="connsiteY4" fmla="*/ 3810 h 146685"/>
                  <a:gd name="connsiteX5" fmla="*/ 40957 w 501967"/>
                  <a:gd name="connsiteY5" fmla="*/ 15240 h 146685"/>
                  <a:gd name="connsiteX6" fmla="*/ 0 w 501967"/>
                  <a:gd name="connsiteY6" fmla="*/ 40957 h 146685"/>
                  <a:gd name="connsiteX7" fmla="*/ 63818 w 501967"/>
                  <a:gd name="connsiteY7" fmla="*/ 93345 h 146685"/>
                  <a:gd name="connsiteX8" fmla="*/ 188595 w 501967"/>
                  <a:gd name="connsiteY8" fmla="*/ 93345 h 146685"/>
                  <a:gd name="connsiteX9" fmla="*/ 214313 w 501967"/>
                  <a:gd name="connsiteY9" fmla="*/ 110490 h 146685"/>
                  <a:gd name="connsiteX10" fmla="*/ 235268 w 501967"/>
                  <a:gd name="connsiteY10" fmla="*/ 146685 h 146685"/>
                  <a:gd name="connsiteX11" fmla="*/ 252413 w 501967"/>
                  <a:gd name="connsiteY11" fmla="*/ 137160 h 146685"/>
                  <a:gd name="connsiteX12" fmla="*/ 231458 w 501967"/>
                  <a:gd name="connsiteY12" fmla="*/ 100013 h 146685"/>
                  <a:gd name="connsiteX13" fmla="*/ 189548 w 501967"/>
                  <a:gd name="connsiteY13" fmla="*/ 73343 h 146685"/>
                  <a:gd name="connsiteX14" fmla="*/ 64770 w 501967"/>
                  <a:gd name="connsiteY14" fmla="*/ 73343 h 146685"/>
                  <a:gd name="connsiteX15" fmla="*/ 20003 w 501967"/>
                  <a:gd name="connsiteY15" fmla="*/ 40005 h 146685"/>
                  <a:gd name="connsiteX16" fmla="*/ 41910 w 501967"/>
                  <a:gd name="connsiteY16" fmla="*/ 33338 h 146685"/>
                  <a:gd name="connsiteX17" fmla="*/ 164783 w 501967"/>
                  <a:gd name="connsiteY17" fmla="*/ 21907 h 146685"/>
                  <a:gd name="connsiteX18" fmla="*/ 198120 w 501967"/>
                  <a:gd name="connsiteY18" fmla="*/ 18098 h 146685"/>
                  <a:gd name="connsiteX19" fmla="*/ 321945 w 501967"/>
                  <a:gd name="connsiteY19" fmla="*/ 18098 h 146685"/>
                  <a:gd name="connsiteX20" fmla="*/ 369570 w 501967"/>
                  <a:gd name="connsiteY20" fmla="*/ 38100 h 146685"/>
                  <a:gd name="connsiteX21" fmla="*/ 413385 w 501967"/>
                  <a:gd name="connsiteY21" fmla="*/ 56198 h 146685"/>
                  <a:gd name="connsiteX22" fmla="*/ 501968 w 501967"/>
                  <a:gd name="connsiteY22" fmla="*/ 56198 h 146685"/>
                  <a:gd name="connsiteX23" fmla="*/ 501968 w 501967"/>
                  <a:gd name="connsiteY23" fmla="*/ 37148 h 146685"/>
                  <a:gd name="connsiteX24" fmla="*/ 411480 w 501967"/>
                  <a:gd name="connsiteY24" fmla="*/ 37148 h 14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1967" h="146685">
                    <a:moveTo>
                      <a:pt x="411480" y="38100"/>
                    </a:moveTo>
                    <a:cubicBezTo>
                      <a:pt x="404813" y="38100"/>
                      <a:pt x="389572" y="29527"/>
                      <a:pt x="377190" y="22860"/>
                    </a:cubicBezTo>
                    <a:cubicBezTo>
                      <a:pt x="358140" y="11430"/>
                      <a:pt x="337185" y="0"/>
                      <a:pt x="320993" y="0"/>
                    </a:cubicBezTo>
                    <a:lnTo>
                      <a:pt x="197168" y="0"/>
                    </a:lnTo>
                    <a:cubicBezTo>
                      <a:pt x="191453" y="0"/>
                      <a:pt x="178118" y="1905"/>
                      <a:pt x="160973" y="3810"/>
                    </a:cubicBezTo>
                    <a:cubicBezTo>
                      <a:pt x="129540" y="8573"/>
                      <a:pt x="80963" y="15240"/>
                      <a:pt x="40957" y="15240"/>
                    </a:cubicBezTo>
                    <a:cubicBezTo>
                      <a:pt x="25718" y="15240"/>
                      <a:pt x="0" y="15240"/>
                      <a:pt x="0" y="40957"/>
                    </a:cubicBezTo>
                    <a:cubicBezTo>
                      <a:pt x="0" y="61913"/>
                      <a:pt x="22860" y="93345"/>
                      <a:pt x="63818" y="93345"/>
                    </a:cubicBezTo>
                    <a:lnTo>
                      <a:pt x="188595" y="93345"/>
                    </a:lnTo>
                    <a:cubicBezTo>
                      <a:pt x="197168" y="93345"/>
                      <a:pt x="208598" y="100965"/>
                      <a:pt x="214313" y="110490"/>
                    </a:cubicBezTo>
                    <a:cubicBezTo>
                      <a:pt x="223838" y="127635"/>
                      <a:pt x="235268" y="146685"/>
                      <a:pt x="235268" y="146685"/>
                    </a:cubicBezTo>
                    <a:lnTo>
                      <a:pt x="252413" y="137160"/>
                    </a:lnTo>
                    <a:cubicBezTo>
                      <a:pt x="252413" y="137160"/>
                      <a:pt x="240983" y="117157"/>
                      <a:pt x="231458" y="100013"/>
                    </a:cubicBezTo>
                    <a:cubicBezTo>
                      <a:pt x="221933" y="83820"/>
                      <a:pt x="204788" y="73343"/>
                      <a:pt x="189548" y="73343"/>
                    </a:cubicBezTo>
                    <a:lnTo>
                      <a:pt x="64770" y="73343"/>
                    </a:lnTo>
                    <a:cubicBezTo>
                      <a:pt x="33338" y="73343"/>
                      <a:pt x="20003" y="50482"/>
                      <a:pt x="20003" y="40005"/>
                    </a:cubicBezTo>
                    <a:cubicBezTo>
                      <a:pt x="20003" y="36195"/>
                      <a:pt x="20003" y="33338"/>
                      <a:pt x="41910" y="33338"/>
                    </a:cubicBezTo>
                    <a:cubicBezTo>
                      <a:pt x="83820" y="33338"/>
                      <a:pt x="132398" y="26670"/>
                      <a:pt x="164783" y="21907"/>
                    </a:cubicBezTo>
                    <a:cubicBezTo>
                      <a:pt x="180023" y="20002"/>
                      <a:pt x="193358" y="18098"/>
                      <a:pt x="198120" y="18098"/>
                    </a:cubicBezTo>
                    <a:lnTo>
                      <a:pt x="321945" y="18098"/>
                    </a:lnTo>
                    <a:cubicBezTo>
                      <a:pt x="333375" y="18098"/>
                      <a:pt x="352425" y="28575"/>
                      <a:pt x="369570" y="38100"/>
                    </a:cubicBezTo>
                    <a:cubicBezTo>
                      <a:pt x="386715" y="47625"/>
                      <a:pt x="401955" y="56198"/>
                      <a:pt x="413385" y="56198"/>
                    </a:cubicBezTo>
                    <a:lnTo>
                      <a:pt x="501968" y="56198"/>
                    </a:lnTo>
                    <a:lnTo>
                      <a:pt x="501968" y="37148"/>
                    </a:lnTo>
                    <a:lnTo>
                      <a:pt x="411480" y="37148"/>
                    </a:lnTo>
                    <a:close/>
                  </a:path>
                </a:pathLst>
              </a:custGeom>
              <a:solidFill>
                <a:srgbClr val="007AC3"/>
              </a:solidFill>
              <a:ln w="9525" cap="flat">
                <a:noFill/>
                <a:prstDash val="solid"/>
                <a:miter/>
              </a:ln>
            </p:spPr>
            <p:txBody>
              <a:bodyPr rtlCol="0" anchor="ctr"/>
              <a:lstStyle/>
              <a:p>
                <a:endParaRPr lang="en-NL">
                  <a:solidFill>
                    <a:schemeClr val="bg1"/>
                  </a:solidFill>
                </a:endParaRPr>
              </a:p>
            </p:txBody>
          </p:sp>
          <p:sp>
            <p:nvSpPr>
              <p:cNvPr id="133" name="Freeform 132">
                <a:extLst>
                  <a:ext uri="{FF2B5EF4-FFF2-40B4-BE49-F238E27FC236}">
                    <a16:creationId xmlns:a16="http://schemas.microsoft.com/office/drawing/2014/main" id="{2F83ABF5-66AF-FB35-A909-0C30F3727BE7}"/>
                  </a:ext>
                </a:extLst>
              </p:cNvPr>
              <p:cNvSpPr/>
              <p:nvPr/>
            </p:nvSpPr>
            <p:spPr>
              <a:xfrm>
                <a:off x="9718712" y="1984309"/>
                <a:ext cx="109537" cy="32385"/>
              </a:xfrm>
              <a:custGeom>
                <a:avLst/>
                <a:gdLst>
                  <a:gd name="connsiteX0" fmla="*/ 64770 w 109537"/>
                  <a:gd name="connsiteY0" fmla="*/ 0 h 32385"/>
                  <a:gd name="connsiteX1" fmla="*/ 0 w 109537"/>
                  <a:gd name="connsiteY1" fmla="*/ 0 h 32385"/>
                  <a:gd name="connsiteX2" fmla="*/ 0 w 109537"/>
                  <a:gd name="connsiteY2" fmla="*/ 19050 h 32385"/>
                  <a:gd name="connsiteX3" fmla="*/ 64770 w 109537"/>
                  <a:gd name="connsiteY3" fmla="*/ 19050 h 32385"/>
                  <a:gd name="connsiteX4" fmla="*/ 93345 w 109537"/>
                  <a:gd name="connsiteY4" fmla="*/ 32385 h 32385"/>
                  <a:gd name="connsiteX5" fmla="*/ 94298 w 109537"/>
                  <a:gd name="connsiteY5" fmla="*/ 31432 h 32385"/>
                  <a:gd name="connsiteX6" fmla="*/ 109538 w 109537"/>
                  <a:gd name="connsiteY6" fmla="*/ 21907 h 32385"/>
                  <a:gd name="connsiteX7" fmla="*/ 64770 w 109537"/>
                  <a:gd name="connsiteY7" fmla="*/ 0 h 32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537" h="32385">
                    <a:moveTo>
                      <a:pt x="64770" y="0"/>
                    </a:moveTo>
                    <a:cubicBezTo>
                      <a:pt x="47625" y="0"/>
                      <a:pt x="1905" y="0"/>
                      <a:pt x="0" y="0"/>
                    </a:cubicBezTo>
                    <a:lnTo>
                      <a:pt x="0" y="19050"/>
                    </a:lnTo>
                    <a:cubicBezTo>
                      <a:pt x="0" y="19050"/>
                      <a:pt x="47625" y="19050"/>
                      <a:pt x="64770" y="19050"/>
                    </a:cubicBezTo>
                    <a:cubicBezTo>
                      <a:pt x="76200" y="19050"/>
                      <a:pt x="82868" y="20955"/>
                      <a:pt x="93345" y="32385"/>
                    </a:cubicBezTo>
                    <a:cubicBezTo>
                      <a:pt x="93345" y="32385"/>
                      <a:pt x="94298" y="31432"/>
                      <a:pt x="94298" y="31432"/>
                    </a:cubicBezTo>
                    <a:cubicBezTo>
                      <a:pt x="99060" y="27623"/>
                      <a:pt x="103823" y="23813"/>
                      <a:pt x="109538" y="21907"/>
                    </a:cubicBezTo>
                    <a:cubicBezTo>
                      <a:pt x="95250" y="6668"/>
                      <a:pt x="83820" y="952"/>
                      <a:pt x="64770" y="0"/>
                    </a:cubicBezTo>
                    <a:close/>
                  </a:path>
                </a:pathLst>
              </a:custGeom>
              <a:solidFill>
                <a:srgbClr val="007AC3"/>
              </a:solidFill>
              <a:ln w="9525" cap="flat">
                <a:noFill/>
                <a:prstDash val="solid"/>
                <a:miter/>
              </a:ln>
            </p:spPr>
            <p:txBody>
              <a:bodyPr rtlCol="0" anchor="ctr"/>
              <a:lstStyle/>
              <a:p>
                <a:endParaRPr lang="en-NL">
                  <a:solidFill>
                    <a:schemeClr val="bg1"/>
                  </a:solidFill>
                </a:endParaRPr>
              </a:p>
            </p:txBody>
          </p:sp>
          <p:sp>
            <p:nvSpPr>
              <p:cNvPr id="134" name="Freeform 133">
                <a:extLst>
                  <a:ext uri="{FF2B5EF4-FFF2-40B4-BE49-F238E27FC236}">
                    <a16:creationId xmlns:a16="http://schemas.microsoft.com/office/drawing/2014/main" id="{45E1E48A-0238-1CBF-257F-8BF7C02941FA}"/>
                  </a:ext>
                </a:extLst>
              </p:cNvPr>
              <p:cNvSpPr/>
              <p:nvPr/>
            </p:nvSpPr>
            <p:spPr>
              <a:xfrm>
                <a:off x="10212107" y="2031934"/>
                <a:ext cx="193357" cy="68579"/>
              </a:xfrm>
              <a:custGeom>
                <a:avLst/>
                <a:gdLst>
                  <a:gd name="connsiteX0" fmla="*/ 60007 w 193357"/>
                  <a:gd name="connsiteY0" fmla="*/ 15240 h 68579"/>
                  <a:gd name="connsiteX1" fmla="*/ 0 w 193357"/>
                  <a:gd name="connsiteY1" fmla="*/ 51435 h 68579"/>
                  <a:gd name="connsiteX2" fmla="*/ 9525 w 193357"/>
                  <a:gd name="connsiteY2" fmla="*/ 68580 h 68579"/>
                  <a:gd name="connsiteX3" fmla="*/ 71438 w 193357"/>
                  <a:gd name="connsiteY3" fmla="*/ 31433 h 68579"/>
                  <a:gd name="connsiteX4" fmla="*/ 107632 w 193357"/>
                  <a:gd name="connsiteY4" fmla="*/ 19050 h 68579"/>
                  <a:gd name="connsiteX5" fmla="*/ 193357 w 193357"/>
                  <a:gd name="connsiteY5" fmla="*/ 19050 h 68579"/>
                  <a:gd name="connsiteX6" fmla="*/ 193357 w 193357"/>
                  <a:gd name="connsiteY6" fmla="*/ 0 h 68579"/>
                  <a:gd name="connsiteX7" fmla="*/ 107632 w 193357"/>
                  <a:gd name="connsiteY7" fmla="*/ 0 h 68579"/>
                  <a:gd name="connsiteX8" fmla="*/ 60007 w 193357"/>
                  <a:gd name="connsiteY8" fmla="*/ 15240 h 68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357" h="68579">
                    <a:moveTo>
                      <a:pt x="60007" y="15240"/>
                    </a:moveTo>
                    <a:cubicBezTo>
                      <a:pt x="34290" y="32385"/>
                      <a:pt x="10477" y="45720"/>
                      <a:pt x="0" y="51435"/>
                    </a:cubicBezTo>
                    <a:cubicBezTo>
                      <a:pt x="3810" y="58102"/>
                      <a:pt x="6667" y="63817"/>
                      <a:pt x="9525" y="68580"/>
                    </a:cubicBezTo>
                    <a:cubicBezTo>
                      <a:pt x="20955" y="62865"/>
                      <a:pt x="44767" y="49530"/>
                      <a:pt x="71438" y="31433"/>
                    </a:cubicBezTo>
                    <a:cubicBezTo>
                      <a:pt x="85725" y="21908"/>
                      <a:pt x="100965" y="19050"/>
                      <a:pt x="107632" y="19050"/>
                    </a:cubicBezTo>
                    <a:lnTo>
                      <a:pt x="193357" y="19050"/>
                    </a:lnTo>
                    <a:lnTo>
                      <a:pt x="193357" y="0"/>
                    </a:lnTo>
                    <a:lnTo>
                      <a:pt x="107632" y="0"/>
                    </a:lnTo>
                    <a:cubicBezTo>
                      <a:pt x="95250" y="0"/>
                      <a:pt x="76200" y="3810"/>
                      <a:pt x="60007" y="15240"/>
                    </a:cubicBezTo>
                    <a:close/>
                  </a:path>
                </a:pathLst>
              </a:custGeom>
              <a:solidFill>
                <a:srgbClr val="E5202E"/>
              </a:solidFill>
              <a:ln w="9525" cap="flat">
                <a:noFill/>
                <a:prstDash val="solid"/>
                <a:miter/>
              </a:ln>
            </p:spPr>
            <p:txBody>
              <a:bodyPr rtlCol="0" anchor="ctr"/>
              <a:lstStyle/>
              <a:p>
                <a:endParaRPr lang="en-NL">
                  <a:solidFill>
                    <a:schemeClr val="bg1"/>
                  </a:solidFill>
                </a:endParaRPr>
              </a:p>
            </p:txBody>
          </p:sp>
          <p:sp>
            <p:nvSpPr>
              <p:cNvPr id="135" name="Freeform 134">
                <a:extLst>
                  <a:ext uri="{FF2B5EF4-FFF2-40B4-BE49-F238E27FC236}">
                    <a16:creationId xmlns:a16="http://schemas.microsoft.com/office/drawing/2014/main" id="{08C121DF-1F4F-1477-FC2D-4DAC2196CAA8}"/>
                  </a:ext>
                </a:extLst>
              </p:cNvPr>
              <p:cNvSpPr/>
              <p:nvPr/>
            </p:nvSpPr>
            <p:spPr>
              <a:xfrm>
                <a:off x="9817593" y="2021226"/>
                <a:ext cx="159436" cy="169774"/>
              </a:xfrm>
              <a:custGeom>
                <a:avLst/>
                <a:gdLst>
                  <a:gd name="connsiteX0" fmla="*/ 120194 w 159436"/>
                  <a:gd name="connsiteY0" fmla="*/ 93575 h 169774"/>
                  <a:gd name="connsiteX1" fmla="*/ 109716 w 159436"/>
                  <a:gd name="connsiteY1" fmla="*/ 93575 h 169774"/>
                  <a:gd name="connsiteX2" fmla="*/ 98286 w 159436"/>
                  <a:gd name="connsiteY2" fmla="*/ 67857 h 169774"/>
                  <a:gd name="connsiteX3" fmla="*/ 73521 w 159436"/>
                  <a:gd name="connsiteY3" fmla="*/ 53570 h 169774"/>
                  <a:gd name="connsiteX4" fmla="*/ 62091 w 159436"/>
                  <a:gd name="connsiteY4" fmla="*/ 14517 h 169774"/>
                  <a:gd name="connsiteX5" fmla="*/ 35421 w 159436"/>
                  <a:gd name="connsiteY5" fmla="*/ 230 h 169774"/>
                  <a:gd name="connsiteX6" fmla="*/ 8751 w 159436"/>
                  <a:gd name="connsiteY6" fmla="*/ 7850 h 169774"/>
                  <a:gd name="connsiteX7" fmla="*/ 179 w 159436"/>
                  <a:gd name="connsiteY7" fmla="*/ 33567 h 169774"/>
                  <a:gd name="connsiteX8" fmla="*/ 13514 w 159436"/>
                  <a:gd name="connsiteY8" fmla="*/ 60237 h 169774"/>
                  <a:gd name="connsiteX9" fmla="*/ 36374 w 159436"/>
                  <a:gd name="connsiteY9" fmla="*/ 75477 h 169774"/>
                  <a:gd name="connsiteX10" fmla="*/ 49709 w 159436"/>
                  <a:gd name="connsiteY10" fmla="*/ 113577 h 169774"/>
                  <a:gd name="connsiteX11" fmla="*/ 49709 w 159436"/>
                  <a:gd name="connsiteY11" fmla="*/ 113577 h 169774"/>
                  <a:gd name="connsiteX12" fmla="*/ 82094 w 159436"/>
                  <a:gd name="connsiteY12" fmla="*/ 129770 h 169774"/>
                  <a:gd name="connsiteX13" fmla="*/ 85904 w 159436"/>
                  <a:gd name="connsiteY13" fmla="*/ 129770 h 169774"/>
                  <a:gd name="connsiteX14" fmla="*/ 99239 w 159436"/>
                  <a:gd name="connsiteY14" fmla="*/ 153582 h 169774"/>
                  <a:gd name="connsiteX15" fmla="*/ 124004 w 159436"/>
                  <a:gd name="connsiteY15" fmla="*/ 168822 h 169774"/>
                  <a:gd name="connsiteX16" fmla="*/ 130671 w 159436"/>
                  <a:gd name="connsiteY16" fmla="*/ 169775 h 169774"/>
                  <a:gd name="connsiteX17" fmla="*/ 149721 w 159436"/>
                  <a:gd name="connsiteY17" fmla="*/ 162155 h 169774"/>
                  <a:gd name="connsiteX18" fmla="*/ 146864 w 159436"/>
                  <a:gd name="connsiteY18" fmla="*/ 107862 h 169774"/>
                  <a:gd name="connsiteX19" fmla="*/ 120194 w 159436"/>
                  <a:gd name="connsiteY19" fmla="*/ 93575 h 169774"/>
                  <a:gd name="connsiteX20" fmla="*/ 27801 w 159436"/>
                  <a:gd name="connsiteY20" fmla="*/ 47855 h 169774"/>
                  <a:gd name="connsiteX21" fmla="*/ 19229 w 159436"/>
                  <a:gd name="connsiteY21" fmla="*/ 31662 h 169774"/>
                  <a:gd name="connsiteX22" fmla="*/ 22086 w 159436"/>
                  <a:gd name="connsiteY22" fmla="*/ 23090 h 169774"/>
                  <a:gd name="connsiteX23" fmla="*/ 30659 w 159436"/>
                  <a:gd name="connsiteY23" fmla="*/ 20232 h 169774"/>
                  <a:gd name="connsiteX24" fmla="*/ 33516 w 159436"/>
                  <a:gd name="connsiteY24" fmla="*/ 20232 h 169774"/>
                  <a:gd name="connsiteX25" fmla="*/ 48756 w 159436"/>
                  <a:gd name="connsiteY25" fmla="*/ 28805 h 169774"/>
                  <a:gd name="connsiteX26" fmla="*/ 52566 w 159436"/>
                  <a:gd name="connsiteY26" fmla="*/ 55475 h 169774"/>
                  <a:gd name="connsiteX27" fmla="*/ 43041 w 159436"/>
                  <a:gd name="connsiteY27" fmla="*/ 57380 h 169774"/>
                  <a:gd name="connsiteX28" fmla="*/ 27801 w 159436"/>
                  <a:gd name="connsiteY28" fmla="*/ 47855 h 169774"/>
                  <a:gd name="connsiteX29" fmla="*/ 27801 w 159436"/>
                  <a:gd name="connsiteY29" fmla="*/ 47855 h 169774"/>
                  <a:gd name="connsiteX30" fmla="*/ 63044 w 159436"/>
                  <a:gd name="connsiteY30" fmla="*/ 100242 h 169774"/>
                  <a:gd name="connsiteX31" fmla="*/ 57329 w 159436"/>
                  <a:gd name="connsiteY31" fmla="*/ 75477 h 169774"/>
                  <a:gd name="connsiteX32" fmla="*/ 68759 w 159436"/>
                  <a:gd name="connsiteY32" fmla="*/ 72620 h 169774"/>
                  <a:gd name="connsiteX33" fmla="*/ 83999 w 159436"/>
                  <a:gd name="connsiteY33" fmla="*/ 81192 h 169774"/>
                  <a:gd name="connsiteX34" fmla="*/ 89714 w 159436"/>
                  <a:gd name="connsiteY34" fmla="*/ 105957 h 169774"/>
                  <a:gd name="connsiteX35" fmla="*/ 88761 w 159436"/>
                  <a:gd name="connsiteY35" fmla="*/ 106910 h 169774"/>
                  <a:gd name="connsiteX36" fmla="*/ 87809 w 159436"/>
                  <a:gd name="connsiteY36" fmla="*/ 108815 h 169774"/>
                  <a:gd name="connsiteX37" fmla="*/ 63044 w 159436"/>
                  <a:gd name="connsiteY37" fmla="*/ 100242 h 169774"/>
                  <a:gd name="connsiteX38" fmla="*/ 136386 w 159436"/>
                  <a:gd name="connsiteY38" fmla="*/ 147867 h 169774"/>
                  <a:gd name="connsiteX39" fmla="*/ 126861 w 159436"/>
                  <a:gd name="connsiteY39" fmla="*/ 149772 h 169774"/>
                  <a:gd name="connsiteX40" fmla="*/ 111621 w 159436"/>
                  <a:gd name="connsiteY40" fmla="*/ 140247 h 169774"/>
                  <a:gd name="connsiteX41" fmla="*/ 104001 w 159436"/>
                  <a:gd name="connsiteY41" fmla="*/ 117387 h 169774"/>
                  <a:gd name="connsiteX42" fmla="*/ 104001 w 159436"/>
                  <a:gd name="connsiteY42" fmla="*/ 117387 h 169774"/>
                  <a:gd name="connsiteX43" fmla="*/ 104954 w 159436"/>
                  <a:gd name="connsiteY43" fmla="*/ 115482 h 169774"/>
                  <a:gd name="connsiteX44" fmla="*/ 116384 w 159436"/>
                  <a:gd name="connsiteY44" fmla="*/ 112625 h 169774"/>
                  <a:gd name="connsiteX45" fmla="*/ 131624 w 159436"/>
                  <a:gd name="connsiteY45" fmla="*/ 121197 h 169774"/>
                  <a:gd name="connsiteX46" fmla="*/ 136386 w 159436"/>
                  <a:gd name="connsiteY46" fmla="*/ 147867 h 169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59436" h="169774">
                    <a:moveTo>
                      <a:pt x="120194" y="93575"/>
                    </a:moveTo>
                    <a:cubicBezTo>
                      <a:pt x="116384" y="92622"/>
                      <a:pt x="113526" y="93575"/>
                      <a:pt x="109716" y="93575"/>
                    </a:cubicBezTo>
                    <a:cubicBezTo>
                      <a:pt x="108764" y="85002"/>
                      <a:pt x="104954" y="75477"/>
                      <a:pt x="98286" y="67857"/>
                    </a:cubicBezTo>
                    <a:cubicBezTo>
                      <a:pt x="91619" y="60237"/>
                      <a:pt x="83046" y="55475"/>
                      <a:pt x="73521" y="53570"/>
                    </a:cubicBezTo>
                    <a:cubicBezTo>
                      <a:pt x="76379" y="41187"/>
                      <a:pt x="72569" y="25947"/>
                      <a:pt x="62091" y="14517"/>
                    </a:cubicBezTo>
                    <a:cubicBezTo>
                      <a:pt x="54471" y="6897"/>
                      <a:pt x="44946" y="1182"/>
                      <a:pt x="35421" y="230"/>
                    </a:cubicBezTo>
                    <a:cubicBezTo>
                      <a:pt x="24944" y="-723"/>
                      <a:pt x="15419" y="1182"/>
                      <a:pt x="8751" y="7850"/>
                    </a:cubicBezTo>
                    <a:cubicBezTo>
                      <a:pt x="2084" y="14517"/>
                      <a:pt x="-774" y="23090"/>
                      <a:pt x="179" y="33567"/>
                    </a:cubicBezTo>
                    <a:cubicBezTo>
                      <a:pt x="1131" y="42140"/>
                      <a:pt x="5894" y="51665"/>
                      <a:pt x="13514" y="60237"/>
                    </a:cubicBezTo>
                    <a:cubicBezTo>
                      <a:pt x="20181" y="67857"/>
                      <a:pt x="28754" y="72620"/>
                      <a:pt x="36374" y="75477"/>
                    </a:cubicBezTo>
                    <a:cubicBezTo>
                      <a:pt x="33516" y="86907"/>
                      <a:pt x="38279" y="101195"/>
                      <a:pt x="49709" y="113577"/>
                    </a:cubicBezTo>
                    <a:lnTo>
                      <a:pt x="49709" y="113577"/>
                    </a:lnTo>
                    <a:cubicBezTo>
                      <a:pt x="59234" y="124055"/>
                      <a:pt x="71616" y="129770"/>
                      <a:pt x="82094" y="129770"/>
                    </a:cubicBezTo>
                    <a:cubicBezTo>
                      <a:pt x="83046" y="129770"/>
                      <a:pt x="84951" y="129770"/>
                      <a:pt x="85904" y="129770"/>
                    </a:cubicBezTo>
                    <a:cubicBezTo>
                      <a:pt x="87809" y="137390"/>
                      <a:pt x="91619" y="145962"/>
                      <a:pt x="99239" y="153582"/>
                    </a:cubicBezTo>
                    <a:cubicBezTo>
                      <a:pt x="106859" y="162155"/>
                      <a:pt x="115431" y="166917"/>
                      <a:pt x="124004" y="168822"/>
                    </a:cubicBezTo>
                    <a:cubicBezTo>
                      <a:pt x="126861" y="169775"/>
                      <a:pt x="128766" y="169775"/>
                      <a:pt x="130671" y="169775"/>
                    </a:cubicBezTo>
                    <a:cubicBezTo>
                      <a:pt x="138291" y="169775"/>
                      <a:pt x="144006" y="166917"/>
                      <a:pt x="149721" y="162155"/>
                    </a:cubicBezTo>
                    <a:cubicBezTo>
                      <a:pt x="164009" y="149772"/>
                      <a:pt x="162104" y="125007"/>
                      <a:pt x="146864" y="107862"/>
                    </a:cubicBezTo>
                    <a:cubicBezTo>
                      <a:pt x="140196" y="100242"/>
                      <a:pt x="130671" y="94527"/>
                      <a:pt x="120194" y="93575"/>
                    </a:cubicBezTo>
                    <a:close/>
                    <a:moveTo>
                      <a:pt x="27801" y="47855"/>
                    </a:moveTo>
                    <a:cubicBezTo>
                      <a:pt x="23039" y="42140"/>
                      <a:pt x="20181" y="37377"/>
                      <a:pt x="19229" y="31662"/>
                    </a:cubicBezTo>
                    <a:cubicBezTo>
                      <a:pt x="18276" y="27852"/>
                      <a:pt x="19229" y="24995"/>
                      <a:pt x="22086" y="23090"/>
                    </a:cubicBezTo>
                    <a:cubicBezTo>
                      <a:pt x="23991" y="21185"/>
                      <a:pt x="26849" y="20232"/>
                      <a:pt x="30659" y="20232"/>
                    </a:cubicBezTo>
                    <a:cubicBezTo>
                      <a:pt x="31611" y="20232"/>
                      <a:pt x="32564" y="20232"/>
                      <a:pt x="33516" y="20232"/>
                    </a:cubicBezTo>
                    <a:cubicBezTo>
                      <a:pt x="39231" y="21185"/>
                      <a:pt x="44946" y="24042"/>
                      <a:pt x="48756" y="28805"/>
                    </a:cubicBezTo>
                    <a:cubicBezTo>
                      <a:pt x="57329" y="38330"/>
                      <a:pt x="58281" y="50712"/>
                      <a:pt x="52566" y="55475"/>
                    </a:cubicBezTo>
                    <a:cubicBezTo>
                      <a:pt x="50661" y="57380"/>
                      <a:pt x="46851" y="58332"/>
                      <a:pt x="43041" y="57380"/>
                    </a:cubicBezTo>
                    <a:cubicBezTo>
                      <a:pt x="37326" y="56427"/>
                      <a:pt x="32564" y="53570"/>
                      <a:pt x="27801" y="47855"/>
                    </a:cubicBezTo>
                    <a:lnTo>
                      <a:pt x="27801" y="47855"/>
                    </a:lnTo>
                    <a:close/>
                    <a:moveTo>
                      <a:pt x="63044" y="100242"/>
                    </a:moveTo>
                    <a:cubicBezTo>
                      <a:pt x="54471" y="90717"/>
                      <a:pt x="51614" y="80240"/>
                      <a:pt x="57329" y="75477"/>
                    </a:cubicBezTo>
                    <a:cubicBezTo>
                      <a:pt x="60186" y="73572"/>
                      <a:pt x="63996" y="71667"/>
                      <a:pt x="68759" y="72620"/>
                    </a:cubicBezTo>
                    <a:cubicBezTo>
                      <a:pt x="74474" y="73572"/>
                      <a:pt x="80189" y="76430"/>
                      <a:pt x="83999" y="81192"/>
                    </a:cubicBezTo>
                    <a:cubicBezTo>
                      <a:pt x="91619" y="89765"/>
                      <a:pt x="92571" y="100242"/>
                      <a:pt x="89714" y="105957"/>
                    </a:cubicBezTo>
                    <a:cubicBezTo>
                      <a:pt x="89714" y="105957"/>
                      <a:pt x="89714" y="105957"/>
                      <a:pt x="88761" y="106910"/>
                    </a:cubicBezTo>
                    <a:cubicBezTo>
                      <a:pt x="88761" y="107862"/>
                      <a:pt x="87809" y="107862"/>
                      <a:pt x="87809" y="108815"/>
                    </a:cubicBezTo>
                    <a:cubicBezTo>
                      <a:pt x="82094" y="113577"/>
                      <a:pt x="72569" y="109767"/>
                      <a:pt x="63044" y="100242"/>
                    </a:cubicBezTo>
                    <a:close/>
                    <a:moveTo>
                      <a:pt x="136386" y="147867"/>
                    </a:moveTo>
                    <a:cubicBezTo>
                      <a:pt x="134481" y="149772"/>
                      <a:pt x="130671" y="150725"/>
                      <a:pt x="126861" y="149772"/>
                    </a:cubicBezTo>
                    <a:cubicBezTo>
                      <a:pt x="122099" y="148820"/>
                      <a:pt x="116384" y="145010"/>
                      <a:pt x="111621" y="140247"/>
                    </a:cubicBezTo>
                    <a:cubicBezTo>
                      <a:pt x="104001" y="131675"/>
                      <a:pt x="101144" y="123102"/>
                      <a:pt x="104001" y="117387"/>
                    </a:cubicBezTo>
                    <a:cubicBezTo>
                      <a:pt x="104001" y="117387"/>
                      <a:pt x="104001" y="117387"/>
                      <a:pt x="104001" y="117387"/>
                    </a:cubicBezTo>
                    <a:cubicBezTo>
                      <a:pt x="104001" y="116435"/>
                      <a:pt x="104954" y="116435"/>
                      <a:pt x="104954" y="115482"/>
                    </a:cubicBezTo>
                    <a:cubicBezTo>
                      <a:pt x="107811" y="113577"/>
                      <a:pt x="111621" y="111672"/>
                      <a:pt x="116384" y="112625"/>
                    </a:cubicBezTo>
                    <a:cubicBezTo>
                      <a:pt x="122099" y="113577"/>
                      <a:pt x="127814" y="116435"/>
                      <a:pt x="131624" y="121197"/>
                    </a:cubicBezTo>
                    <a:cubicBezTo>
                      <a:pt x="142101" y="129770"/>
                      <a:pt x="142101" y="143105"/>
                      <a:pt x="136386" y="147867"/>
                    </a:cubicBezTo>
                    <a:close/>
                  </a:path>
                </a:pathLst>
              </a:custGeom>
              <a:solidFill>
                <a:srgbClr val="E5202E"/>
              </a:solidFill>
              <a:ln w="9525" cap="flat">
                <a:noFill/>
                <a:prstDash val="solid"/>
                <a:miter/>
              </a:ln>
            </p:spPr>
            <p:txBody>
              <a:bodyPr rtlCol="0" anchor="ctr"/>
              <a:lstStyle/>
              <a:p>
                <a:endParaRPr lang="en-NL">
                  <a:solidFill>
                    <a:schemeClr val="bg1"/>
                  </a:solidFill>
                </a:endParaRPr>
              </a:p>
            </p:txBody>
          </p:sp>
          <p:sp>
            <p:nvSpPr>
              <p:cNvPr id="136" name="Freeform 135">
                <a:extLst>
                  <a:ext uri="{FF2B5EF4-FFF2-40B4-BE49-F238E27FC236}">
                    <a16:creationId xmlns:a16="http://schemas.microsoft.com/office/drawing/2014/main" id="{83208887-7640-1BD0-A407-A08DFA7941B8}"/>
                  </a:ext>
                </a:extLst>
              </p:cNvPr>
              <p:cNvSpPr/>
              <p:nvPr/>
            </p:nvSpPr>
            <p:spPr>
              <a:xfrm>
                <a:off x="9916831" y="1915728"/>
                <a:ext cx="292847" cy="287655"/>
              </a:xfrm>
              <a:custGeom>
                <a:avLst/>
                <a:gdLst>
                  <a:gd name="connsiteX0" fmla="*/ 203835 w 292847"/>
                  <a:gd name="connsiteY0" fmla="*/ 43815 h 287655"/>
                  <a:gd name="connsiteX1" fmla="*/ 203835 w 292847"/>
                  <a:gd name="connsiteY1" fmla="*/ 43815 h 287655"/>
                  <a:gd name="connsiteX2" fmla="*/ 183833 w 292847"/>
                  <a:gd name="connsiteY2" fmla="*/ 7620 h 287655"/>
                  <a:gd name="connsiteX3" fmla="*/ 174308 w 292847"/>
                  <a:gd name="connsiteY3" fmla="*/ 0 h 287655"/>
                  <a:gd name="connsiteX4" fmla="*/ 157163 w 292847"/>
                  <a:gd name="connsiteY4" fmla="*/ 0 h 287655"/>
                  <a:gd name="connsiteX5" fmla="*/ 272415 w 292847"/>
                  <a:gd name="connsiteY5" fmla="*/ 206693 h 287655"/>
                  <a:gd name="connsiteX6" fmla="*/ 269558 w 292847"/>
                  <a:gd name="connsiteY6" fmla="*/ 231458 h 287655"/>
                  <a:gd name="connsiteX7" fmla="*/ 243840 w 292847"/>
                  <a:gd name="connsiteY7" fmla="*/ 225743 h 287655"/>
                  <a:gd name="connsiteX8" fmla="*/ 236220 w 292847"/>
                  <a:gd name="connsiteY8" fmla="*/ 214313 h 287655"/>
                  <a:gd name="connsiteX9" fmla="*/ 156210 w 292847"/>
                  <a:gd name="connsiteY9" fmla="*/ 96203 h 287655"/>
                  <a:gd name="connsiteX10" fmla="*/ 148590 w 292847"/>
                  <a:gd name="connsiteY10" fmla="*/ 100965 h 287655"/>
                  <a:gd name="connsiteX11" fmla="*/ 140018 w 292847"/>
                  <a:gd name="connsiteY11" fmla="*/ 106680 h 287655"/>
                  <a:gd name="connsiteX12" fmla="*/ 140018 w 292847"/>
                  <a:gd name="connsiteY12" fmla="*/ 106680 h 287655"/>
                  <a:gd name="connsiteX13" fmla="*/ 140018 w 292847"/>
                  <a:gd name="connsiteY13" fmla="*/ 106680 h 287655"/>
                  <a:gd name="connsiteX14" fmla="*/ 140970 w 292847"/>
                  <a:gd name="connsiteY14" fmla="*/ 107632 h 287655"/>
                  <a:gd name="connsiteX15" fmla="*/ 220028 w 292847"/>
                  <a:gd name="connsiteY15" fmla="*/ 224790 h 287655"/>
                  <a:gd name="connsiteX16" fmla="*/ 220980 w 292847"/>
                  <a:gd name="connsiteY16" fmla="*/ 226695 h 287655"/>
                  <a:gd name="connsiteX17" fmla="*/ 219075 w 292847"/>
                  <a:gd name="connsiteY17" fmla="*/ 251460 h 287655"/>
                  <a:gd name="connsiteX18" fmla="*/ 193358 w 292847"/>
                  <a:gd name="connsiteY18" fmla="*/ 247650 h 287655"/>
                  <a:gd name="connsiteX19" fmla="*/ 149543 w 292847"/>
                  <a:gd name="connsiteY19" fmla="*/ 189547 h 287655"/>
                  <a:gd name="connsiteX20" fmla="*/ 91440 w 292847"/>
                  <a:gd name="connsiteY20" fmla="*/ 112395 h 287655"/>
                  <a:gd name="connsiteX21" fmla="*/ 76200 w 292847"/>
                  <a:gd name="connsiteY21" fmla="*/ 123825 h 287655"/>
                  <a:gd name="connsiteX22" fmla="*/ 128588 w 292847"/>
                  <a:gd name="connsiteY22" fmla="*/ 193358 h 287655"/>
                  <a:gd name="connsiteX23" fmla="*/ 160020 w 292847"/>
                  <a:gd name="connsiteY23" fmla="*/ 236220 h 287655"/>
                  <a:gd name="connsiteX24" fmla="*/ 160020 w 292847"/>
                  <a:gd name="connsiteY24" fmla="*/ 260985 h 287655"/>
                  <a:gd name="connsiteX25" fmla="*/ 134303 w 292847"/>
                  <a:gd name="connsiteY25" fmla="*/ 259080 h 287655"/>
                  <a:gd name="connsiteX26" fmla="*/ 43815 w 292847"/>
                  <a:gd name="connsiteY26" fmla="*/ 153353 h 287655"/>
                  <a:gd name="connsiteX27" fmla="*/ 14288 w 292847"/>
                  <a:gd name="connsiteY27" fmla="*/ 118110 h 287655"/>
                  <a:gd name="connsiteX28" fmla="*/ 0 w 292847"/>
                  <a:gd name="connsiteY28" fmla="*/ 130493 h 287655"/>
                  <a:gd name="connsiteX29" fmla="*/ 26670 w 292847"/>
                  <a:gd name="connsiteY29" fmla="*/ 160972 h 287655"/>
                  <a:gd name="connsiteX30" fmla="*/ 90488 w 292847"/>
                  <a:gd name="connsiteY30" fmla="*/ 237172 h 287655"/>
                  <a:gd name="connsiteX31" fmla="*/ 92393 w 292847"/>
                  <a:gd name="connsiteY31" fmla="*/ 261938 h 287655"/>
                  <a:gd name="connsiteX32" fmla="*/ 73343 w 292847"/>
                  <a:gd name="connsiteY32" fmla="*/ 266700 h 287655"/>
                  <a:gd name="connsiteX33" fmla="*/ 62865 w 292847"/>
                  <a:gd name="connsiteY33" fmla="*/ 280988 h 287655"/>
                  <a:gd name="connsiteX34" fmla="*/ 61913 w 292847"/>
                  <a:gd name="connsiteY34" fmla="*/ 281940 h 287655"/>
                  <a:gd name="connsiteX35" fmla="*/ 80010 w 292847"/>
                  <a:gd name="connsiteY35" fmla="*/ 287655 h 287655"/>
                  <a:gd name="connsiteX36" fmla="*/ 105728 w 292847"/>
                  <a:gd name="connsiteY36" fmla="*/ 276225 h 287655"/>
                  <a:gd name="connsiteX37" fmla="*/ 113348 w 292847"/>
                  <a:gd name="connsiteY37" fmla="*/ 263843 h 287655"/>
                  <a:gd name="connsiteX38" fmla="*/ 120015 w 292847"/>
                  <a:gd name="connsiteY38" fmla="*/ 272415 h 287655"/>
                  <a:gd name="connsiteX39" fmla="*/ 148590 w 292847"/>
                  <a:gd name="connsiteY39" fmla="*/ 285750 h 287655"/>
                  <a:gd name="connsiteX40" fmla="*/ 172403 w 292847"/>
                  <a:gd name="connsiteY40" fmla="*/ 276225 h 287655"/>
                  <a:gd name="connsiteX41" fmla="*/ 180975 w 292847"/>
                  <a:gd name="connsiteY41" fmla="*/ 263843 h 287655"/>
                  <a:gd name="connsiteX42" fmla="*/ 207645 w 292847"/>
                  <a:gd name="connsiteY42" fmla="*/ 275272 h 287655"/>
                  <a:gd name="connsiteX43" fmla="*/ 229553 w 292847"/>
                  <a:gd name="connsiteY43" fmla="*/ 267653 h 287655"/>
                  <a:gd name="connsiteX44" fmla="*/ 240983 w 292847"/>
                  <a:gd name="connsiteY44" fmla="*/ 251460 h 287655"/>
                  <a:gd name="connsiteX45" fmla="*/ 257175 w 292847"/>
                  <a:gd name="connsiteY45" fmla="*/ 256222 h 287655"/>
                  <a:gd name="connsiteX46" fmla="*/ 278130 w 292847"/>
                  <a:gd name="connsiteY46" fmla="*/ 249555 h 287655"/>
                  <a:gd name="connsiteX47" fmla="*/ 287655 w 292847"/>
                  <a:gd name="connsiteY47" fmla="*/ 200025 h 287655"/>
                  <a:gd name="connsiteX48" fmla="*/ 203835 w 292847"/>
                  <a:gd name="connsiteY48" fmla="*/ 43815 h 287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92847" h="287655">
                    <a:moveTo>
                      <a:pt x="203835" y="43815"/>
                    </a:moveTo>
                    <a:lnTo>
                      <a:pt x="203835" y="43815"/>
                    </a:lnTo>
                    <a:cubicBezTo>
                      <a:pt x="203835" y="43815"/>
                      <a:pt x="193358" y="23813"/>
                      <a:pt x="183833" y="7620"/>
                    </a:cubicBezTo>
                    <a:cubicBezTo>
                      <a:pt x="180975" y="2857"/>
                      <a:pt x="176213" y="0"/>
                      <a:pt x="174308" y="0"/>
                    </a:cubicBezTo>
                    <a:lnTo>
                      <a:pt x="157163" y="0"/>
                    </a:lnTo>
                    <a:cubicBezTo>
                      <a:pt x="191453" y="60960"/>
                      <a:pt x="268605" y="199072"/>
                      <a:pt x="272415" y="206693"/>
                    </a:cubicBezTo>
                    <a:cubicBezTo>
                      <a:pt x="276225" y="214313"/>
                      <a:pt x="279083" y="224790"/>
                      <a:pt x="269558" y="231458"/>
                    </a:cubicBezTo>
                    <a:cubicBezTo>
                      <a:pt x="258128" y="239078"/>
                      <a:pt x="249555" y="232410"/>
                      <a:pt x="243840" y="225743"/>
                    </a:cubicBezTo>
                    <a:lnTo>
                      <a:pt x="236220" y="214313"/>
                    </a:lnTo>
                    <a:cubicBezTo>
                      <a:pt x="223838" y="195263"/>
                      <a:pt x="159068" y="100013"/>
                      <a:pt x="156210" y="96203"/>
                    </a:cubicBezTo>
                    <a:lnTo>
                      <a:pt x="148590" y="100965"/>
                    </a:lnTo>
                    <a:lnTo>
                      <a:pt x="140018" y="106680"/>
                    </a:lnTo>
                    <a:lnTo>
                      <a:pt x="140018" y="106680"/>
                    </a:lnTo>
                    <a:lnTo>
                      <a:pt x="140018" y="106680"/>
                    </a:lnTo>
                    <a:cubicBezTo>
                      <a:pt x="140018" y="106680"/>
                      <a:pt x="140970" y="107632"/>
                      <a:pt x="140970" y="107632"/>
                    </a:cubicBezTo>
                    <a:lnTo>
                      <a:pt x="220028" y="224790"/>
                    </a:lnTo>
                    <a:cubicBezTo>
                      <a:pt x="220980" y="225743"/>
                      <a:pt x="220980" y="226695"/>
                      <a:pt x="220980" y="226695"/>
                    </a:cubicBezTo>
                    <a:cubicBezTo>
                      <a:pt x="224790" y="232410"/>
                      <a:pt x="229553" y="243840"/>
                      <a:pt x="219075" y="251460"/>
                    </a:cubicBezTo>
                    <a:cubicBezTo>
                      <a:pt x="206693" y="260985"/>
                      <a:pt x="196215" y="250508"/>
                      <a:pt x="193358" y="247650"/>
                    </a:cubicBezTo>
                    <a:lnTo>
                      <a:pt x="149543" y="189547"/>
                    </a:lnTo>
                    <a:cubicBezTo>
                      <a:pt x="125730" y="157163"/>
                      <a:pt x="93345" y="115253"/>
                      <a:pt x="91440" y="112395"/>
                    </a:cubicBezTo>
                    <a:lnTo>
                      <a:pt x="76200" y="123825"/>
                    </a:lnTo>
                    <a:lnTo>
                      <a:pt x="128588" y="193358"/>
                    </a:lnTo>
                    <a:cubicBezTo>
                      <a:pt x="143828" y="214313"/>
                      <a:pt x="158115" y="232410"/>
                      <a:pt x="160020" y="236220"/>
                    </a:cubicBezTo>
                    <a:cubicBezTo>
                      <a:pt x="164783" y="243840"/>
                      <a:pt x="169545" y="253365"/>
                      <a:pt x="160020" y="260985"/>
                    </a:cubicBezTo>
                    <a:cubicBezTo>
                      <a:pt x="147638" y="271463"/>
                      <a:pt x="136208" y="261938"/>
                      <a:pt x="134303" y="259080"/>
                    </a:cubicBezTo>
                    <a:lnTo>
                      <a:pt x="43815" y="153353"/>
                    </a:lnTo>
                    <a:cubicBezTo>
                      <a:pt x="28575" y="135255"/>
                      <a:pt x="15240" y="120015"/>
                      <a:pt x="14288" y="118110"/>
                    </a:cubicBezTo>
                    <a:lnTo>
                      <a:pt x="0" y="130493"/>
                    </a:lnTo>
                    <a:lnTo>
                      <a:pt x="26670" y="160972"/>
                    </a:lnTo>
                    <a:cubicBezTo>
                      <a:pt x="54293" y="194310"/>
                      <a:pt x="86678" y="232410"/>
                      <a:pt x="90488" y="237172"/>
                    </a:cubicBezTo>
                    <a:cubicBezTo>
                      <a:pt x="94298" y="242888"/>
                      <a:pt x="100013" y="254318"/>
                      <a:pt x="92393" y="261938"/>
                    </a:cubicBezTo>
                    <a:cubicBezTo>
                      <a:pt x="86678" y="267653"/>
                      <a:pt x="80010" y="269558"/>
                      <a:pt x="73343" y="266700"/>
                    </a:cubicBezTo>
                    <a:cubicBezTo>
                      <a:pt x="70485" y="272415"/>
                      <a:pt x="67628" y="277178"/>
                      <a:pt x="62865" y="280988"/>
                    </a:cubicBezTo>
                    <a:cubicBezTo>
                      <a:pt x="62865" y="280988"/>
                      <a:pt x="61913" y="280988"/>
                      <a:pt x="61913" y="281940"/>
                    </a:cubicBezTo>
                    <a:cubicBezTo>
                      <a:pt x="67628" y="284797"/>
                      <a:pt x="73343" y="287655"/>
                      <a:pt x="80010" y="287655"/>
                    </a:cubicBezTo>
                    <a:cubicBezTo>
                      <a:pt x="88582" y="287655"/>
                      <a:pt x="97155" y="284797"/>
                      <a:pt x="105728" y="276225"/>
                    </a:cubicBezTo>
                    <a:cubicBezTo>
                      <a:pt x="109538" y="272415"/>
                      <a:pt x="112395" y="268605"/>
                      <a:pt x="113348" y="263843"/>
                    </a:cubicBezTo>
                    <a:lnTo>
                      <a:pt x="120015" y="272415"/>
                    </a:lnTo>
                    <a:cubicBezTo>
                      <a:pt x="127635" y="280035"/>
                      <a:pt x="138113" y="285750"/>
                      <a:pt x="148590" y="285750"/>
                    </a:cubicBezTo>
                    <a:cubicBezTo>
                      <a:pt x="156210" y="285750"/>
                      <a:pt x="164783" y="282893"/>
                      <a:pt x="172403" y="276225"/>
                    </a:cubicBezTo>
                    <a:cubicBezTo>
                      <a:pt x="176213" y="272415"/>
                      <a:pt x="179070" y="268605"/>
                      <a:pt x="180975" y="263843"/>
                    </a:cubicBezTo>
                    <a:cubicBezTo>
                      <a:pt x="187643" y="270510"/>
                      <a:pt x="197168" y="275272"/>
                      <a:pt x="207645" y="275272"/>
                    </a:cubicBezTo>
                    <a:cubicBezTo>
                      <a:pt x="215265" y="275272"/>
                      <a:pt x="222885" y="273368"/>
                      <a:pt x="229553" y="267653"/>
                    </a:cubicBezTo>
                    <a:cubicBezTo>
                      <a:pt x="235268" y="262890"/>
                      <a:pt x="239078" y="257175"/>
                      <a:pt x="240983" y="251460"/>
                    </a:cubicBezTo>
                    <a:cubicBezTo>
                      <a:pt x="245745" y="254318"/>
                      <a:pt x="251460" y="256222"/>
                      <a:pt x="257175" y="256222"/>
                    </a:cubicBezTo>
                    <a:cubicBezTo>
                      <a:pt x="263843" y="256222"/>
                      <a:pt x="270510" y="254318"/>
                      <a:pt x="278130" y="249555"/>
                    </a:cubicBezTo>
                    <a:cubicBezTo>
                      <a:pt x="293370" y="239078"/>
                      <a:pt x="297180" y="220028"/>
                      <a:pt x="287655" y="200025"/>
                    </a:cubicBezTo>
                    <a:cubicBezTo>
                      <a:pt x="286703" y="192405"/>
                      <a:pt x="238125" y="104775"/>
                      <a:pt x="203835" y="43815"/>
                    </a:cubicBezTo>
                    <a:close/>
                  </a:path>
                </a:pathLst>
              </a:custGeom>
              <a:solidFill>
                <a:schemeClr val="bg1"/>
              </a:solidFill>
              <a:ln w="9525" cap="flat">
                <a:noFill/>
                <a:prstDash val="solid"/>
                <a:miter/>
              </a:ln>
            </p:spPr>
            <p:txBody>
              <a:bodyPr rtlCol="0" anchor="ctr"/>
              <a:lstStyle/>
              <a:p>
                <a:endParaRPr lang="en-NL">
                  <a:solidFill>
                    <a:schemeClr val="bg1"/>
                  </a:solidFill>
                </a:endParaRPr>
              </a:p>
            </p:txBody>
          </p:sp>
        </p:grpSp>
        <p:grpSp>
          <p:nvGrpSpPr>
            <p:cNvPr id="126" name="Graphic 19">
              <a:extLst>
                <a:ext uri="{FF2B5EF4-FFF2-40B4-BE49-F238E27FC236}">
                  <a16:creationId xmlns:a16="http://schemas.microsoft.com/office/drawing/2014/main" id="{1934BFF6-DB80-8C2E-623C-F994C344B987}"/>
                </a:ext>
              </a:extLst>
            </p:cNvPr>
            <p:cNvGrpSpPr/>
            <p:nvPr/>
          </p:nvGrpSpPr>
          <p:grpSpPr>
            <a:xfrm>
              <a:off x="9528212" y="1441384"/>
              <a:ext cx="1065847" cy="1065847"/>
              <a:chOff x="9528212" y="1441384"/>
              <a:chExt cx="1065847" cy="1065847"/>
            </a:xfrm>
          </p:grpSpPr>
          <p:sp>
            <p:nvSpPr>
              <p:cNvPr id="127" name="Freeform 126">
                <a:extLst>
                  <a:ext uri="{FF2B5EF4-FFF2-40B4-BE49-F238E27FC236}">
                    <a16:creationId xmlns:a16="http://schemas.microsoft.com/office/drawing/2014/main" id="{B013C9B7-9F26-630B-4792-4988D2E45634}"/>
                  </a:ext>
                </a:extLst>
              </p:cNvPr>
              <p:cNvSpPr/>
              <p:nvPr/>
            </p:nvSpPr>
            <p:spPr>
              <a:xfrm>
                <a:off x="10444516" y="1618549"/>
                <a:ext cx="149542" cy="712470"/>
              </a:xfrm>
              <a:custGeom>
                <a:avLst/>
                <a:gdLst>
                  <a:gd name="connsiteX0" fmla="*/ 14288 w 149542"/>
                  <a:gd name="connsiteY0" fmla="*/ 0 h 712470"/>
                  <a:gd name="connsiteX1" fmla="*/ 0 w 149542"/>
                  <a:gd name="connsiteY1" fmla="*/ 13335 h 712470"/>
                  <a:gd name="connsiteX2" fmla="*/ 131445 w 149542"/>
                  <a:gd name="connsiteY2" fmla="*/ 356235 h 712470"/>
                  <a:gd name="connsiteX3" fmla="*/ 0 w 149542"/>
                  <a:gd name="connsiteY3" fmla="*/ 699135 h 712470"/>
                  <a:gd name="connsiteX4" fmla="*/ 13335 w 149542"/>
                  <a:gd name="connsiteY4" fmla="*/ 712470 h 712470"/>
                  <a:gd name="connsiteX5" fmla="*/ 149543 w 149542"/>
                  <a:gd name="connsiteY5" fmla="*/ 356235 h 712470"/>
                  <a:gd name="connsiteX6" fmla="*/ 14288 w 149542"/>
                  <a:gd name="connsiteY6" fmla="*/ 0 h 71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542" h="712470">
                    <a:moveTo>
                      <a:pt x="14288" y="0"/>
                    </a:moveTo>
                    <a:lnTo>
                      <a:pt x="0" y="13335"/>
                    </a:lnTo>
                    <a:cubicBezTo>
                      <a:pt x="81915" y="104775"/>
                      <a:pt x="131445" y="224790"/>
                      <a:pt x="131445" y="356235"/>
                    </a:cubicBezTo>
                    <a:cubicBezTo>
                      <a:pt x="131445" y="487680"/>
                      <a:pt x="81915" y="607695"/>
                      <a:pt x="0" y="699135"/>
                    </a:cubicBezTo>
                    <a:lnTo>
                      <a:pt x="13335" y="712470"/>
                    </a:lnTo>
                    <a:cubicBezTo>
                      <a:pt x="98108" y="618173"/>
                      <a:pt x="149543" y="493395"/>
                      <a:pt x="149543" y="356235"/>
                    </a:cubicBezTo>
                    <a:cubicBezTo>
                      <a:pt x="149543" y="219075"/>
                      <a:pt x="99060" y="94298"/>
                      <a:pt x="14288" y="0"/>
                    </a:cubicBezTo>
                    <a:close/>
                  </a:path>
                </a:pathLst>
              </a:custGeom>
              <a:solidFill>
                <a:srgbClr val="85BC20"/>
              </a:solidFill>
              <a:ln w="9525" cap="flat">
                <a:noFill/>
                <a:prstDash val="solid"/>
                <a:miter/>
              </a:ln>
            </p:spPr>
            <p:txBody>
              <a:bodyPr rtlCol="0" anchor="ctr"/>
              <a:lstStyle/>
              <a:p>
                <a:endParaRPr lang="en-NL">
                  <a:solidFill>
                    <a:schemeClr val="bg1"/>
                  </a:solidFill>
                </a:endParaRPr>
              </a:p>
            </p:txBody>
          </p:sp>
          <p:sp>
            <p:nvSpPr>
              <p:cNvPr id="128" name="Freeform 127">
                <a:extLst>
                  <a:ext uri="{FF2B5EF4-FFF2-40B4-BE49-F238E27FC236}">
                    <a16:creationId xmlns:a16="http://schemas.microsoft.com/office/drawing/2014/main" id="{DF5A2973-2A63-9FC2-C6B1-7427585D65C5}"/>
                  </a:ext>
                </a:extLst>
              </p:cNvPr>
              <p:cNvSpPr/>
              <p:nvPr/>
            </p:nvSpPr>
            <p:spPr>
              <a:xfrm>
                <a:off x="9705377" y="2357688"/>
                <a:ext cx="712470" cy="149542"/>
              </a:xfrm>
              <a:custGeom>
                <a:avLst/>
                <a:gdLst>
                  <a:gd name="connsiteX0" fmla="*/ 699135 w 712470"/>
                  <a:gd name="connsiteY0" fmla="*/ 0 h 149542"/>
                  <a:gd name="connsiteX1" fmla="*/ 356235 w 712470"/>
                  <a:gd name="connsiteY1" fmla="*/ 131445 h 149542"/>
                  <a:gd name="connsiteX2" fmla="*/ 13335 w 712470"/>
                  <a:gd name="connsiteY2" fmla="*/ 0 h 149542"/>
                  <a:gd name="connsiteX3" fmla="*/ 0 w 712470"/>
                  <a:gd name="connsiteY3" fmla="*/ 13335 h 149542"/>
                  <a:gd name="connsiteX4" fmla="*/ 356235 w 712470"/>
                  <a:gd name="connsiteY4" fmla="*/ 149543 h 149542"/>
                  <a:gd name="connsiteX5" fmla="*/ 712470 w 712470"/>
                  <a:gd name="connsiteY5" fmla="*/ 13335 h 149542"/>
                  <a:gd name="connsiteX6" fmla="*/ 699135 w 712470"/>
                  <a:gd name="connsiteY6" fmla="*/ 0 h 14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2470" h="149542">
                    <a:moveTo>
                      <a:pt x="699135" y="0"/>
                    </a:moveTo>
                    <a:cubicBezTo>
                      <a:pt x="607695" y="81915"/>
                      <a:pt x="487680" y="131445"/>
                      <a:pt x="356235" y="131445"/>
                    </a:cubicBezTo>
                    <a:cubicBezTo>
                      <a:pt x="224790" y="131445"/>
                      <a:pt x="104775" y="81915"/>
                      <a:pt x="13335" y="0"/>
                    </a:cubicBezTo>
                    <a:lnTo>
                      <a:pt x="0" y="13335"/>
                    </a:lnTo>
                    <a:cubicBezTo>
                      <a:pt x="94298" y="98108"/>
                      <a:pt x="219075" y="149543"/>
                      <a:pt x="356235" y="149543"/>
                    </a:cubicBezTo>
                    <a:cubicBezTo>
                      <a:pt x="493395" y="149543"/>
                      <a:pt x="618173" y="98108"/>
                      <a:pt x="712470" y="13335"/>
                    </a:cubicBezTo>
                    <a:lnTo>
                      <a:pt x="699135" y="0"/>
                    </a:lnTo>
                    <a:close/>
                  </a:path>
                </a:pathLst>
              </a:custGeom>
              <a:solidFill>
                <a:schemeClr val="bg1"/>
              </a:solidFill>
              <a:ln w="9525" cap="flat">
                <a:noFill/>
                <a:prstDash val="solid"/>
                <a:miter/>
              </a:ln>
            </p:spPr>
            <p:txBody>
              <a:bodyPr rtlCol="0" anchor="ctr"/>
              <a:lstStyle/>
              <a:p>
                <a:endParaRPr lang="en-NL" dirty="0">
                  <a:solidFill>
                    <a:schemeClr val="bg1"/>
                  </a:solidFill>
                </a:endParaRPr>
              </a:p>
            </p:txBody>
          </p:sp>
          <p:sp>
            <p:nvSpPr>
              <p:cNvPr id="129" name="Freeform 128">
                <a:extLst>
                  <a:ext uri="{FF2B5EF4-FFF2-40B4-BE49-F238E27FC236}">
                    <a16:creationId xmlns:a16="http://schemas.microsoft.com/office/drawing/2014/main" id="{3DEF58F8-B719-6539-E68B-C10D17781676}"/>
                  </a:ext>
                </a:extLst>
              </p:cNvPr>
              <p:cNvSpPr/>
              <p:nvPr/>
            </p:nvSpPr>
            <p:spPr>
              <a:xfrm>
                <a:off x="9705377" y="1441384"/>
                <a:ext cx="712470" cy="150495"/>
              </a:xfrm>
              <a:custGeom>
                <a:avLst/>
                <a:gdLst>
                  <a:gd name="connsiteX0" fmla="*/ 13335 w 712470"/>
                  <a:gd name="connsiteY0" fmla="*/ 150495 h 150495"/>
                  <a:gd name="connsiteX1" fmla="*/ 356235 w 712470"/>
                  <a:gd name="connsiteY1" fmla="*/ 19050 h 150495"/>
                  <a:gd name="connsiteX2" fmla="*/ 699135 w 712470"/>
                  <a:gd name="connsiteY2" fmla="*/ 150495 h 150495"/>
                  <a:gd name="connsiteX3" fmla="*/ 712470 w 712470"/>
                  <a:gd name="connsiteY3" fmla="*/ 137160 h 150495"/>
                  <a:gd name="connsiteX4" fmla="*/ 356235 w 712470"/>
                  <a:gd name="connsiteY4" fmla="*/ 0 h 150495"/>
                  <a:gd name="connsiteX5" fmla="*/ 0 w 712470"/>
                  <a:gd name="connsiteY5" fmla="*/ 136208 h 150495"/>
                  <a:gd name="connsiteX6" fmla="*/ 13335 w 712470"/>
                  <a:gd name="connsiteY6" fmla="*/ 150495 h 150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2470" h="150495">
                    <a:moveTo>
                      <a:pt x="13335" y="150495"/>
                    </a:moveTo>
                    <a:cubicBezTo>
                      <a:pt x="104775" y="68580"/>
                      <a:pt x="224790" y="19050"/>
                      <a:pt x="356235" y="19050"/>
                    </a:cubicBezTo>
                    <a:cubicBezTo>
                      <a:pt x="487680" y="19050"/>
                      <a:pt x="607695" y="68580"/>
                      <a:pt x="699135" y="150495"/>
                    </a:cubicBezTo>
                    <a:lnTo>
                      <a:pt x="712470" y="137160"/>
                    </a:lnTo>
                    <a:cubicBezTo>
                      <a:pt x="618173" y="51435"/>
                      <a:pt x="493395" y="0"/>
                      <a:pt x="356235" y="0"/>
                    </a:cubicBezTo>
                    <a:cubicBezTo>
                      <a:pt x="219075" y="0"/>
                      <a:pt x="94298" y="51435"/>
                      <a:pt x="0" y="136208"/>
                    </a:cubicBezTo>
                    <a:lnTo>
                      <a:pt x="13335" y="150495"/>
                    </a:lnTo>
                    <a:close/>
                  </a:path>
                </a:pathLst>
              </a:custGeom>
              <a:solidFill>
                <a:srgbClr val="E5202E"/>
              </a:solidFill>
              <a:ln w="9525" cap="flat">
                <a:noFill/>
                <a:prstDash val="solid"/>
                <a:miter/>
              </a:ln>
            </p:spPr>
            <p:txBody>
              <a:bodyPr rtlCol="0" anchor="ctr"/>
              <a:lstStyle/>
              <a:p>
                <a:endParaRPr lang="en-NL">
                  <a:solidFill>
                    <a:schemeClr val="bg1"/>
                  </a:solidFill>
                </a:endParaRPr>
              </a:p>
            </p:txBody>
          </p:sp>
          <p:sp>
            <p:nvSpPr>
              <p:cNvPr id="130" name="Freeform 129">
                <a:extLst>
                  <a:ext uri="{FF2B5EF4-FFF2-40B4-BE49-F238E27FC236}">
                    <a16:creationId xmlns:a16="http://schemas.microsoft.com/office/drawing/2014/main" id="{79359139-B8E2-F5DB-1016-67C30293A409}"/>
                  </a:ext>
                </a:extLst>
              </p:cNvPr>
              <p:cNvSpPr/>
              <p:nvPr/>
            </p:nvSpPr>
            <p:spPr>
              <a:xfrm>
                <a:off x="9528212" y="1618549"/>
                <a:ext cx="150495" cy="712470"/>
              </a:xfrm>
              <a:custGeom>
                <a:avLst/>
                <a:gdLst>
                  <a:gd name="connsiteX0" fmla="*/ 150495 w 150495"/>
                  <a:gd name="connsiteY0" fmla="*/ 699135 h 712470"/>
                  <a:gd name="connsiteX1" fmla="*/ 19050 w 150495"/>
                  <a:gd name="connsiteY1" fmla="*/ 356235 h 712470"/>
                  <a:gd name="connsiteX2" fmla="*/ 150495 w 150495"/>
                  <a:gd name="connsiteY2" fmla="*/ 13335 h 712470"/>
                  <a:gd name="connsiteX3" fmla="*/ 137160 w 150495"/>
                  <a:gd name="connsiteY3" fmla="*/ 0 h 712470"/>
                  <a:gd name="connsiteX4" fmla="*/ 0 w 150495"/>
                  <a:gd name="connsiteY4" fmla="*/ 356235 h 712470"/>
                  <a:gd name="connsiteX5" fmla="*/ 136208 w 150495"/>
                  <a:gd name="connsiteY5" fmla="*/ 712470 h 712470"/>
                  <a:gd name="connsiteX6" fmla="*/ 150495 w 150495"/>
                  <a:gd name="connsiteY6" fmla="*/ 699135 h 71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495" h="712470">
                    <a:moveTo>
                      <a:pt x="150495" y="699135"/>
                    </a:moveTo>
                    <a:cubicBezTo>
                      <a:pt x="68580" y="607695"/>
                      <a:pt x="19050" y="487680"/>
                      <a:pt x="19050" y="356235"/>
                    </a:cubicBezTo>
                    <a:cubicBezTo>
                      <a:pt x="19050" y="224790"/>
                      <a:pt x="68580" y="104775"/>
                      <a:pt x="150495" y="13335"/>
                    </a:cubicBezTo>
                    <a:lnTo>
                      <a:pt x="137160" y="0"/>
                    </a:lnTo>
                    <a:cubicBezTo>
                      <a:pt x="51435" y="94298"/>
                      <a:pt x="0" y="219075"/>
                      <a:pt x="0" y="356235"/>
                    </a:cubicBezTo>
                    <a:cubicBezTo>
                      <a:pt x="0" y="493395"/>
                      <a:pt x="51435" y="618173"/>
                      <a:pt x="136208" y="712470"/>
                    </a:cubicBezTo>
                    <a:lnTo>
                      <a:pt x="150495" y="699135"/>
                    </a:lnTo>
                    <a:close/>
                  </a:path>
                </a:pathLst>
              </a:custGeom>
              <a:solidFill>
                <a:srgbClr val="007AC3"/>
              </a:solidFill>
              <a:ln w="9525" cap="flat">
                <a:noFill/>
                <a:prstDash val="solid"/>
                <a:miter/>
              </a:ln>
            </p:spPr>
            <p:txBody>
              <a:bodyPr rtlCol="0" anchor="ctr"/>
              <a:lstStyle/>
              <a:p>
                <a:endParaRPr lang="en-NL">
                  <a:solidFill>
                    <a:schemeClr val="bg1"/>
                  </a:solidFill>
                </a:endParaRPr>
              </a:p>
            </p:txBody>
          </p:sp>
        </p:grpSp>
      </p:grpSp>
      <p:sp>
        <p:nvSpPr>
          <p:cNvPr id="2" name="Title 1">
            <a:extLst>
              <a:ext uri="{FF2B5EF4-FFF2-40B4-BE49-F238E27FC236}">
                <a16:creationId xmlns:a16="http://schemas.microsoft.com/office/drawing/2014/main" id="{55CD93A4-4337-6BD8-4FFE-A1B43A27D6A9}"/>
              </a:ext>
            </a:extLst>
          </p:cNvPr>
          <p:cNvSpPr>
            <a:spLocks noGrp="1"/>
          </p:cNvSpPr>
          <p:nvPr>
            <p:ph type="title"/>
          </p:nvPr>
        </p:nvSpPr>
        <p:spPr>
          <a:xfrm>
            <a:off x="242969" y="519957"/>
            <a:ext cx="7716032" cy="933935"/>
          </a:xfrm>
          <a:prstGeom prst="rect">
            <a:avLst/>
          </a:prstGeom>
        </p:spPr>
        <p:txBody>
          <a:bodyPr/>
          <a:lstStyle>
            <a:lvl1pPr>
              <a:defRPr sz="3600">
                <a:solidFill>
                  <a:schemeClr val="bg1"/>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50FC3660-F0ED-1314-A2D8-D0ED7E99A0AB}"/>
              </a:ext>
            </a:extLst>
          </p:cNvPr>
          <p:cNvSpPr>
            <a:spLocks noGrp="1"/>
          </p:cNvSpPr>
          <p:nvPr>
            <p:ph sz="quarter" idx="19"/>
          </p:nvPr>
        </p:nvSpPr>
        <p:spPr>
          <a:xfrm>
            <a:off x="209835" y="1451739"/>
            <a:ext cx="7749165" cy="4390262"/>
          </a:xfrm>
        </p:spPr>
        <p:txBody>
          <a:bodyPr/>
          <a:lstStyle>
            <a:lvl1pPr marL="334390" indent="-293751">
              <a:spcBef>
                <a:spcPts val="1080"/>
              </a:spcBef>
              <a:defRPr sz="2000">
                <a:solidFill>
                  <a:schemeClr val="bg1"/>
                </a:solidFill>
              </a:defRPr>
            </a:lvl1pPr>
            <a:lvl2pPr marL="648460" indent="-293751">
              <a:spcBef>
                <a:spcPts val="1080"/>
              </a:spcBef>
              <a:defRPr sz="2000">
                <a:solidFill>
                  <a:schemeClr val="bg1"/>
                </a:solidFill>
              </a:defRPr>
            </a:lvl2pPr>
            <a:lvl3pPr marL="954403" indent="-293751">
              <a:spcBef>
                <a:spcPts val="1080"/>
              </a:spcBef>
              <a:defRPr sz="2000">
                <a:solidFill>
                  <a:schemeClr val="bg1"/>
                </a:solidFill>
              </a:defRPr>
            </a:lvl3pPr>
            <a:lvl4pPr marL="1248154" indent="-293751">
              <a:spcBef>
                <a:spcPts val="1080"/>
              </a:spcBef>
              <a:defRPr sz="2000">
                <a:solidFill>
                  <a:schemeClr val="bg1"/>
                </a:solidFill>
              </a:defRPr>
            </a:lvl4pPr>
            <a:lvl5pPr marL="1544400" indent="-295200">
              <a:spcBef>
                <a:spcPts val="1080"/>
              </a:spcBef>
              <a:defRPr sz="2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7952200"/>
      </p:ext>
    </p:extLst>
  </p:cSld>
  <p:clrMapOvr>
    <a:masterClrMapping/>
  </p:clrMapOvr>
  <p:extLst>
    <p:ext uri="{DCECCB84-F9BA-43D5-87BE-67443E8EF086}">
      <p15:sldGuideLst xmlns:p15="http://schemas.microsoft.com/office/powerpoint/2012/main">
        <p15:guide id="1" pos="211">
          <p15:clr>
            <a:srgbClr val="FBAE40"/>
          </p15:clr>
        </p15:guide>
        <p15:guide id="3" pos="7469">
          <p15:clr>
            <a:srgbClr val="FBAE40"/>
          </p15:clr>
        </p15:guide>
        <p15:guide id="5" orient="horz" pos="3680">
          <p15:clr>
            <a:srgbClr val="FBAE40"/>
          </p15:clr>
        </p15:guide>
        <p15:guide id="6" orient="horz" pos="210">
          <p15:clr>
            <a:srgbClr val="FBAE40"/>
          </p15:clr>
        </p15:guide>
        <p15:guide id="7" orient="horz" pos="414" userDrawn="1">
          <p15:clr>
            <a:srgbClr val="FBAE40"/>
          </p15:clr>
        </p15:guide>
        <p15:guide id="8" orient="horz" pos="913" userDrawn="1">
          <p15:clr>
            <a:srgbClr val="FBAE40"/>
          </p15:clr>
        </p15:guide>
        <p15:guide id="9" pos="5019"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72360" y="6405556"/>
            <a:ext cx="652895" cy="365125"/>
          </a:xfrm>
          <a:prstGeom prst="rect">
            <a:avLst/>
          </a:prstGeom>
        </p:spPr>
        <p:txBody>
          <a:bodyPr vert="horz" lIns="0" tIns="0" rIns="0" bIns="0" rtlCol="0" anchor="ctr"/>
          <a:lstStyle>
            <a:lvl1pPr algn="l">
              <a:defRPr sz="1200">
                <a:solidFill>
                  <a:schemeClr val="tx1"/>
                </a:solidFill>
                <a:latin typeface="Fira Sans" panose="020B0503050000020004" pitchFamily="34" charset="0"/>
                <a:ea typeface="Fira Sans" panose="020B0503050000020004" pitchFamily="34" charset="0"/>
              </a:defRPr>
            </a:lvl1pPr>
          </a:lstStyle>
          <a:p>
            <a:fld id="{C3C3236D-FB65-584A-8227-5A449D06E62A}" type="slidenum">
              <a:rPr lang="en-US" smtClean="0"/>
              <a:pPr/>
              <a:t>‹#›</a:t>
            </a:fld>
            <a:endParaRPr lang="en-US" dirty="0"/>
          </a:p>
        </p:txBody>
      </p:sp>
      <p:sp>
        <p:nvSpPr>
          <p:cNvPr id="4" name="Tijdelijke aanduiding voor voettekst 3">
            <a:extLst>
              <a:ext uri="{FF2B5EF4-FFF2-40B4-BE49-F238E27FC236}">
                <a16:creationId xmlns:a16="http://schemas.microsoft.com/office/drawing/2014/main" id="{A23F450B-1F47-1248-8781-F7FAB2C695CF}"/>
              </a:ext>
            </a:extLst>
          </p:cNvPr>
          <p:cNvSpPr>
            <a:spLocks noGrp="1"/>
          </p:cNvSpPr>
          <p:nvPr>
            <p:ph type="ftr" sz="quarter" idx="3"/>
          </p:nvPr>
        </p:nvSpPr>
        <p:spPr>
          <a:xfrm>
            <a:off x="4303643" y="6400798"/>
            <a:ext cx="7615997" cy="365125"/>
          </a:xfrm>
          <a:prstGeom prst="rect">
            <a:avLst/>
          </a:prstGeom>
        </p:spPr>
        <p:txBody>
          <a:bodyPr vert="horz" lIns="91440" tIns="45720" rIns="0" bIns="45720" rtlCol="0" anchor="ctr"/>
          <a:lstStyle>
            <a:lvl1pPr algn="r">
              <a:defRPr sz="1200">
                <a:solidFill>
                  <a:schemeClr val="tx1"/>
                </a:solidFill>
              </a:defRPr>
            </a:lvl1pPr>
          </a:lstStyle>
          <a:p>
            <a:r>
              <a:rPr lang="en-US" dirty="0"/>
              <a:t>#</a:t>
            </a:r>
            <a:r>
              <a:rPr lang="en-US" dirty="0" err="1"/>
              <a:t>CCHConnections</a:t>
            </a:r>
            <a:endParaRPr lang="en-US" dirty="0"/>
          </a:p>
        </p:txBody>
      </p:sp>
      <p:sp>
        <p:nvSpPr>
          <p:cNvPr id="9" name="Title Placeholder 1">
            <a:extLst>
              <a:ext uri="{FF2B5EF4-FFF2-40B4-BE49-F238E27FC236}">
                <a16:creationId xmlns:a16="http://schemas.microsoft.com/office/drawing/2014/main" id="{00125E2B-8A71-C608-AB71-A6F68C79C128}"/>
              </a:ext>
            </a:extLst>
          </p:cNvPr>
          <p:cNvSpPr>
            <a:spLocks noGrp="1"/>
          </p:cNvSpPr>
          <p:nvPr>
            <p:ph type="title"/>
          </p:nvPr>
        </p:nvSpPr>
        <p:spPr>
          <a:xfrm>
            <a:off x="180000" y="457202"/>
            <a:ext cx="3855159" cy="5948354"/>
          </a:xfrm>
          <a:prstGeom prst="rect">
            <a:avLst/>
          </a:prstGeom>
        </p:spPr>
        <p:txBody>
          <a:bodyPr vert="horz" lIns="90000" tIns="46800" rIns="90000" bIns="46800" rtlCol="0" anchor="t">
            <a:noAutofit/>
          </a:bodyPr>
          <a:lstStyle/>
          <a:p>
            <a:r>
              <a:rPr lang="en-US"/>
              <a:t>Click to edit Master title style</a:t>
            </a:r>
            <a:endParaRPr lang="en-US" dirty="0"/>
          </a:p>
        </p:txBody>
      </p:sp>
      <p:sp>
        <p:nvSpPr>
          <p:cNvPr id="10" name="Text Placeholder 2">
            <a:extLst>
              <a:ext uri="{FF2B5EF4-FFF2-40B4-BE49-F238E27FC236}">
                <a16:creationId xmlns:a16="http://schemas.microsoft.com/office/drawing/2014/main" id="{52112DCC-B916-8BBB-C835-5657A1E7ADEA}"/>
              </a:ext>
            </a:extLst>
          </p:cNvPr>
          <p:cNvSpPr>
            <a:spLocks noGrp="1"/>
          </p:cNvSpPr>
          <p:nvPr>
            <p:ph type="body" idx="1"/>
          </p:nvPr>
        </p:nvSpPr>
        <p:spPr>
          <a:xfrm>
            <a:off x="4140000" y="457202"/>
            <a:ext cx="7709547" cy="5948354"/>
          </a:xfrm>
          <a:prstGeom prst="rect">
            <a:avLst/>
          </a:prstGeom>
        </p:spPr>
        <p:txBody>
          <a:bodyPr vert="horz" lIns="90000" tIns="46800" rIns="90000" bIns="4680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32283050"/>
      </p:ext>
    </p:extLst>
  </p:cSld>
  <p:clrMap bg1="lt1" tx1="dk1" bg2="lt2" tx2="dk2" accent1="accent1" accent2="accent2" accent3="accent3" accent4="accent4" accent5="accent5" accent6="accent6" hlink="hlink" folHlink="folHlink"/>
  <p:sldLayoutIdLst>
    <p:sldLayoutId id="2147483786" r:id="rId1"/>
    <p:sldLayoutId id="2147483785" r:id="rId2"/>
    <p:sldLayoutId id="2147483768" r:id="rId3"/>
    <p:sldLayoutId id="2147483777" r:id="rId4"/>
    <p:sldLayoutId id="2147483779" r:id="rId5"/>
    <p:sldLayoutId id="2147483780" r:id="rId6"/>
    <p:sldLayoutId id="2147483781" r:id="rId7"/>
    <p:sldLayoutId id="2147483782" r:id="rId8"/>
    <p:sldLayoutId id="2147483783" r:id="rId9"/>
    <p:sldLayoutId id="2147483774" r:id="rId10"/>
    <p:sldLayoutId id="2147483775" r:id="rId11"/>
    <p:sldLayoutId id="2147483770" r:id="rId12"/>
    <p:sldLayoutId id="2147483773" r:id="rId13"/>
    <p:sldLayoutId id="2147483772" r:id="rId14"/>
    <p:sldLayoutId id="2147483771" r:id="rId15"/>
    <p:sldLayoutId id="2147483691" r:id="rId16"/>
    <p:sldLayoutId id="2147483769" r:id="rId17"/>
    <p:sldLayoutId id="2147483767" r:id="rId18"/>
    <p:sldLayoutId id="2147483765" r:id="rId19"/>
    <p:sldLayoutId id="2147483766" r:id="rId20"/>
    <p:sldLayoutId id="2147483764" r:id="rId21"/>
    <p:sldLayoutId id="2147483763" r:id="rId22"/>
    <p:sldLayoutId id="2147483776" r:id="rId23"/>
  </p:sldLayoutIdLst>
  <p:hf hdr="0" dt="0"/>
  <p:txStyles>
    <p:titleStyle>
      <a:lvl1pPr algn="l" defTabSz="609585" rtl="0" eaLnBrk="1" latinLnBrk="0" hangingPunct="1">
        <a:spcBef>
          <a:spcPct val="0"/>
        </a:spcBef>
        <a:buNone/>
        <a:defRPr sz="3600" b="0" i="0" kern="1200">
          <a:solidFill>
            <a:schemeClr val="tx1"/>
          </a:solidFill>
          <a:latin typeface="+mj-lt"/>
          <a:ea typeface="Fira Sans Light" panose="020B0403050000020004" pitchFamily="34" charset="0"/>
          <a:cs typeface="+mj-cs"/>
        </a:defRPr>
      </a:lvl1pPr>
    </p:titleStyle>
    <p:bodyStyle>
      <a:lvl1pPr marL="406390" indent="-365751" algn="l" defTabSz="609585" rtl="0" eaLnBrk="1" latinLnBrk="0" hangingPunct="1">
        <a:spcBef>
          <a:spcPct val="20000"/>
        </a:spcBef>
        <a:buClrTx/>
        <a:buFont typeface="Arial" panose="020B0604020202020204" pitchFamily="34" charset="0"/>
        <a:buChar char="•"/>
        <a:defRPr sz="2400" b="0" i="0" kern="1200">
          <a:solidFill>
            <a:schemeClr val="tx2"/>
          </a:solidFill>
          <a:latin typeface="+mn-lt"/>
          <a:ea typeface="Fira Sans" panose="020B0503050000020004" pitchFamily="34" charset="0"/>
          <a:cs typeface="+mn-cs"/>
        </a:defRPr>
      </a:lvl1pPr>
      <a:lvl2pPr marL="792460" indent="-365751" algn="l" defTabSz="609585" rtl="0" eaLnBrk="1" latinLnBrk="0" hangingPunct="1">
        <a:spcBef>
          <a:spcPct val="20000"/>
        </a:spcBef>
        <a:buClrTx/>
        <a:buFont typeface="Arial" panose="020B0604020202020204" pitchFamily="34" charset="0"/>
        <a:buChar char="•"/>
        <a:defRPr sz="2400" b="0" i="0" kern="1200">
          <a:solidFill>
            <a:schemeClr val="tx2"/>
          </a:solidFill>
          <a:latin typeface="+mn-lt"/>
          <a:ea typeface="Fira Sans" panose="020B0503050000020004" pitchFamily="34" charset="0"/>
          <a:cs typeface="+mn-cs"/>
        </a:defRPr>
      </a:lvl2pPr>
      <a:lvl3pPr marL="1170403" indent="-365751" algn="l" defTabSz="609585" rtl="0" eaLnBrk="1" latinLnBrk="0" hangingPunct="1">
        <a:spcBef>
          <a:spcPct val="20000"/>
        </a:spcBef>
        <a:buClrTx/>
        <a:buFont typeface="Arial" panose="020B0604020202020204" pitchFamily="34" charset="0"/>
        <a:buChar char="•"/>
        <a:defRPr sz="2400" b="0" i="0" kern="1200">
          <a:solidFill>
            <a:schemeClr val="tx2"/>
          </a:solidFill>
          <a:latin typeface="+mn-lt"/>
          <a:ea typeface="Fira Sans" panose="020B0503050000020004" pitchFamily="34" charset="0"/>
          <a:cs typeface="+mn-cs"/>
        </a:defRPr>
      </a:lvl3pPr>
      <a:lvl4pPr marL="1536154" indent="-365751" algn="l" defTabSz="609585" rtl="0" eaLnBrk="1" latinLnBrk="0" hangingPunct="1">
        <a:spcBef>
          <a:spcPct val="20000"/>
        </a:spcBef>
        <a:buClrTx/>
        <a:buFont typeface="Arial" panose="020B0604020202020204" pitchFamily="34" charset="0"/>
        <a:buChar char="•"/>
        <a:defRPr sz="2400" b="0" i="0" kern="1200">
          <a:solidFill>
            <a:schemeClr val="tx2"/>
          </a:solidFill>
          <a:latin typeface="+mn-lt"/>
          <a:ea typeface="Fira Sans" panose="020B0503050000020004" pitchFamily="34" charset="0"/>
          <a:cs typeface="+mn-cs"/>
        </a:defRPr>
      </a:lvl4pPr>
      <a:lvl5pPr marL="1904400" indent="-367200" algn="l" defTabSz="609585" rtl="0" eaLnBrk="1" latinLnBrk="0" hangingPunct="1">
        <a:spcBef>
          <a:spcPct val="20000"/>
        </a:spcBef>
        <a:buClrTx/>
        <a:buFont typeface="Arial" panose="020B0604020202020204" pitchFamily="34" charset="0"/>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4.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1.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1.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8.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1.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1.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9.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8.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2.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1.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1.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1.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2.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2.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1.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2.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9.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2.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tags" Target="../tags/tag2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tags" Target="../tags/tag2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1.xml"/><Relationship Id="rId1" Type="http://schemas.openxmlformats.org/officeDocument/2006/relationships/tags" Target="../tags/tag2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8.xml"/><Relationship Id="rId1" Type="http://schemas.openxmlformats.org/officeDocument/2006/relationships/tags" Target="../tags/tag3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2.xml"/><Relationship Id="rId1" Type="http://schemas.openxmlformats.org/officeDocument/2006/relationships/tags" Target="../tags/tag3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0.xml"/><Relationship Id="rId1" Type="http://schemas.openxmlformats.org/officeDocument/2006/relationships/tags" Target="../tags/tag3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2.xml"/><Relationship Id="rId1" Type="http://schemas.openxmlformats.org/officeDocument/2006/relationships/tags" Target="../tags/tag3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9.xml"/><Relationship Id="rId1" Type="http://schemas.openxmlformats.org/officeDocument/2006/relationships/tags" Target="../tags/tag34.xml"/><Relationship Id="rId4" Type="http://schemas.openxmlformats.org/officeDocument/2006/relationships/image" Target="../media/image11.sv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3.xml"/><Relationship Id="rId1" Type="http://schemas.openxmlformats.org/officeDocument/2006/relationships/tags" Target="../tags/tag3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8.xml"/><Relationship Id="rId1" Type="http://schemas.openxmlformats.org/officeDocument/2006/relationships/tags" Target="../tags/tag36.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8.xml"/><Relationship Id="rId1" Type="http://schemas.openxmlformats.org/officeDocument/2006/relationships/tags" Target="../tags/tag3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8.xml"/><Relationship Id="rId1" Type="http://schemas.openxmlformats.org/officeDocument/2006/relationships/tags" Target="../tags/tag3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8.xml"/><Relationship Id="rId1" Type="http://schemas.openxmlformats.org/officeDocument/2006/relationships/tags" Target="../tags/tag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70E43-CF74-48EB-41AF-492F450E95D3}"/>
              </a:ext>
            </a:extLst>
          </p:cNvPr>
          <p:cNvSpPr>
            <a:spLocks noGrp="1"/>
          </p:cNvSpPr>
          <p:nvPr>
            <p:ph type="ctrTitle"/>
          </p:nvPr>
        </p:nvSpPr>
        <p:spPr>
          <a:xfrm>
            <a:off x="548869" y="851030"/>
            <a:ext cx="3170644" cy="1353312"/>
          </a:xfrm>
        </p:spPr>
        <p:txBody>
          <a:bodyPr lIns="91440" tIns="0" rIns="0" bIns="0" anchor="t"/>
          <a:lstStyle/>
          <a:p>
            <a:pPr>
              <a:spcAft>
                <a:spcPts val="700"/>
              </a:spcAft>
            </a:pPr>
            <a:r>
              <a:rPr lang="en-US" sz="3400">
                <a:solidFill>
                  <a:srgbClr val="000000"/>
                </a:solidFill>
                <a:latin typeface="Fira Sans Light" panose="020B0403050000020004" pitchFamily="34" charset="0"/>
              </a:rPr>
              <a:t>AI where you already work</a:t>
            </a:r>
            <a:endParaRPr lang="en-US" sz="3400" dirty="0">
              <a:solidFill>
                <a:srgbClr val="000000"/>
              </a:solidFill>
              <a:latin typeface="Fira Sans Light" panose="020B0403050000020004" pitchFamily="34" charset="0"/>
            </a:endParaRPr>
          </a:p>
        </p:txBody>
      </p:sp>
      <p:sp>
        <p:nvSpPr>
          <p:cNvPr id="9" name="Text Placeholder 8">
            <a:extLst>
              <a:ext uri="{FF2B5EF4-FFF2-40B4-BE49-F238E27FC236}">
                <a16:creationId xmlns:a16="http://schemas.microsoft.com/office/drawing/2014/main" id="{24D2BDA7-BD8E-8A4D-3018-B9638B165103}"/>
              </a:ext>
            </a:extLst>
          </p:cNvPr>
          <p:cNvSpPr>
            <a:spLocks noGrp="1"/>
          </p:cNvSpPr>
          <p:nvPr>
            <p:ph type="body" sz="quarter" idx="12"/>
          </p:nvPr>
        </p:nvSpPr>
        <p:spPr/>
        <p:txBody>
          <a:bodyPr lIns="91440" tIns="0" rIns="0" bIns="0" anchor="t"/>
          <a:lstStyle/>
          <a:p>
            <a:pPr>
              <a:spcBef>
                <a:spcPct val="0"/>
              </a:spcBef>
              <a:spcAft>
                <a:spcPts val="700"/>
              </a:spcAft>
            </a:pPr>
            <a:r>
              <a:rPr lang="en-US" sz="1400">
                <a:solidFill>
                  <a:srgbClr val="000000"/>
                </a:solidFill>
                <a:latin typeface="Fira Sans" panose="020B0503050000020004" pitchFamily="34" charset="0"/>
              </a:rPr>
              <a:t>Nathan Dyck | Wolters Kluwer</a:t>
            </a:r>
          </a:p>
          <a:p>
            <a:pPr>
              <a:spcBef>
                <a:spcPct val="0"/>
              </a:spcBef>
              <a:spcAft>
                <a:spcPts val="700"/>
              </a:spcAft>
            </a:pPr>
            <a:r>
              <a:rPr lang="en-US" sz="1400">
                <a:solidFill>
                  <a:srgbClr val="000000"/>
                </a:solidFill>
                <a:latin typeface="Fira Sans" panose="020B0503050000020004" pitchFamily="34" charset="0"/>
              </a:rPr>
              <a:t>Sergey Chernykh | Microsoft</a:t>
            </a:r>
          </a:p>
        </p:txBody>
      </p:sp>
      <p:sp>
        <p:nvSpPr>
          <p:cNvPr id="10" name="Text Placeholder 9">
            <a:extLst>
              <a:ext uri="{FF2B5EF4-FFF2-40B4-BE49-F238E27FC236}">
                <a16:creationId xmlns:a16="http://schemas.microsoft.com/office/drawing/2014/main" id="{55960AD4-2E12-918C-22CF-4349766BFCB9}"/>
              </a:ext>
            </a:extLst>
          </p:cNvPr>
          <p:cNvSpPr>
            <a:spLocks noGrp="1"/>
          </p:cNvSpPr>
          <p:nvPr>
            <p:ph type="body" sz="quarter" idx="14"/>
          </p:nvPr>
        </p:nvSpPr>
        <p:spPr>
          <a:xfrm>
            <a:off x="548868" y="4937760"/>
            <a:ext cx="3170645" cy="532320"/>
          </a:xfrm>
        </p:spPr>
        <p:txBody>
          <a:bodyPr lIns="91440" tIns="0" rIns="0" bIns="0" anchor="t"/>
          <a:lstStyle/>
          <a:p>
            <a:pPr>
              <a:spcBef>
                <a:spcPct val="0"/>
              </a:spcBef>
              <a:spcAft>
                <a:spcPts val="700"/>
              </a:spcAft>
            </a:pPr>
            <a:r>
              <a:rPr lang="en-US" sz="1300">
                <a:solidFill>
                  <a:srgbClr val="000000"/>
                </a:solidFill>
                <a:latin typeface="Fira Sans" panose="020B0503050000020004" pitchFamily="34" charset="0"/>
              </a:rPr>
              <a:t>CCH Connections 2026 | Internal first pass | 15 October 2026</a:t>
            </a:r>
          </a:p>
        </p:txBody>
      </p:sp>
      <p:sp>
        <p:nvSpPr>
          <p:cNvPr id="3" name="Session subtitle">
            <a:extLst>
              <a:ext uri="{FF2B5EF4-FFF2-40B4-BE49-F238E27FC236}">
                <a16:creationId xmlns:a16="http://schemas.microsoft.com/office/drawing/2014/main" id="{0EE48DD4-C05E-2EE0-FC3E-69AEA8EB0EFC}"/>
              </a:ext>
            </a:extLst>
          </p:cNvPr>
          <p:cNvSpPr txBox="1"/>
          <p:nvPr/>
        </p:nvSpPr>
        <p:spPr>
          <a:xfrm>
            <a:off x="548640" y="2468880"/>
            <a:ext cx="3170225" cy="1152144"/>
          </a:xfrm>
          <a:prstGeom prst="rect">
            <a:avLst/>
          </a:prstGeom>
          <a:noFill/>
        </p:spPr>
        <p:txBody>
          <a:bodyPr vert="horz" lIns="91440" tIns="0" rIns="0" bIns="0" rtlCol="0" anchor="t">
            <a:noAutofit/>
          </a:bodyPr>
          <a:lstStyle/>
          <a:p>
            <a:pPr>
              <a:spcAft>
                <a:spcPts val="700"/>
              </a:spcAft>
            </a:pPr>
            <a:r>
              <a:rPr lang="en-US" sz="2000">
                <a:solidFill>
                  <a:srgbClr val="000000"/>
                </a:solidFill>
                <a:latin typeface="Fira Sans Light" panose="020B0403050000020004" pitchFamily="34" charset="0"/>
              </a:rPr>
              <a:t>Connecting Microsoft Copilot to CCH Axcess APIs</a:t>
            </a:r>
            <a:endParaRPr lang="en-CA" sz="2000">
              <a:solidFill>
                <a:srgbClr val="000000"/>
              </a:solidFill>
              <a:latin typeface="Fira Sans Light" panose="020B0403050000020004" pitchFamily="34" charset="0"/>
            </a:endParaRPr>
          </a:p>
        </p:txBody>
      </p:sp>
    </p:spTree>
    <p:custDataLst>
      <p:tags r:id="rId1"/>
    </p:custDataLst>
    <p:extLst>
      <p:ext uri="{BB962C8B-B14F-4D97-AF65-F5344CB8AC3E}">
        <p14:creationId xmlns:p14="http://schemas.microsoft.com/office/powerpoint/2010/main" val="1344011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42203C-26A4-CE11-8A24-930CA921A3E4}"/>
              </a:ext>
            </a:extLst>
          </p:cNvPr>
          <p:cNvSpPr>
            <a:spLocks noGrp="1"/>
          </p:cNvSpPr>
          <p:nvPr>
            <p:ph type="title"/>
          </p:nvPr>
        </p:nvSpPr>
        <p:spPr/>
        <p:txBody>
          <a:bodyPr lIns="91440" tIns="0" rIns="0" bIns="0" anchor="t"/>
          <a:lstStyle/>
          <a:p>
            <a:pPr>
              <a:spcAft>
                <a:spcPts val="700"/>
              </a:spcAft>
            </a:pPr>
            <a:r>
              <a:rPr lang="en-US" sz="3200" dirty="0">
                <a:solidFill>
                  <a:srgbClr val="000000"/>
                </a:solidFill>
                <a:latin typeface="Fira Sans Light" panose="020B0403050000020004" pitchFamily="34" charset="0"/>
              </a:rPr>
              <a:t>AI where you already work</a:t>
            </a:r>
          </a:p>
        </p:txBody>
      </p:sp>
      <p:sp>
        <p:nvSpPr>
          <p:cNvPr id="4" name="Slide Number Placeholder 3">
            <a:extLst>
              <a:ext uri="{FF2B5EF4-FFF2-40B4-BE49-F238E27FC236}">
                <a16:creationId xmlns:a16="http://schemas.microsoft.com/office/drawing/2014/main" id="{377626E2-F0D0-0307-3A3B-63F72A4BC029}"/>
              </a:ext>
            </a:extLst>
          </p:cNvPr>
          <p:cNvSpPr>
            <a:spLocks noGrp="1"/>
          </p:cNvSpPr>
          <p:nvPr>
            <p:ph type="sldNum" sz="quarter" idx="13"/>
          </p:nvPr>
        </p:nvSpPr>
        <p:spPr/>
        <p:txBody>
          <a:bodyPr/>
          <a:lstStyle/>
          <a:p>
            <a:fld id="{C3C3236D-FB65-584A-8227-5A449D06E62A}" type="slidenum">
              <a:rPr lang="en-US" smtClean="0"/>
              <a:pPr/>
              <a:t>2</a:t>
            </a:fld>
            <a:endParaRPr lang="en-US"/>
          </a:p>
        </p:txBody>
      </p:sp>
      <p:sp>
        <p:nvSpPr>
          <p:cNvPr id="5" name="Footer Placeholder 4">
            <a:extLst>
              <a:ext uri="{FF2B5EF4-FFF2-40B4-BE49-F238E27FC236}">
                <a16:creationId xmlns:a16="http://schemas.microsoft.com/office/drawing/2014/main" id="{4BFF0CCB-42F2-ACC1-4661-14DB6A3D77D7}"/>
              </a:ext>
            </a:extLst>
          </p:cNvPr>
          <p:cNvSpPr>
            <a:spLocks noGrp="1"/>
          </p:cNvSpPr>
          <p:nvPr>
            <p:ph type="ftr" sz="quarter" idx="18"/>
          </p:nvPr>
        </p:nvSpPr>
        <p:spPr/>
        <p:txBody>
          <a:bodyPr/>
          <a:lstStyle/>
          <a:p>
            <a:r>
              <a:rPr lang="en-US"/>
              <a:t>#CCHConnections</a:t>
            </a:r>
            <a:endParaRPr lang="en-US" dirty="0"/>
          </a:p>
        </p:txBody>
      </p:sp>
      <p:sp>
        <p:nvSpPr>
          <p:cNvPr id="8" name="Session description heading">
            <a:extLst>
              <a:ext uri="{FF2B5EF4-FFF2-40B4-BE49-F238E27FC236}">
                <a16:creationId xmlns:a16="http://schemas.microsoft.com/office/drawing/2014/main" id="{2C433BC2-9129-2320-8A38-14E1727E8333}"/>
              </a:ext>
            </a:extLst>
          </p:cNvPr>
          <p:cNvSpPr txBox="1"/>
          <p:nvPr/>
        </p:nvSpPr>
        <p:spPr>
          <a:xfrm>
            <a:off x="4453128" y="777239"/>
            <a:ext cx="7086600" cy="1005840"/>
          </a:xfrm>
          <a:prstGeom prst="rect">
            <a:avLst/>
          </a:prstGeom>
          <a:noFill/>
        </p:spPr>
        <p:txBody>
          <a:bodyPr vert="horz" lIns="0" tIns="0" rIns="0" bIns="0" rtlCol="0" anchor="t">
            <a:noAutofit/>
          </a:bodyPr>
          <a:lstStyle/>
          <a:p>
            <a:pPr>
              <a:spcAft>
                <a:spcPts val="700"/>
              </a:spcAft>
            </a:pPr>
            <a:r>
              <a:rPr lang="en-US" sz="2600" b="1">
                <a:solidFill>
                  <a:srgbClr val="000000"/>
                </a:solidFill>
                <a:latin typeface="Fira Sans" panose="020B0503050000020004" pitchFamily="34" charset="0"/>
              </a:rPr>
              <a:t>Connecting Microsoft Copilot to CCH Axcess APIs</a:t>
            </a:r>
            <a:endParaRPr lang="en-CA" sz="2600" b="1">
              <a:solidFill>
                <a:srgbClr val="000000"/>
              </a:solidFill>
              <a:latin typeface="Fira Sans" panose="020B0503050000020004" pitchFamily="34" charset="0"/>
            </a:endParaRPr>
          </a:p>
        </p:txBody>
      </p:sp>
      <p:sp>
        <p:nvSpPr>
          <p:cNvPr id="9" name="Session presenters">
            <a:extLst>
              <a:ext uri="{FF2B5EF4-FFF2-40B4-BE49-F238E27FC236}">
                <a16:creationId xmlns:a16="http://schemas.microsoft.com/office/drawing/2014/main" id="{74C05893-8560-5E9E-DC4B-A986CCC60815}"/>
              </a:ext>
            </a:extLst>
          </p:cNvPr>
          <p:cNvSpPr txBox="1"/>
          <p:nvPr/>
        </p:nvSpPr>
        <p:spPr>
          <a:xfrm>
            <a:off x="4453128" y="2011680"/>
            <a:ext cx="7086600" cy="777240"/>
          </a:xfrm>
          <a:prstGeom prst="rect">
            <a:avLst/>
          </a:prstGeom>
          <a:noFill/>
        </p:spPr>
        <p:txBody>
          <a:bodyPr vert="horz" lIns="0" tIns="0" rIns="0" bIns="0" rtlCol="0" anchor="t">
            <a:noAutofit/>
          </a:bodyPr>
          <a:lstStyle/>
          <a:p>
            <a:pPr>
              <a:spcAft>
                <a:spcPts val="700"/>
              </a:spcAft>
            </a:pPr>
            <a:r>
              <a:rPr lang="en-CA" sz="2100">
                <a:solidFill>
                  <a:srgbClr val="000000"/>
                </a:solidFill>
                <a:latin typeface="Fira Sans" panose="020B0503050000020004" pitchFamily="34" charset="0"/>
              </a:rPr>
              <a:t>Nathan Dyck | Wolters Kluwer</a:t>
            </a:r>
          </a:p>
          <a:p>
            <a:pPr>
              <a:spcAft>
                <a:spcPts val="700"/>
              </a:spcAft>
            </a:pPr>
            <a:r>
              <a:rPr lang="en-CA" sz="2100">
                <a:solidFill>
                  <a:srgbClr val="000000"/>
                </a:solidFill>
                <a:latin typeface="Fira Sans" panose="020B0503050000020004" pitchFamily="34" charset="0"/>
              </a:rPr>
              <a:t>Sergey Chernykh | Microsoft</a:t>
            </a:r>
          </a:p>
        </p:txBody>
      </p:sp>
      <p:sp>
        <p:nvSpPr>
          <p:cNvPr id="10" name="Session description">
            <a:extLst>
              <a:ext uri="{FF2B5EF4-FFF2-40B4-BE49-F238E27FC236}">
                <a16:creationId xmlns:a16="http://schemas.microsoft.com/office/drawing/2014/main" id="{B2DF443E-F787-518D-9DA0-2A57F5BA9F2C}"/>
              </a:ext>
            </a:extLst>
          </p:cNvPr>
          <p:cNvSpPr txBox="1"/>
          <p:nvPr/>
        </p:nvSpPr>
        <p:spPr>
          <a:xfrm>
            <a:off x="4453128" y="3017520"/>
            <a:ext cx="7086600" cy="1536192"/>
          </a:xfrm>
          <a:prstGeom prst="rect">
            <a:avLst/>
          </a:prstGeom>
          <a:noFill/>
        </p:spPr>
        <p:txBody>
          <a:bodyPr vert="horz" lIns="0" tIns="0" rIns="0" bIns="0" rtlCol="0" anchor="t">
            <a:noAutofit/>
          </a:bodyPr>
          <a:lstStyle/>
          <a:p>
            <a:pPr>
              <a:spcAft>
                <a:spcPts val="700"/>
              </a:spcAft>
            </a:pPr>
            <a:r>
              <a:rPr lang="en-US" sz="2300">
                <a:solidFill>
                  <a:srgbClr val="000000"/>
                </a:solidFill>
                <a:latin typeface="Fira Sans" panose="020B0503050000020004" pitchFamily="34" charset="0"/>
              </a:rPr>
              <a:t>Explore how CCH Axcess APIs connect firm data and workflows to other tools, review the proposed application example, and compare the ways AI tools work with APIs.</a:t>
            </a:r>
            <a:endParaRPr lang="en-CA" sz="2300">
              <a:solidFill>
                <a:srgbClr val="000000"/>
              </a:solidFill>
              <a:latin typeface="Fira Sans" panose="020B0503050000020004" pitchFamily="34" charset="0"/>
            </a:endParaRPr>
          </a:p>
        </p:txBody>
      </p:sp>
      <p:sp>
        <p:nvSpPr>
          <p:cNvPr id="11" name="Learning outcome">
            <a:extLst>
              <a:ext uri="{FF2B5EF4-FFF2-40B4-BE49-F238E27FC236}">
                <a16:creationId xmlns:a16="http://schemas.microsoft.com/office/drawing/2014/main" id="{AE83E046-0FE6-B7F4-59EC-A0972D807F66}"/>
              </a:ext>
            </a:extLst>
          </p:cNvPr>
          <p:cNvSpPr txBox="1"/>
          <p:nvPr/>
        </p:nvSpPr>
        <p:spPr>
          <a:xfrm>
            <a:off x="4453128" y="4754879"/>
            <a:ext cx="7086600" cy="914400"/>
          </a:xfrm>
          <a:prstGeom prst="rect">
            <a:avLst/>
          </a:prstGeom>
          <a:noFill/>
        </p:spPr>
        <p:txBody>
          <a:bodyPr vert="horz" lIns="0" tIns="0" rIns="0" bIns="0" rtlCol="0" anchor="t">
            <a:noAutofit/>
          </a:bodyPr>
          <a:lstStyle/>
          <a:p>
            <a:pPr>
              <a:spcAft>
                <a:spcPts val="700"/>
              </a:spcAft>
            </a:pPr>
            <a:r>
              <a:rPr lang="en-US" sz="2300">
                <a:solidFill>
                  <a:srgbClr val="000000"/>
                </a:solidFill>
                <a:latin typeface="Fira Sans" panose="020B0503050000020004" pitchFamily="34" charset="0"/>
              </a:rPr>
              <a:t>Identify a workflow to improve and a starting point for the separate hands-on lab.</a:t>
            </a:r>
            <a:endParaRPr lang="en-CA" sz="23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4160826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34C359-ACAB-9F3F-08CD-4EF2C93B0C39}"/>
              </a:ext>
            </a:extLst>
          </p:cNvPr>
          <p:cNvSpPr>
            <a:spLocks noGrp="1"/>
          </p:cNvSpPr>
          <p:nvPr>
            <p:ph sz="quarter" idx="19"/>
          </p:nvPr>
        </p:nvSpPr>
        <p:spPr/>
        <p:txBody>
          <a:bodyPr lIns="0" tIns="0" rIns="0" bIns="0" anchor="t"/>
          <a:lstStyle/>
          <a:p>
            <a:pPr>
              <a:spcBef>
                <a:spcPts val="0"/>
              </a:spcBef>
              <a:spcAft>
                <a:spcPts val="700"/>
              </a:spcAft>
            </a:pPr>
            <a:r>
              <a:rPr lang="en-US" sz="2200">
                <a:solidFill>
                  <a:srgbClr val="000000"/>
                </a:solidFill>
                <a:latin typeface="Fira Sans" panose="020B0503050000020004" pitchFamily="34" charset="0"/>
              </a:rPr>
              <a:t>Wolters Kluwer</a:t>
            </a:r>
            <a:endParaRPr lang="en-US" sz="2200" dirty="0">
              <a:solidFill>
                <a:srgbClr val="000000"/>
              </a:solidFill>
              <a:latin typeface="Fira Sans" panose="020B0503050000020004" pitchFamily="34" charset="0"/>
            </a:endParaRPr>
          </a:p>
        </p:txBody>
      </p:sp>
      <p:sp>
        <p:nvSpPr>
          <p:cNvPr id="3" name="Title 2">
            <a:extLst>
              <a:ext uri="{FF2B5EF4-FFF2-40B4-BE49-F238E27FC236}">
                <a16:creationId xmlns:a16="http://schemas.microsoft.com/office/drawing/2014/main" id="{A7A68CF0-410C-B0BE-F072-8D09267EFB80}"/>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Your speakers</a:t>
            </a:r>
            <a:endParaRPr lang="en-US" sz="3200" dirty="0">
              <a:solidFill>
                <a:srgbClr val="000000"/>
              </a:solidFill>
              <a:latin typeface="Fira Sans Light" panose="020B0403050000020004" pitchFamily="34" charset="0"/>
            </a:endParaRPr>
          </a:p>
        </p:txBody>
      </p:sp>
      <p:sp>
        <p:nvSpPr>
          <p:cNvPr id="4" name="Slide Number Placeholder 3">
            <a:extLst>
              <a:ext uri="{FF2B5EF4-FFF2-40B4-BE49-F238E27FC236}">
                <a16:creationId xmlns:a16="http://schemas.microsoft.com/office/drawing/2014/main" id="{DDFC533C-23A7-8207-849A-947DE2DBADB8}"/>
              </a:ext>
            </a:extLst>
          </p:cNvPr>
          <p:cNvSpPr>
            <a:spLocks noGrp="1"/>
          </p:cNvSpPr>
          <p:nvPr>
            <p:ph type="sldNum" sz="quarter" idx="13"/>
          </p:nvPr>
        </p:nvSpPr>
        <p:spPr/>
        <p:txBody>
          <a:bodyPr/>
          <a:lstStyle/>
          <a:p>
            <a:fld id="{C3C3236D-FB65-584A-8227-5A449D06E62A}" type="slidenum">
              <a:rPr lang="en-US" smtClean="0"/>
              <a:pPr/>
              <a:t>3</a:t>
            </a:fld>
            <a:endParaRPr lang="en-US"/>
          </a:p>
        </p:txBody>
      </p:sp>
      <p:sp>
        <p:nvSpPr>
          <p:cNvPr id="5" name="Footer Placeholder 4">
            <a:extLst>
              <a:ext uri="{FF2B5EF4-FFF2-40B4-BE49-F238E27FC236}">
                <a16:creationId xmlns:a16="http://schemas.microsoft.com/office/drawing/2014/main" id="{8CF1AB6C-8826-6917-5B95-9498F2EA96AC}"/>
              </a:ext>
            </a:extLst>
          </p:cNvPr>
          <p:cNvSpPr>
            <a:spLocks noGrp="1"/>
          </p:cNvSpPr>
          <p:nvPr>
            <p:ph type="ftr" sz="quarter" idx="18"/>
          </p:nvPr>
        </p:nvSpPr>
        <p:spPr/>
        <p:txBody>
          <a:bodyPr/>
          <a:lstStyle/>
          <a:p>
            <a:r>
              <a:rPr lang="en-US"/>
              <a:t>#CCHConnections</a:t>
            </a:r>
            <a:endParaRPr lang="en-US" dirty="0"/>
          </a:p>
        </p:txBody>
      </p:sp>
      <p:sp>
        <p:nvSpPr>
          <p:cNvPr id="6" name="Picture Placeholder 5" descr="Empty official headshot placeholder. Replace with an approved photograph of the adjacent named presenter.">
            <a:extLst>
              <a:ext uri="{FF2B5EF4-FFF2-40B4-BE49-F238E27FC236}">
                <a16:creationId xmlns:a16="http://schemas.microsoft.com/office/drawing/2014/main" id="{C663AD24-0BD7-6742-B2F6-6A9CB8FF8803}"/>
              </a:ext>
            </a:extLst>
          </p:cNvPr>
          <p:cNvSpPr>
            <a:spLocks noGrp="1"/>
          </p:cNvSpPr>
          <p:nvPr>
            <p:ph type="pic" sz="quarter" idx="14"/>
          </p:nvPr>
        </p:nvSpPr>
        <p:spPr>
          <a:solidFill>
            <a:srgbClr val="EDEDED"/>
          </a:solidFill>
          <a:ln/>
        </p:spPr>
        <p:txBody>
          <a:bodyPr/>
          <a:lstStyle/>
          <a:p>
            <a:endParaRPr lang="en-US"/>
          </a:p>
        </p:txBody>
      </p:sp>
      <p:sp>
        <p:nvSpPr>
          <p:cNvPr id="7" name="Content Placeholder 6">
            <a:extLst>
              <a:ext uri="{FF2B5EF4-FFF2-40B4-BE49-F238E27FC236}">
                <a16:creationId xmlns:a16="http://schemas.microsoft.com/office/drawing/2014/main" id="{872E3B62-E029-8E36-0B5C-180F5E5872CD}"/>
              </a:ext>
            </a:extLst>
          </p:cNvPr>
          <p:cNvSpPr>
            <a:spLocks noGrp="1"/>
          </p:cNvSpPr>
          <p:nvPr>
            <p:ph sz="quarter" idx="22"/>
          </p:nvPr>
        </p:nvSpPr>
        <p:spPr/>
        <p:txBody>
          <a:bodyPr lIns="0" tIns="0" rIns="0" bIns="0" anchor="t"/>
          <a:lstStyle/>
          <a:p>
            <a:pPr>
              <a:spcBef>
                <a:spcPts val="0"/>
              </a:spcBef>
              <a:spcAft>
                <a:spcPts val="700"/>
              </a:spcAft>
            </a:pPr>
            <a:r>
              <a:rPr lang="en-US" sz="2500" b="1">
                <a:solidFill>
                  <a:srgbClr val="000000"/>
                </a:solidFill>
                <a:latin typeface="Fira Sans" panose="020B0503050000020004" pitchFamily="34" charset="0"/>
              </a:rPr>
              <a:t>Nathan Dyck</a:t>
            </a:r>
            <a:endParaRPr lang="en-US" sz="2500" b="1" dirty="0">
              <a:solidFill>
                <a:srgbClr val="000000"/>
              </a:solidFill>
              <a:latin typeface="Fira Sans" panose="020B0503050000020004" pitchFamily="34" charset="0"/>
            </a:endParaRPr>
          </a:p>
        </p:txBody>
      </p:sp>
      <p:sp>
        <p:nvSpPr>
          <p:cNvPr id="8" name="Content Placeholder 7">
            <a:extLst>
              <a:ext uri="{FF2B5EF4-FFF2-40B4-BE49-F238E27FC236}">
                <a16:creationId xmlns:a16="http://schemas.microsoft.com/office/drawing/2014/main" id="{79F857C6-ADCE-DE0F-846D-80FAD4905AFA}"/>
              </a:ext>
            </a:extLst>
          </p:cNvPr>
          <p:cNvSpPr>
            <a:spLocks noGrp="1"/>
          </p:cNvSpPr>
          <p:nvPr>
            <p:ph sz="quarter" idx="23"/>
          </p:nvPr>
        </p:nvSpPr>
        <p:spPr/>
        <p:txBody>
          <a:bodyPr lIns="0" tIns="0" rIns="0" bIns="0" anchor="t"/>
          <a:lstStyle/>
          <a:p>
            <a:pPr>
              <a:spcBef>
                <a:spcPts val="0"/>
              </a:spcBef>
              <a:spcAft>
                <a:spcPts val="700"/>
              </a:spcAft>
            </a:pPr>
            <a:r>
              <a:rPr lang="en-US" sz="2200">
                <a:solidFill>
                  <a:srgbClr val="000000"/>
                </a:solidFill>
                <a:latin typeface="Fira Sans" panose="020B0503050000020004" pitchFamily="34" charset="0"/>
              </a:rPr>
              <a:t>Microsoft</a:t>
            </a:r>
            <a:endParaRPr lang="en-US" sz="2200" dirty="0">
              <a:solidFill>
                <a:srgbClr val="000000"/>
              </a:solidFill>
              <a:latin typeface="Fira Sans" panose="020B0503050000020004" pitchFamily="34" charset="0"/>
            </a:endParaRPr>
          </a:p>
        </p:txBody>
      </p:sp>
      <p:sp>
        <p:nvSpPr>
          <p:cNvPr id="9" name="Picture Placeholder 8" descr="Empty official headshot placeholder. Replace with an approved photograph of the adjacent named presenter.">
            <a:extLst>
              <a:ext uri="{FF2B5EF4-FFF2-40B4-BE49-F238E27FC236}">
                <a16:creationId xmlns:a16="http://schemas.microsoft.com/office/drawing/2014/main" id="{82FCBFF5-2125-DF40-5FDE-8E9040FAB1FA}"/>
              </a:ext>
            </a:extLst>
          </p:cNvPr>
          <p:cNvSpPr>
            <a:spLocks noGrp="1"/>
          </p:cNvSpPr>
          <p:nvPr>
            <p:ph type="pic" sz="quarter" idx="24"/>
          </p:nvPr>
        </p:nvSpPr>
        <p:spPr>
          <a:solidFill>
            <a:srgbClr val="EDEDED"/>
          </a:solidFill>
          <a:ln/>
        </p:spPr>
        <p:txBody>
          <a:bodyPr/>
          <a:lstStyle/>
          <a:p>
            <a:endParaRPr lang="en-US"/>
          </a:p>
        </p:txBody>
      </p:sp>
      <p:sp>
        <p:nvSpPr>
          <p:cNvPr id="10" name="Content Placeholder 9">
            <a:extLst>
              <a:ext uri="{FF2B5EF4-FFF2-40B4-BE49-F238E27FC236}">
                <a16:creationId xmlns:a16="http://schemas.microsoft.com/office/drawing/2014/main" id="{93CF7507-ACAB-32B8-B381-6D0A4ABD658C}"/>
              </a:ext>
            </a:extLst>
          </p:cNvPr>
          <p:cNvSpPr>
            <a:spLocks noGrp="1"/>
          </p:cNvSpPr>
          <p:nvPr>
            <p:ph sz="quarter" idx="25"/>
          </p:nvPr>
        </p:nvSpPr>
        <p:spPr/>
        <p:txBody>
          <a:bodyPr lIns="0" tIns="0" rIns="0" bIns="0" anchor="t"/>
          <a:lstStyle/>
          <a:p>
            <a:pPr>
              <a:spcBef>
                <a:spcPts val="0"/>
              </a:spcBef>
              <a:spcAft>
                <a:spcPts val="700"/>
              </a:spcAft>
            </a:pPr>
            <a:r>
              <a:rPr lang="en-US" sz="2500" b="1">
                <a:solidFill>
                  <a:srgbClr val="000000"/>
                </a:solidFill>
                <a:latin typeface="Fira Sans" panose="020B0503050000020004" pitchFamily="34" charset="0"/>
              </a:rPr>
              <a:t>Sergey Chernykh</a:t>
            </a:r>
            <a:endParaRPr lang="en-US" sz="2500" b="1" dirty="0">
              <a:solidFill>
                <a:srgbClr val="000000"/>
              </a:solidFill>
              <a:latin typeface="Fira Sans" panose="020B0503050000020004" pitchFamily="34" charset="0"/>
            </a:endParaRPr>
          </a:p>
        </p:txBody>
      </p:sp>
      <p:sp>
        <p:nvSpPr>
          <p:cNvPr id="11" name="Headshot status">
            <a:extLst>
              <a:ext uri="{FF2B5EF4-FFF2-40B4-BE49-F238E27FC236}">
                <a16:creationId xmlns:a16="http://schemas.microsoft.com/office/drawing/2014/main" id="{56B5E045-6195-3923-D60D-721465E3D6D9}"/>
              </a:ext>
            </a:extLst>
          </p:cNvPr>
          <p:cNvSpPr txBox="1"/>
          <p:nvPr/>
        </p:nvSpPr>
        <p:spPr>
          <a:xfrm>
            <a:off x="4728200" y="3051377"/>
            <a:ext cx="2160000" cy="256032"/>
          </a:xfrm>
          <a:prstGeom prst="rect">
            <a:avLst/>
          </a:prstGeom>
          <a:noFill/>
        </p:spPr>
        <p:txBody>
          <a:bodyPr vert="horz" lIns="0" tIns="0" rIns="0" bIns="0" rtlCol="0" anchor="t">
            <a:noAutofit/>
          </a:bodyPr>
          <a:lstStyle/>
          <a:p>
            <a:pPr>
              <a:spcAft>
                <a:spcPts val="700"/>
              </a:spcAft>
            </a:pPr>
            <a:r>
              <a:rPr lang="en-CA" sz="1300">
                <a:solidFill>
                  <a:srgbClr val="000000"/>
                </a:solidFill>
                <a:latin typeface="Fira Sans" panose="020B0503050000020004" pitchFamily="34" charset="0"/>
              </a:rPr>
              <a:t>Headshot to add</a:t>
            </a:r>
          </a:p>
        </p:txBody>
      </p:sp>
      <p:sp>
        <p:nvSpPr>
          <p:cNvPr id="12" name="Headshot status">
            <a:extLst>
              <a:ext uri="{FF2B5EF4-FFF2-40B4-BE49-F238E27FC236}">
                <a16:creationId xmlns:a16="http://schemas.microsoft.com/office/drawing/2014/main" id="{65E3003A-4F7D-AE4D-74B3-4E0188380C69}"/>
              </a:ext>
            </a:extLst>
          </p:cNvPr>
          <p:cNvSpPr txBox="1"/>
          <p:nvPr/>
        </p:nvSpPr>
        <p:spPr>
          <a:xfrm>
            <a:off x="4728200" y="5687699"/>
            <a:ext cx="2160000" cy="256032"/>
          </a:xfrm>
          <a:prstGeom prst="rect">
            <a:avLst/>
          </a:prstGeom>
          <a:noFill/>
        </p:spPr>
        <p:txBody>
          <a:bodyPr vert="horz" lIns="0" tIns="0" rIns="0" bIns="0" rtlCol="0" anchor="t">
            <a:noAutofit/>
          </a:bodyPr>
          <a:lstStyle/>
          <a:p>
            <a:pPr>
              <a:spcAft>
                <a:spcPts val="700"/>
              </a:spcAft>
            </a:pPr>
            <a:r>
              <a:rPr lang="en-CA" sz="1300">
                <a:solidFill>
                  <a:srgbClr val="000000"/>
                </a:solidFill>
                <a:latin typeface="Fira Sans" panose="020B0503050000020004" pitchFamily="34" charset="0"/>
              </a:rPr>
              <a:t>Headshot to add</a:t>
            </a:r>
          </a:p>
        </p:txBody>
      </p:sp>
    </p:spTree>
    <p:custDataLst>
      <p:tags r:id="rId1"/>
    </p:custDataLst>
    <p:extLst>
      <p:ext uri="{BB962C8B-B14F-4D97-AF65-F5344CB8AC3E}">
        <p14:creationId xmlns:p14="http://schemas.microsoft.com/office/powerpoint/2010/main" val="334743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0B3B9-6F5A-1B72-D659-394E327F4030}"/>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Agenda</a:t>
            </a:r>
            <a:endParaRPr lang="en-US" sz="3200" dirty="0">
              <a:solidFill>
                <a:srgbClr val="000000"/>
              </a:solidFill>
              <a:latin typeface="Fira Sans Light" panose="020B0403050000020004" pitchFamily="34" charset="0"/>
            </a:endParaRPr>
          </a:p>
        </p:txBody>
      </p:sp>
      <p:sp>
        <p:nvSpPr>
          <p:cNvPr id="3" name="Slide Number Placeholder 2">
            <a:extLst>
              <a:ext uri="{FF2B5EF4-FFF2-40B4-BE49-F238E27FC236}">
                <a16:creationId xmlns:a16="http://schemas.microsoft.com/office/drawing/2014/main" id="{D40609D8-359A-1088-0047-7109E0F46B0C}"/>
              </a:ext>
            </a:extLst>
          </p:cNvPr>
          <p:cNvSpPr>
            <a:spLocks noGrp="1"/>
          </p:cNvSpPr>
          <p:nvPr>
            <p:ph type="sldNum" sz="quarter" idx="13"/>
          </p:nvPr>
        </p:nvSpPr>
        <p:spPr/>
        <p:txBody>
          <a:bodyPr/>
          <a:lstStyle/>
          <a:p>
            <a:fld id="{C3C3236D-FB65-584A-8227-5A449D06E62A}" type="slidenum">
              <a:rPr lang="en-US" smtClean="0"/>
              <a:pPr/>
              <a:t>4</a:t>
            </a:fld>
            <a:endParaRPr lang="en-US"/>
          </a:p>
        </p:txBody>
      </p:sp>
      <p:sp>
        <p:nvSpPr>
          <p:cNvPr id="5" name="Footer Placeholder 4">
            <a:extLst>
              <a:ext uri="{FF2B5EF4-FFF2-40B4-BE49-F238E27FC236}">
                <a16:creationId xmlns:a16="http://schemas.microsoft.com/office/drawing/2014/main" id="{DDA4DB86-71C3-D576-E577-5231519F2B8C}"/>
              </a:ext>
            </a:extLst>
          </p:cNvPr>
          <p:cNvSpPr>
            <a:spLocks noGrp="1"/>
          </p:cNvSpPr>
          <p:nvPr>
            <p:ph type="ftr" sz="quarter" idx="18"/>
          </p:nvPr>
        </p:nvSpPr>
        <p:spPr/>
        <p:txBody>
          <a:bodyPr/>
          <a:lstStyle/>
          <a:p>
            <a:r>
              <a:rPr lang="en-US"/>
              <a:t>#CCHConnections</a:t>
            </a:r>
            <a:endParaRPr lang="en-US" dirty="0"/>
          </a:p>
        </p:txBody>
      </p:sp>
      <p:graphicFrame>
        <p:nvGraphicFramePr>
          <p:cNvPr id="9" name="WK black-and-grey table">
            <a:extLst>
              <a:ext uri="{FF2B5EF4-FFF2-40B4-BE49-F238E27FC236}">
                <a16:creationId xmlns:a16="http://schemas.microsoft.com/office/drawing/2014/main" id="{FB47A95D-B145-6AEB-0DCD-E1AC7403947F}"/>
              </a:ext>
            </a:extLst>
          </p:cNvPr>
          <p:cNvGraphicFramePr>
            <a:graphicFrameLocks noGrp="1"/>
          </p:cNvGraphicFramePr>
          <p:nvPr>
            <p:ph sz="quarter" idx="19"/>
            <p:extLst>
              <p:ext uri="{D42A27DB-BD31-4B8C-83A1-F6EECF244321}">
                <p14:modId xmlns:p14="http://schemas.microsoft.com/office/powerpoint/2010/main" val="1058941344"/>
              </p:ext>
            </p:extLst>
          </p:nvPr>
        </p:nvGraphicFramePr>
        <p:xfrm>
          <a:off x="384048" y="1947672"/>
          <a:ext cx="7589520" cy="3995929"/>
        </p:xfrm>
        <a:graphic>
          <a:graphicData uri="http://schemas.openxmlformats.org/drawingml/2006/table">
            <a:tbl>
              <a:tblPr firstRow="1" bandRow="1">
                <a:tableStyleId>{5C22544A-7EE6-4342-B048-85BDC9FD1C3A}</a:tableStyleId>
              </a:tblPr>
              <a:tblGrid>
                <a:gridCol w="4160520">
                  <a:extLst>
                    <a:ext uri="{9D8B030D-6E8A-4147-A177-3AD203B41FA5}">
                      <a16:colId xmlns:a16="http://schemas.microsoft.com/office/drawing/2014/main" val="980638318"/>
                    </a:ext>
                  </a:extLst>
                </a:gridCol>
                <a:gridCol w="1188720">
                  <a:extLst>
                    <a:ext uri="{9D8B030D-6E8A-4147-A177-3AD203B41FA5}">
                      <a16:colId xmlns:a16="http://schemas.microsoft.com/office/drawing/2014/main" val="2296191485"/>
                    </a:ext>
                  </a:extLst>
                </a:gridCol>
                <a:gridCol w="2240280">
                  <a:extLst>
                    <a:ext uri="{9D8B030D-6E8A-4147-A177-3AD203B41FA5}">
                      <a16:colId xmlns:a16="http://schemas.microsoft.com/office/drawing/2014/main" val="2394849252"/>
                    </a:ext>
                  </a:extLst>
                </a:gridCol>
              </a:tblGrid>
              <a:tr h="570847">
                <a:tc>
                  <a:txBody>
                    <a:bodyPr/>
                    <a:lstStyle/>
                    <a:p>
                      <a:pPr algn="l">
                        <a:spcBef>
                          <a:spcPts val="0"/>
                        </a:spcBef>
                        <a:spcAft>
                          <a:spcPts val="700"/>
                        </a:spcAft>
                        <a:buFontTx/>
                        <a:buNone/>
                      </a:pPr>
                      <a:r>
                        <a:rPr lang="en-CA" sz="1800" b="1">
                          <a:solidFill>
                            <a:srgbClr val="FFFFFF"/>
                          </a:solidFill>
                          <a:latin typeface="Fira Sans" panose="020B0503050000020004" pitchFamily="34" charset="0"/>
                        </a:rPr>
                        <a:t>Section</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000000"/>
                    </a:solidFill>
                  </a:tcPr>
                </a:tc>
                <a:tc>
                  <a:txBody>
                    <a:bodyPr/>
                    <a:lstStyle/>
                    <a:p>
                      <a:pPr algn="l">
                        <a:spcBef>
                          <a:spcPts val="0"/>
                        </a:spcBef>
                        <a:spcAft>
                          <a:spcPts val="700"/>
                        </a:spcAft>
                        <a:buFontTx/>
                        <a:buNone/>
                      </a:pPr>
                      <a:r>
                        <a:rPr lang="en-CA" sz="1800" b="1">
                          <a:solidFill>
                            <a:srgbClr val="FFFFFF"/>
                          </a:solidFill>
                          <a:latin typeface="Fira Sans" panose="020B0503050000020004" pitchFamily="34" charset="0"/>
                        </a:rPr>
                        <a:t>Minutes</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000000"/>
                    </a:solidFill>
                  </a:tcPr>
                </a:tc>
                <a:tc>
                  <a:txBody>
                    <a:bodyPr/>
                    <a:lstStyle/>
                    <a:p>
                      <a:pPr algn="l">
                        <a:spcBef>
                          <a:spcPts val="0"/>
                        </a:spcBef>
                        <a:spcAft>
                          <a:spcPts val="700"/>
                        </a:spcAft>
                        <a:buFontTx/>
                        <a:buNone/>
                      </a:pPr>
                      <a:r>
                        <a:rPr lang="en-CA" sz="1800" b="1">
                          <a:solidFill>
                            <a:srgbClr val="FFFFFF"/>
                          </a:solidFill>
                          <a:latin typeface="Fira Sans" panose="020B0503050000020004" pitchFamily="34" charset="0"/>
                        </a:rPr>
                        <a:t>Lead</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000000"/>
                    </a:solidFill>
                  </a:tcPr>
                </a:tc>
                <a:extLst>
                  <a:ext uri="{0D108BD9-81ED-4DB2-BD59-A6C34878D82A}">
                    <a16:rowId xmlns:a16="http://schemas.microsoft.com/office/drawing/2014/main" val="22906774"/>
                  </a:ext>
                </a:extLst>
              </a:tr>
              <a:tr h="570847">
                <a:tc>
                  <a:txBody>
                    <a:bodyPr/>
                    <a:lstStyle/>
                    <a:p>
                      <a:pPr algn="l">
                        <a:spcBef>
                          <a:spcPts val="0"/>
                        </a:spcBef>
                        <a:spcAft>
                          <a:spcPts val="700"/>
                        </a:spcAft>
                        <a:buFontTx/>
                        <a:buNone/>
                      </a:pPr>
                      <a:r>
                        <a:rPr lang="en-CA" sz="1800" b="0">
                          <a:solidFill>
                            <a:srgbClr val="000000"/>
                          </a:solidFill>
                          <a:latin typeface="Fira Sans" panose="020B0503050000020004" pitchFamily="34" charset="0"/>
                        </a:rPr>
                        <a:t>Welcome and framing</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10</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Both</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extLst>
                  <a:ext uri="{0D108BD9-81ED-4DB2-BD59-A6C34878D82A}">
                    <a16:rowId xmlns:a16="http://schemas.microsoft.com/office/drawing/2014/main" val="3456031648"/>
                  </a:ext>
                </a:extLst>
              </a:tr>
              <a:tr h="570847">
                <a:tc>
                  <a:txBody>
                    <a:bodyPr/>
                    <a:lstStyle/>
                    <a:p>
                      <a:pPr algn="l">
                        <a:spcBef>
                          <a:spcPts val="0"/>
                        </a:spcBef>
                        <a:spcAft>
                          <a:spcPts val="700"/>
                        </a:spcAft>
                        <a:buFontTx/>
                        <a:buNone/>
                      </a:pPr>
                      <a:r>
                        <a:rPr lang="en-CA" sz="1800" b="0">
                          <a:solidFill>
                            <a:srgbClr val="000000"/>
                          </a:solidFill>
                          <a:latin typeface="Fira Sans" panose="020B0503050000020004" pitchFamily="34" charset="0"/>
                        </a:rPr>
                        <a:t>CCH Axcess API capabilities</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15</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Nathan</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extLst>
                  <a:ext uri="{0D108BD9-81ED-4DB2-BD59-A6C34878D82A}">
                    <a16:rowId xmlns:a16="http://schemas.microsoft.com/office/drawing/2014/main" val="3580294130"/>
                  </a:ext>
                </a:extLst>
              </a:tr>
              <a:tr h="570847">
                <a:tc>
                  <a:txBody>
                    <a:bodyPr/>
                    <a:lstStyle/>
                    <a:p>
                      <a:pPr algn="l">
                        <a:spcBef>
                          <a:spcPts val="0"/>
                        </a:spcBef>
                        <a:spcAft>
                          <a:spcPts val="700"/>
                        </a:spcAft>
                        <a:buFontTx/>
                        <a:buNone/>
                      </a:pPr>
                      <a:r>
                        <a:rPr lang="en-CA" sz="1800" b="0">
                          <a:solidFill>
                            <a:srgbClr val="000000"/>
                          </a:solidFill>
                          <a:latin typeface="Fira Sans" panose="020B0503050000020004" pitchFamily="34" charset="0"/>
                        </a:rPr>
                        <a:t>Application demonstration</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15</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Nathan with Sergey</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extLst>
                  <a:ext uri="{0D108BD9-81ED-4DB2-BD59-A6C34878D82A}">
                    <a16:rowId xmlns:a16="http://schemas.microsoft.com/office/drawing/2014/main" val="2492260534"/>
                  </a:ext>
                </a:extLst>
              </a:tr>
              <a:tr h="570847">
                <a:tc>
                  <a:txBody>
                    <a:bodyPr/>
                    <a:lstStyle/>
                    <a:p>
                      <a:pPr algn="l">
                        <a:spcBef>
                          <a:spcPts val="0"/>
                        </a:spcBef>
                        <a:spcAft>
                          <a:spcPts val="700"/>
                        </a:spcAft>
                        <a:buFontTx/>
                        <a:buNone/>
                      </a:pPr>
                      <a:r>
                        <a:rPr lang="en-US" sz="1800" b="0">
                          <a:solidFill>
                            <a:srgbClr val="000000"/>
                          </a:solidFill>
                          <a:latin typeface="Fira Sans" panose="020B0503050000020004" pitchFamily="34" charset="0"/>
                        </a:rPr>
                        <a:t>AI tools and Microsoft platforms</a:t>
                      </a:r>
                      <a:endParaRPr lang="en-CA" sz="18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35</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Sergey</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extLst>
                  <a:ext uri="{0D108BD9-81ED-4DB2-BD59-A6C34878D82A}">
                    <a16:rowId xmlns:a16="http://schemas.microsoft.com/office/drawing/2014/main" val="2647215210"/>
                  </a:ext>
                </a:extLst>
              </a:tr>
              <a:tr h="570847">
                <a:tc>
                  <a:txBody>
                    <a:bodyPr/>
                    <a:lstStyle/>
                    <a:p>
                      <a:pPr algn="l">
                        <a:spcBef>
                          <a:spcPts val="0"/>
                        </a:spcBef>
                        <a:spcAft>
                          <a:spcPts val="700"/>
                        </a:spcAft>
                        <a:buFontTx/>
                        <a:buNone/>
                      </a:pPr>
                      <a:r>
                        <a:rPr lang="en-CA" sz="1800" b="0">
                          <a:solidFill>
                            <a:srgbClr val="000000"/>
                          </a:solidFill>
                          <a:latin typeface="Fira Sans" panose="020B0503050000020004" pitchFamily="34" charset="0"/>
                        </a:rPr>
                        <a:t>Lab preview</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10</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Both</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extLst>
                  <a:ext uri="{0D108BD9-81ED-4DB2-BD59-A6C34878D82A}">
                    <a16:rowId xmlns:a16="http://schemas.microsoft.com/office/drawing/2014/main" val="1568052741"/>
                  </a:ext>
                </a:extLst>
              </a:tr>
              <a:tr h="570847">
                <a:tc>
                  <a:txBody>
                    <a:bodyPr/>
                    <a:lstStyle/>
                    <a:p>
                      <a:pPr algn="l">
                        <a:spcBef>
                          <a:spcPts val="0"/>
                        </a:spcBef>
                        <a:spcAft>
                          <a:spcPts val="700"/>
                        </a:spcAft>
                        <a:buFontTx/>
                        <a:buNone/>
                      </a:pPr>
                      <a:r>
                        <a:rPr lang="en-CA" sz="1800" b="0">
                          <a:solidFill>
                            <a:srgbClr val="000000"/>
                          </a:solidFill>
                          <a:latin typeface="Fira Sans" panose="020B0503050000020004" pitchFamily="34" charset="0"/>
                        </a:rPr>
                        <a:t>Questions</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15</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Both</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extLst>
                  <a:ext uri="{0D108BD9-81ED-4DB2-BD59-A6C34878D82A}">
                    <a16:rowId xmlns:a16="http://schemas.microsoft.com/office/drawing/2014/main" val="1152607958"/>
                  </a:ext>
                </a:extLst>
              </a:tr>
            </a:tbl>
          </a:graphicData>
        </a:graphic>
      </p:graphicFrame>
      <p:sp>
        <p:nvSpPr>
          <p:cNvPr id="8" name="Original agenda message">
            <a:extLst>
              <a:ext uri="{FF2B5EF4-FFF2-40B4-BE49-F238E27FC236}">
                <a16:creationId xmlns:a16="http://schemas.microsoft.com/office/drawing/2014/main" id="{F2054B0C-BA3F-AF48-B39D-0BAEF5229A89}"/>
              </a:ext>
            </a:extLst>
          </p:cNvPr>
          <p:cNvSpPr txBox="1"/>
          <p:nvPr/>
        </p:nvSpPr>
        <p:spPr>
          <a:xfrm>
            <a:off x="384048" y="1380744"/>
            <a:ext cx="7589520" cy="384048"/>
          </a:xfrm>
          <a:prstGeom prst="rect">
            <a:avLst/>
          </a:prstGeom>
          <a:noFill/>
        </p:spPr>
        <p:txBody>
          <a:bodyPr vert="horz" lIns="0" tIns="0" rIns="0" bIns="0" rtlCol="0" anchor="t">
            <a:noAutofit/>
          </a:bodyPr>
          <a:lstStyle/>
          <a:p>
            <a:pPr>
              <a:spcAft>
                <a:spcPts val="700"/>
              </a:spcAft>
            </a:pPr>
            <a:r>
              <a:rPr lang="en-US" sz="1900">
                <a:solidFill>
                  <a:srgbClr val="000000"/>
                </a:solidFill>
                <a:latin typeface="Fira Sans" panose="020B0503050000020004" pitchFamily="34" charset="0"/>
              </a:rPr>
              <a:t>We will move from API capabilities to a lab starting point</a:t>
            </a:r>
            <a:endParaRPr lang="en-CA" sz="19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1087991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ABAE9B-1AFF-2031-1494-AB304D5B0DBF}"/>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Start with a workflow your firm already understands</a:t>
            </a:r>
            <a:endParaRPr lang="en-CA" sz="3200">
              <a:solidFill>
                <a:srgbClr val="000000"/>
              </a:solidFill>
              <a:latin typeface="Fira Sans Light" panose="020B0403050000020004" pitchFamily="34" charset="0"/>
            </a:endParaRPr>
          </a:p>
        </p:txBody>
      </p:sp>
      <p:sp>
        <p:nvSpPr>
          <p:cNvPr id="5" name="Slide Number Placeholder 4">
            <a:extLst>
              <a:ext uri="{FF2B5EF4-FFF2-40B4-BE49-F238E27FC236}">
                <a16:creationId xmlns:a16="http://schemas.microsoft.com/office/drawing/2014/main" id="{84DEA212-ECA0-D8A1-65C6-E55C5B9603E4}"/>
              </a:ext>
            </a:extLst>
          </p:cNvPr>
          <p:cNvSpPr>
            <a:spLocks noGrp="1"/>
          </p:cNvSpPr>
          <p:nvPr>
            <p:ph type="sldNum" sz="quarter" idx="13"/>
          </p:nvPr>
        </p:nvSpPr>
        <p:spPr/>
        <p:txBody>
          <a:bodyPr/>
          <a:lstStyle/>
          <a:p>
            <a:fld id="{C3C3236D-FB65-584A-8227-5A449D06E62A}" type="slidenum">
              <a:rPr lang="en-US" smtClean="0"/>
              <a:pPr/>
              <a:t>5</a:t>
            </a:fld>
            <a:endParaRPr lang="en-US"/>
          </a:p>
        </p:txBody>
      </p:sp>
      <p:sp>
        <p:nvSpPr>
          <p:cNvPr id="6" name="Footer Placeholder 5">
            <a:extLst>
              <a:ext uri="{FF2B5EF4-FFF2-40B4-BE49-F238E27FC236}">
                <a16:creationId xmlns:a16="http://schemas.microsoft.com/office/drawing/2014/main" id="{80B2F884-9869-52B8-BED0-C62BABD0D3F3}"/>
              </a:ext>
            </a:extLst>
          </p:cNvPr>
          <p:cNvSpPr>
            <a:spLocks noGrp="1"/>
          </p:cNvSpPr>
          <p:nvPr>
            <p:ph type="ftr" sz="quarter" idx="18"/>
          </p:nvPr>
        </p:nvSpPr>
        <p:spPr/>
        <p:txBody>
          <a:bodyPr/>
          <a:lstStyle/>
          <a:p>
            <a:r>
              <a:rPr lang="en-US"/>
              <a:t>#CCHConnections</a:t>
            </a:r>
            <a:endParaRPr lang="en-US" dirty="0"/>
          </a:p>
        </p:txBody>
      </p:sp>
      <p:sp>
        <p:nvSpPr>
          <p:cNvPr id="7" name="Rectangle 6">
            <a:extLst>
              <a:ext uri="{FF2B5EF4-FFF2-40B4-BE49-F238E27FC236}">
                <a16:creationId xmlns:a16="http://schemas.microsoft.com/office/drawing/2014/main" id="{06C5865F-670B-EDFA-A119-65A5F6454F72}"/>
              </a:ext>
            </a:extLst>
          </p:cNvPr>
          <p:cNvSpPr/>
          <p:nvPr/>
        </p:nvSpPr>
        <p:spPr>
          <a:xfrm>
            <a:off x="273406" y="1543507"/>
            <a:ext cx="5624474" cy="220096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8" name="Card text">
            <a:extLst>
              <a:ext uri="{FF2B5EF4-FFF2-40B4-BE49-F238E27FC236}">
                <a16:creationId xmlns:a16="http://schemas.microsoft.com/office/drawing/2014/main" id="{9823DF8A-1A83-98F2-7D4E-ED117A157607}"/>
              </a:ext>
            </a:extLst>
          </p:cNvPr>
          <p:cNvSpPr txBox="1"/>
          <p:nvPr/>
        </p:nvSpPr>
        <p:spPr>
          <a:xfrm>
            <a:off x="419710" y="1689811"/>
            <a:ext cx="5331866" cy="1908353"/>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Choose repetitive work that moves information between systems.</a:t>
            </a:r>
            <a:endParaRPr lang="en-CA">
              <a:solidFill>
                <a:srgbClr val="000000"/>
              </a:solidFill>
              <a:latin typeface="Fira Sans" panose="020B0503050000020004" pitchFamily="34" charset="0"/>
            </a:endParaRPr>
          </a:p>
        </p:txBody>
      </p:sp>
      <p:sp>
        <p:nvSpPr>
          <p:cNvPr id="9" name="Rectangle 8">
            <a:extLst>
              <a:ext uri="{FF2B5EF4-FFF2-40B4-BE49-F238E27FC236}">
                <a16:creationId xmlns:a16="http://schemas.microsoft.com/office/drawing/2014/main" id="{887687A5-8524-BE80-6407-48BD473E74C7}"/>
              </a:ext>
            </a:extLst>
          </p:cNvPr>
          <p:cNvSpPr/>
          <p:nvPr/>
        </p:nvSpPr>
        <p:spPr>
          <a:xfrm>
            <a:off x="273406" y="4000500"/>
            <a:ext cx="5624474" cy="220096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0" name="Card text">
            <a:extLst>
              <a:ext uri="{FF2B5EF4-FFF2-40B4-BE49-F238E27FC236}">
                <a16:creationId xmlns:a16="http://schemas.microsoft.com/office/drawing/2014/main" id="{ADC61493-E039-BA6E-E23B-DB9D71E77370}"/>
              </a:ext>
            </a:extLst>
          </p:cNvPr>
          <p:cNvSpPr txBox="1"/>
          <p:nvPr/>
        </p:nvSpPr>
        <p:spPr>
          <a:xfrm>
            <a:off x="419710" y="4146804"/>
            <a:ext cx="5331866" cy="1908353"/>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Use AI coding tools to help build the application.</a:t>
            </a:r>
            <a:endParaRPr lang="en-CA">
              <a:solidFill>
                <a:srgbClr val="000000"/>
              </a:solidFill>
              <a:latin typeface="Fira Sans" panose="020B0503050000020004" pitchFamily="34" charset="0"/>
            </a:endParaRPr>
          </a:p>
        </p:txBody>
      </p:sp>
      <p:sp>
        <p:nvSpPr>
          <p:cNvPr id="11" name="Rectangle 10">
            <a:extLst>
              <a:ext uri="{FF2B5EF4-FFF2-40B4-BE49-F238E27FC236}">
                <a16:creationId xmlns:a16="http://schemas.microsoft.com/office/drawing/2014/main" id="{D6D566A6-3C86-6AD0-13A9-401FA5D3A4A0}"/>
              </a:ext>
            </a:extLst>
          </p:cNvPr>
          <p:cNvSpPr/>
          <p:nvPr/>
        </p:nvSpPr>
        <p:spPr>
          <a:xfrm>
            <a:off x="6292901" y="1543507"/>
            <a:ext cx="5493714" cy="220096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2" name="Card text">
            <a:extLst>
              <a:ext uri="{FF2B5EF4-FFF2-40B4-BE49-F238E27FC236}">
                <a16:creationId xmlns:a16="http://schemas.microsoft.com/office/drawing/2014/main" id="{35B2249C-468B-68A0-BC5B-D206A9F924CA}"/>
              </a:ext>
            </a:extLst>
          </p:cNvPr>
          <p:cNvSpPr txBox="1"/>
          <p:nvPr/>
        </p:nvSpPr>
        <p:spPr>
          <a:xfrm>
            <a:off x="6439205" y="1689811"/>
            <a:ext cx="5201107" cy="1908353"/>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Use the APIs to reach the data and actions behind that work.</a:t>
            </a:r>
            <a:endParaRPr lang="en-CA">
              <a:solidFill>
                <a:srgbClr val="000000"/>
              </a:solidFill>
              <a:latin typeface="Fira Sans" panose="020B0503050000020004" pitchFamily="34" charset="0"/>
            </a:endParaRPr>
          </a:p>
        </p:txBody>
      </p:sp>
      <p:sp>
        <p:nvSpPr>
          <p:cNvPr id="13" name="Rectangle 12">
            <a:extLst>
              <a:ext uri="{FF2B5EF4-FFF2-40B4-BE49-F238E27FC236}">
                <a16:creationId xmlns:a16="http://schemas.microsoft.com/office/drawing/2014/main" id="{9C0F8C02-294B-D9F2-6D86-9CEFFA858EDB}"/>
              </a:ext>
            </a:extLst>
          </p:cNvPr>
          <p:cNvSpPr/>
          <p:nvPr/>
        </p:nvSpPr>
        <p:spPr>
          <a:xfrm>
            <a:off x="6292901" y="4000500"/>
            <a:ext cx="5493714" cy="220096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4" name="Card text">
            <a:extLst>
              <a:ext uri="{FF2B5EF4-FFF2-40B4-BE49-F238E27FC236}">
                <a16:creationId xmlns:a16="http://schemas.microsoft.com/office/drawing/2014/main" id="{B1750428-56EC-4655-AB71-B359A64AD44F}"/>
              </a:ext>
            </a:extLst>
          </p:cNvPr>
          <p:cNvSpPr txBox="1"/>
          <p:nvPr/>
        </p:nvSpPr>
        <p:spPr>
          <a:xfrm>
            <a:off x="6439205" y="4146804"/>
            <a:ext cx="5201107" cy="1908353"/>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Keep testing, review and approval with the firm.</a:t>
            </a:r>
            <a:endParaRPr lang="en-CA">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3510840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08E5AB-6447-E28A-A67D-182BC3D90FA4}"/>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Repeated hand-offs are a useful place to start</a:t>
            </a:r>
            <a:endParaRPr lang="en-CA" sz="3200">
              <a:solidFill>
                <a:srgbClr val="000000"/>
              </a:solidFill>
              <a:latin typeface="Fira Sans Light" panose="020B0403050000020004" pitchFamily="34" charset="0"/>
            </a:endParaRPr>
          </a:p>
        </p:txBody>
      </p:sp>
      <p:sp>
        <p:nvSpPr>
          <p:cNvPr id="5" name="Slide Number Placeholder 4">
            <a:extLst>
              <a:ext uri="{FF2B5EF4-FFF2-40B4-BE49-F238E27FC236}">
                <a16:creationId xmlns:a16="http://schemas.microsoft.com/office/drawing/2014/main" id="{A83E6697-E67D-488B-C60E-A9413E064323}"/>
              </a:ext>
            </a:extLst>
          </p:cNvPr>
          <p:cNvSpPr>
            <a:spLocks noGrp="1"/>
          </p:cNvSpPr>
          <p:nvPr>
            <p:ph type="sldNum" sz="quarter" idx="13"/>
          </p:nvPr>
        </p:nvSpPr>
        <p:spPr/>
        <p:txBody>
          <a:bodyPr/>
          <a:lstStyle/>
          <a:p>
            <a:fld id="{C3C3236D-FB65-584A-8227-5A449D06E62A}" type="slidenum">
              <a:rPr lang="en-US" smtClean="0"/>
              <a:pPr/>
              <a:t>6</a:t>
            </a:fld>
            <a:endParaRPr lang="en-US"/>
          </a:p>
        </p:txBody>
      </p:sp>
      <p:sp>
        <p:nvSpPr>
          <p:cNvPr id="6" name="Footer Placeholder 5">
            <a:extLst>
              <a:ext uri="{FF2B5EF4-FFF2-40B4-BE49-F238E27FC236}">
                <a16:creationId xmlns:a16="http://schemas.microsoft.com/office/drawing/2014/main" id="{367FEFAF-9738-30C8-B849-CB5EB3751330}"/>
              </a:ext>
            </a:extLst>
          </p:cNvPr>
          <p:cNvSpPr>
            <a:spLocks noGrp="1"/>
          </p:cNvSpPr>
          <p:nvPr>
            <p:ph type="ftr" sz="quarter" idx="18"/>
          </p:nvPr>
        </p:nvSpPr>
        <p:spPr/>
        <p:txBody>
          <a:bodyPr/>
          <a:lstStyle/>
          <a:p>
            <a:r>
              <a:rPr lang="en-US"/>
              <a:t>#CCHConnections</a:t>
            </a:r>
            <a:endParaRPr lang="en-US" dirty="0"/>
          </a:p>
        </p:txBody>
      </p:sp>
      <p:sp>
        <p:nvSpPr>
          <p:cNvPr id="7" name="Card heading">
            <a:extLst>
              <a:ext uri="{FF2B5EF4-FFF2-40B4-BE49-F238E27FC236}">
                <a16:creationId xmlns:a16="http://schemas.microsoft.com/office/drawing/2014/main" id="{F9B02DAF-6EFF-6810-3D8D-F80107896226}"/>
              </a:ext>
            </a:extLst>
          </p:cNvPr>
          <p:cNvSpPr txBox="1"/>
          <p:nvPr/>
        </p:nvSpPr>
        <p:spPr>
          <a:xfrm>
            <a:off x="328270" y="1772106"/>
            <a:ext cx="5514746"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Today</a:t>
            </a:r>
          </a:p>
        </p:txBody>
      </p:sp>
      <p:sp>
        <p:nvSpPr>
          <p:cNvPr id="8" name="Card body">
            <a:extLst>
              <a:ext uri="{FF2B5EF4-FFF2-40B4-BE49-F238E27FC236}">
                <a16:creationId xmlns:a16="http://schemas.microsoft.com/office/drawing/2014/main" id="{DA3114A5-6819-E764-83C8-1832C1A0DC58}"/>
              </a:ext>
            </a:extLst>
          </p:cNvPr>
          <p:cNvSpPr txBox="1"/>
          <p:nvPr/>
        </p:nvSpPr>
        <p:spPr>
          <a:xfrm>
            <a:off x="328270" y="2406091"/>
            <a:ext cx="5514746" cy="3511905"/>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A person moves information between CCH Axcess Tax and spreadsheets, CRMs or other tools.</a:t>
            </a:r>
            <a:endParaRPr lang="en-CA">
              <a:solidFill>
                <a:srgbClr val="000000"/>
              </a:solidFill>
              <a:latin typeface="Fira Sans" panose="020B0503050000020004" pitchFamily="34" charset="0"/>
            </a:endParaRPr>
          </a:p>
        </p:txBody>
      </p:sp>
      <p:sp>
        <p:nvSpPr>
          <p:cNvPr id="9" name="Card heading">
            <a:extLst>
              <a:ext uri="{FF2B5EF4-FFF2-40B4-BE49-F238E27FC236}">
                <a16:creationId xmlns:a16="http://schemas.microsoft.com/office/drawing/2014/main" id="{195BC399-14F5-B608-E04E-D204789F65ED}"/>
              </a:ext>
            </a:extLst>
          </p:cNvPr>
          <p:cNvSpPr txBox="1"/>
          <p:nvPr/>
        </p:nvSpPr>
        <p:spPr>
          <a:xfrm>
            <a:off x="6347765" y="1772106"/>
            <a:ext cx="5383987"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A candidate workflow</a:t>
            </a:r>
          </a:p>
        </p:txBody>
      </p:sp>
      <p:sp>
        <p:nvSpPr>
          <p:cNvPr id="10" name="Card body">
            <a:extLst>
              <a:ext uri="{FF2B5EF4-FFF2-40B4-BE49-F238E27FC236}">
                <a16:creationId xmlns:a16="http://schemas.microsoft.com/office/drawing/2014/main" id="{7ED2EADF-2742-6925-459B-DEDCD2963BC4}"/>
              </a:ext>
            </a:extLst>
          </p:cNvPr>
          <p:cNvSpPr txBox="1"/>
          <p:nvPr/>
        </p:nvSpPr>
        <p:spPr>
          <a:xfrm>
            <a:off x="6347765" y="2406091"/>
            <a:ext cx="5383987" cy="3511905"/>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Software gathers the relevant information and presents the result for review.</a:t>
            </a:r>
            <a:endParaRPr lang="en-CA">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556479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7CC7DE-DDE0-AA12-4E0E-A6C703627EE7}"/>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Bring one task you would like to improve</a:t>
            </a:r>
            <a:endParaRPr lang="en-CA" sz="3200">
              <a:solidFill>
                <a:srgbClr val="000000"/>
              </a:solidFill>
              <a:latin typeface="Fira Sans Light" panose="020B0403050000020004" pitchFamily="34" charset="0"/>
            </a:endParaRPr>
          </a:p>
        </p:txBody>
      </p:sp>
      <p:sp>
        <p:nvSpPr>
          <p:cNvPr id="4" name="Slide Number Placeholder 3">
            <a:extLst>
              <a:ext uri="{FF2B5EF4-FFF2-40B4-BE49-F238E27FC236}">
                <a16:creationId xmlns:a16="http://schemas.microsoft.com/office/drawing/2014/main" id="{105E0DD7-2F90-2F66-D2D5-0A55B1D20288}"/>
              </a:ext>
            </a:extLst>
          </p:cNvPr>
          <p:cNvSpPr>
            <a:spLocks noGrp="1"/>
          </p:cNvSpPr>
          <p:nvPr>
            <p:ph type="sldNum" sz="quarter" idx="13"/>
          </p:nvPr>
        </p:nvSpPr>
        <p:spPr/>
        <p:txBody>
          <a:bodyPr/>
          <a:lstStyle/>
          <a:p>
            <a:fld id="{C3C3236D-FB65-584A-8227-5A449D06E62A}" type="slidenum">
              <a:rPr lang="en-US" smtClean="0"/>
              <a:pPr/>
              <a:t>7</a:t>
            </a:fld>
            <a:endParaRPr lang="en-US"/>
          </a:p>
        </p:txBody>
      </p:sp>
      <p:sp>
        <p:nvSpPr>
          <p:cNvPr id="5" name="Footer Placeholder 4">
            <a:extLst>
              <a:ext uri="{FF2B5EF4-FFF2-40B4-BE49-F238E27FC236}">
                <a16:creationId xmlns:a16="http://schemas.microsoft.com/office/drawing/2014/main" id="{E96933F9-C851-6FA4-A954-3E371D10091F}"/>
              </a:ext>
            </a:extLst>
          </p:cNvPr>
          <p:cNvSpPr>
            <a:spLocks noGrp="1"/>
          </p:cNvSpPr>
          <p:nvPr>
            <p:ph type="ftr" sz="quarter" idx="18"/>
          </p:nvPr>
        </p:nvSpPr>
        <p:spPr/>
        <p:txBody>
          <a:bodyPr/>
          <a:lstStyle/>
          <a:p>
            <a:r>
              <a:rPr lang="en-US"/>
              <a:t>#CCHConnections</a:t>
            </a:r>
            <a:endParaRPr lang="en-US" dirty="0"/>
          </a:p>
        </p:txBody>
      </p:sp>
      <p:sp>
        <p:nvSpPr>
          <p:cNvPr id="6" name="Audience check-in">
            <a:extLst>
              <a:ext uri="{FF2B5EF4-FFF2-40B4-BE49-F238E27FC236}">
                <a16:creationId xmlns:a16="http://schemas.microsoft.com/office/drawing/2014/main" id="{049EC539-BE95-81B1-CCDB-9EF95E433A7E}"/>
              </a:ext>
            </a:extLst>
          </p:cNvPr>
          <p:cNvSpPr txBox="1"/>
          <p:nvPr/>
        </p:nvSpPr>
        <p:spPr>
          <a:xfrm>
            <a:off x="4453128" y="868679"/>
            <a:ext cx="7086600" cy="731520"/>
          </a:xfrm>
          <a:prstGeom prst="rect">
            <a:avLst/>
          </a:prstGeom>
          <a:noFill/>
        </p:spPr>
        <p:txBody>
          <a:bodyPr vert="horz" lIns="0" tIns="0" rIns="0" bIns="0" rtlCol="0" anchor="t">
            <a:noAutofit/>
          </a:bodyPr>
          <a:lstStyle/>
          <a:p>
            <a:pPr>
              <a:spcAft>
                <a:spcPts val="700"/>
              </a:spcAft>
            </a:pPr>
            <a:r>
              <a:rPr lang="en-US" sz="2700" b="1">
                <a:solidFill>
                  <a:srgbClr val="000000"/>
                </a:solidFill>
                <a:latin typeface="Fira Sans" panose="020B0503050000020004" pitchFamily="34" charset="0"/>
              </a:rPr>
              <a:t>A quick show of hands</a:t>
            </a:r>
            <a:endParaRPr lang="en-CA" sz="2700" b="1">
              <a:solidFill>
                <a:srgbClr val="000000"/>
              </a:solidFill>
              <a:latin typeface="Fira Sans" panose="020B0503050000020004" pitchFamily="34" charset="0"/>
            </a:endParaRPr>
          </a:p>
        </p:txBody>
      </p:sp>
      <p:sp>
        <p:nvSpPr>
          <p:cNvPr id="7" name="List content">
            <a:extLst>
              <a:ext uri="{FF2B5EF4-FFF2-40B4-BE49-F238E27FC236}">
                <a16:creationId xmlns:a16="http://schemas.microsoft.com/office/drawing/2014/main" id="{A4BD235C-5DD5-B870-F21F-488C80F65F5E}"/>
              </a:ext>
            </a:extLst>
          </p:cNvPr>
          <p:cNvSpPr txBox="1"/>
          <p:nvPr/>
        </p:nvSpPr>
        <p:spPr>
          <a:xfrm>
            <a:off x="4453128" y="1874520"/>
            <a:ext cx="7086600" cy="3749040"/>
          </a:xfrm>
          <a:prstGeom prst="rect">
            <a:avLst/>
          </a:prstGeom>
          <a:noFill/>
        </p:spPr>
        <p:txBody>
          <a:bodyPr vert="horz" lIns="0" tIns="0" rIns="0" bIns="0" rtlCol="0" anchor="t">
            <a:noAutofit/>
          </a:bodyPr>
          <a:lstStyle/>
          <a:p>
            <a:pPr>
              <a:spcAft>
                <a:spcPts val="1500"/>
              </a:spcAft>
            </a:pPr>
            <a:r>
              <a:rPr lang="en-US" sz="2500">
                <a:solidFill>
                  <a:srgbClr val="000000"/>
                </a:solidFill>
                <a:latin typeface="Fira Sans" panose="020B0503050000020004" pitchFamily="34" charset="0"/>
              </a:rPr>
              <a:t>Have you used the CCH Axcess APIs?</a:t>
            </a:r>
          </a:p>
          <a:p>
            <a:pPr>
              <a:spcAft>
                <a:spcPts val="1500"/>
              </a:spcAft>
            </a:pPr>
            <a:r>
              <a:rPr lang="en-US" sz="2500">
                <a:solidFill>
                  <a:srgbClr val="000000"/>
                </a:solidFill>
                <a:latin typeface="Fira Sans" panose="020B0503050000020004" pitchFamily="34" charset="0"/>
              </a:rPr>
              <a:t>Have you used an AI coding tool?</a:t>
            </a:r>
          </a:p>
          <a:p>
            <a:pPr>
              <a:spcAft>
                <a:spcPts val="1500"/>
              </a:spcAft>
            </a:pPr>
            <a:r>
              <a:rPr lang="en-US" sz="2500">
                <a:solidFill>
                  <a:srgbClr val="000000"/>
                </a:solidFill>
                <a:latin typeface="Fira Sans" panose="020B0503050000020004" pitchFamily="34" charset="0"/>
              </a:rPr>
              <a:t>Which recurring hand-off would you like to change?</a:t>
            </a:r>
            <a:endParaRPr lang="en-CA" sz="25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4268572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C583B-D479-5787-26F3-7549FAF230AB}"/>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An API lets software request information or an action</a:t>
            </a:r>
            <a:endParaRPr lang="en-CA" sz="3200">
              <a:solidFill>
                <a:srgbClr val="000000"/>
              </a:solidFill>
              <a:latin typeface="Fira Sans Light" panose="020B0403050000020004" pitchFamily="34" charset="0"/>
            </a:endParaRPr>
          </a:p>
        </p:txBody>
      </p:sp>
      <p:sp>
        <p:nvSpPr>
          <p:cNvPr id="4" name="Slide Number Placeholder 3">
            <a:extLst>
              <a:ext uri="{FF2B5EF4-FFF2-40B4-BE49-F238E27FC236}">
                <a16:creationId xmlns:a16="http://schemas.microsoft.com/office/drawing/2014/main" id="{1201D8F3-8C02-E3AC-1679-8C40DF66B522}"/>
              </a:ext>
            </a:extLst>
          </p:cNvPr>
          <p:cNvSpPr>
            <a:spLocks noGrp="1"/>
          </p:cNvSpPr>
          <p:nvPr>
            <p:ph type="sldNum" sz="quarter" idx="13"/>
          </p:nvPr>
        </p:nvSpPr>
        <p:spPr/>
        <p:txBody>
          <a:bodyPr/>
          <a:lstStyle/>
          <a:p>
            <a:fld id="{C3C3236D-FB65-584A-8227-5A449D06E62A}" type="slidenum">
              <a:rPr lang="en-US" smtClean="0"/>
              <a:pPr/>
              <a:t>8</a:t>
            </a:fld>
            <a:endParaRPr lang="en-US"/>
          </a:p>
        </p:txBody>
      </p:sp>
      <p:sp>
        <p:nvSpPr>
          <p:cNvPr id="5" name="Footer Placeholder 4">
            <a:extLst>
              <a:ext uri="{FF2B5EF4-FFF2-40B4-BE49-F238E27FC236}">
                <a16:creationId xmlns:a16="http://schemas.microsoft.com/office/drawing/2014/main" id="{BAD7AE99-41B9-8E96-26C5-73FB9FE507D1}"/>
              </a:ext>
            </a:extLst>
          </p:cNvPr>
          <p:cNvSpPr>
            <a:spLocks noGrp="1"/>
          </p:cNvSpPr>
          <p:nvPr>
            <p:ph type="ftr" sz="quarter" idx="18"/>
          </p:nvPr>
        </p:nvSpPr>
        <p:spPr/>
        <p:txBody>
          <a:bodyPr/>
          <a:lstStyle/>
          <a:p>
            <a:r>
              <a:rPr lang="en-US"/>
              <a:t>#CCHConnections</a:t>
            </a:r>
            <a:endParaRPr lang="en-US" dirty="0"/>
          </a:p>
        </p:txBody>
      </p:sp>
      <p:sp>
        <p:nvSpPr>
          <p:cNvPr id="6" name="Rectangle 5">
            <a:extLst>
              <a:ext uri="{FF2B5EF4-FFF2-40B4-BE49-F238E27FC236}">
                <a16:creationId xmlns:a16="http://schemas.microsoft.com/office/drawing/2014/main" id="{26F2D087-9A2F-1E32-13D0-3A6A383C4615}"/>
              </a:ext>
            </a:extLst>
          </p:cNvPr>
          <p:cNvSpPr/>
          <p:nvPr/>
        </p:nvSpPr>
        <p:spPr>
          <a:xfrm>
            <a:off x="346558" y="2606040"/>
            <a:ext cx="2649702"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7" name="Flow step">
            <a:extLst>
              <a:ext uri="{FF2B5EF4-FFF2-40B4-BE49-F238E27FC236}">
                <a16:creationId xmlns:a16="http://schemas.microsoft.com/office/drawing/2014/main" id="{32E60CB5-2043-5081-41DD-9E00F1D01351}"/>
              </a:ext>
            </a:extLst>
          </p:cNvPr>
          <p:cNvSpPr txBox="1"/>
          <p:nvPr/>
        </p:nvSpPr>
        <p:spPr>
          <a:xfrm>
            <a:off x="465430" y="2770631"/>
            <a:ext cx="2411959"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Sign in</a:t>
            </a:r>
          </a:p>
        </p:txBody>
      </p:sp>
      <p:sp>
        <p:nvSpPr>
          <p:cNvPr id="8" name="Flow explanation">
            <a:extLst>
              <a:ext uri="{FF2B5EF4-FFF2-40B4-BE49-F238E27FC236}">
                <a16:creationId xmlns:a16="http://schemas.microsoft.com/office/drawing/2014/main" id="{51246942-09E0-197F-9494-19D309029BFE}"/>
              </a:ext>
            </a:extLst>
          </p:cNvPr>
          <p:cNvSpPr txBox="1"/>
          <p:nvPr/>
        </p:nvSpPr>
        <p:spPr>
          <a:xfrm>
            <a:off x="465430" y="3502151"/>
            <a:ext cx="2411959" cy="1298448"/>
          </a:xfrm>
          <a:prstGeom prst="rect">
            <a:avLst/>
          </a:prstGeom>
          <a:noFill/>
        </p:spPr>
        <p:txBody>
          <a:bodyPr vert="horz" lIns="0" tIns="0" rIns="0" bIns="0" rtlCol="0" anchor="t">
            <a:noAutofit/>
          </a:bodyPr>
          <a:lstStyle/>
          <a:p>
            <a:pPr>
              <a:spcAft>
                <a:spcPts val="700"/>
              </a:spcAft>
            </a:pPr>
            <a:r>
              <a:rPr lang="en-CA" sz="1900">
                <a:solidFill>
                  <a:srgbClr val="000000"/>
                </a:solidFill>
                <a:latin typeface="Fira Sans" panose="020B0503050000020004" pitchFamily="34" charset="0"/>
              </a:rPr>
              <a:t>Establish authorized access.</a:t>
            </a:r>
          </a:p>
        </p:txBody>
      </p:sp>
      <p:cxnSp>
        <p:nvCxnSpPr>
          <p:cNvPr id="9" name="Straight Connector 8">
            <a:extLst>
              <a:ext uri="{FF2B5EF4-FFF2-40B4-BE49-F238E27FC236}">
                <a16:creationId xmlns:a16="http://schemas.microsoft.com/office/drawing/2014/main" id="{16CA0B48-D12C-B8FC-91BE-5041B38BAE65}"/>
              </a:ext>
            </a:extLst>
          </p:cNvPr>
          <p:cNvCxnSpPr/>
          <p:nvPr/>
        </p:nvCxnSpPr>
        <p:spPr>
          <a:xfrm>
            <a:off x="3023692" y="3771900"/>
            <a:ext cx="201168"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787BE95-5454-8C3E-2BAF-07CF46ABF5D0}"/>
              </a:ext>
            </a:extLst>
          </p:cNvPr>
          <p:cNvSpPr/>
          <p:nvPr/>
        </p:nvSpPr>
        <p:spPr>
          <a:xfrm>
            <a:off x="3252292" y="2606040"/>
            <a:ext cx="2649703"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1" name="Flow step">
            <a:extLst>
              <a:ext uri="{FF2B5EF4-FFF2-40B4-BE49-F238E27FC236}">
                <a16:creationId xmlns:a16="http://schemas.microsoft.com/office/drawing/2014/main" id="{7EF91F7D-0245-F4D6-4F7F-7FAF90950196}"/>
              </a:ext>
            </a:extLst>
          </p:cNvPr>
          <p:cNvSpPr txBox="1"/>
          <p:nvPr/>
        </p:nvSpPr>
        <p:spPr>
          <a:xfrm>
            <a:off x="3371164" y="2770631"/>
            <a:ext cx="2411959"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Ask</a:t>
            </a:r>
          </a:p>
        </p:txBody>
      </p:sp>
      <p:sp>
        <p:nvSpPr>
          <p:cNvPr id="12" name="Flow explanation">
            <a:extLst>
              <a:ext uri="{FF2B5EF4-FFF2-40B4-BE49-F238E27FC236}">
                <a16:creationId xmlns:a16="http://schemas.microsoft.com/office/drawing/2014/main" id="{EA2DB166-6988-6E18-FCC5-0CCDDE27FFC2}"/>
              </a:ext>
            </a:extLst>
          </p:cNvPr>
          <p:cNvSpPr txBox="1"/>
          <p:nvPr/>
        </p:nvSpPr>
        <p:spPr>
          <a:xfrm>
            <a:off x="3371164" y="3502151"/>
            <a:ext cx="2411959" cy="1298448"/>
          </a:xfrm>
          <a:prstGeom prst="rect">
            <a:avLst/>
          </a:prstGeom>
          <a:noFill/>
        </p:spPr>
        <p:txBody>
          <a:bodyPr vert="horz" lIns="0" tIns="0" rIns="0" bIns="0" rtlCol="0" anchor="t">
            <a:noAutofit/>
          </a:bodyPr>
          <a:lstStyle/>
          <a:p>
            <a:pPr>
              <a:spcAft>
                <a:spcPts val="700"/>
              </a:spcAft>
            </a:pPr>
            <a:r>
              <a:rPr lang="en-CA" sz="1900">
                <a:solidFill>
                  <a:srgbClr val="000000"/>
                </a:solidFill>
                <a:latin typeface="Fira Sans" panose="020B0503050000020004" pitchFamily="34" charset="0"/>
              </a:rPr>
              <a:t>Request information or an action.</a:t>
            </a:r>
          </a:p>
        </p:txBody>
      </p:sp>
      <p:cxnSp>
        <p:nvCxnSpPr>
          <p:cNvPr id="13" name="Straight Connector 12">
            <a:extLst>
              <a:ext uri="{FF2B5EF4-FFF2-40B4-BE49-F238E27FC236}">
                <a16:creationId xmlns:a16="http://schemas.microsoft.com/office/drawing/2014/main" id="{DA709DA6-8A6A-A942-C9D4-8264B5983309}"/>
              </a:ext>
            </a:extLst>
          </p:cNvPr>
          <p:cNvCxnSpPr/>
          <p:nvPr/>
        </p:nvCxnSpPr>
        <p:spPr>
          <a:xfrm>
            <a:off x="5929427" y="3771900"/>
            <a:ext cx="201168"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AB62EEFE-A1E2-C1FF-5E09-3EBD43E240E4}"/>
              </a:ext>
            </a:extLst>
          </p:cNvPr>
          <p:cNvSpPr/>
          <p:nvPr/>
        </p:nvSpPr>
        <p:spPr>
          <a:xfrm>
            <a:off x="6158027" y="2606040"/>
            <a:ext cx="2649702"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5" name="Flow step">
            <a:extLst>
              <a:ext uri="{FF2B5EF4-FFF2-40B4-BE49-F238E27FC236}">
                <a16:creationId xmlns:a16="http://schemas.microsoft.com/office/drawing/2014/main" id="{0C9D72AC-DA0A-F0C6-DAAA-0AA54D1E61E1}"/>
              </a:ext>
            </a:extLst>
          </p:cNvPr>
          <p:cNvSpPr txBox="1"/>
          <p:nvPr/>
        </p:nvSpPr>
        <p:spPr>
          <a:xfrm>
            <a:off x="6276899" y="2770631"/>
            <a:ext cx="2411959"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Receive</a:t>
            </a:r>
          </a:p>
        </p:txBody>
      </p:sp>
      <p:sp>
        <p:nvSpPr>
          <p:cNvPr id="16" name="Flow explanation">
            <a:extLst>
              <a:ext uri="{FF2B5EF4-FFF2-40B4-BE49-F238E27FC236}">
                <a16:creationId xmlns:a16="http://schemas.microsoft.com/office/drawing/2014/main" id="{BF586A1C-80C6-CB5E-BF14-105A9CD7333F}"/>
              </a:ext>
            </a:extLst>
          </p:cNvPr>
          <p:cNvSpPr txBox="1"/>
          <p:nvPr/>
        </p:nvSpPr>
        <p:spPr>
          <a:xfrm>
            <a:off x="6276899" y="3502151"/>
            <a:ext cx="2411959" cy="1298448"/>
          </a:xfrm>
          <a:prstGeom prst="rect">
            <a:avLst/>
          </a:prstGeom>
          <a:noFill/>
        </p:spPr>
        <p:txBody>
          <a:bodyPr vert="horz" lIns="0" tIns="0" rIns="0" bIns="0" rtlCol="0" anchor="t">
            <a:noAutofit/>
          </a:bodyPr>
          <a:lstStyle/>
          <a:p>
            <a:pPr>
              <a:spcAft>
                <a:spcPts val="700"/>
              </a:spcAft>
            </a:pPr>
            <a:r>
              <a:rPr lang="en-CA" sz="1900">
                <a:solidFill>
                  <a:srgbClr val="000000"/>
                </a:solidFill>
                <a:latin typeface="Fira Sans" panose="020B0503050000020004" pitchFamily="34" charset="0"/>
              </a:rPr>
              <a:t>Get structured information.</a:t>
            </a:r>
          </a:p>
        </p:txBody>
      </p:sp>
      <p:cxnSp>
        <p:nvCxnSpPr>
          <p:cNvPr id="17" name="Straight Connector 16">
            <a:extLst>
              <a:ext uri="{FF2B5EF4-FFF2-40B4-BE49-F238E27FC236}">
                <a16:creationId xmlns:a16="http://schemas.microsoft.com/office/drawing/2014/main" id="{D15AE5F9-BAB2-3D9D-8ABE-69AE66D5E3B8}"/>
              </a:ext>
            </a:extLst>
          </p:cNvPr>
          <p:cNvCxnSpPr/>
          <p:nvPr/>
        </p:nvCxnSpPr>
        <p:spPr>
          <a:xfrm>
            <a:off x="8835161" y="3771900"/>
            <a:ext cx="201168"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52CA3E7E-FFA9-55F8-428A-E7B44AE5B7C5}"/>
              </a:ext>
            </a:extLst>
          </p:cNvPr>
          <p:cNvSpPr/>
          <p:nvPr/>
        </p:nvSpPr>
        <p:spPr>
          <a:xfrm>
            <a:off x="9063761" y="2606040"/>
            <a:ext cx="2649703"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9" name="Flow step">
            <a:extLst>
              <a:ext uri="{FF2B5EF4-FFF2-40B4-BE49-F238E27FC236}">
                <a16:creationId xmlns:a16="http://schemas.microsoft.com/office/drawing/2014/main" id="{8F2ADD65-E06E-F8F1-A683-2D64B6AED529}"/>
              </a:ext>
            </a:extLst>
          </p:cNvPr>
          <p:cNvSpPr txBox="1"/>
          <p:nvPr/>
        </p:nvSpPr>
        <p:spPr>
          <a:xfrm>
            <a:off x="9182633" y="2770631"/>
            <a:ext cx="2411959"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Use</a:t>
            </a:r>
          </a:p>
        </p:txBody>
      </p:sp>
      <p:sp>
        <p:nvSpPr>
          <p:cNvPr id="20" name="Flow explanation">
            <a:extLst>
              <a:ext uri="{FF2B5EF4-FFF2-40B4-BE49-F238E27FC236}">
                <a16:creationId xmlns:a16="http://schemas.microsoft.com/office/drawing/2014/main" id="{F4CA770D-D9F3-7719-EE49-5DC4DDAEEDAE}"/>
              </a:ext>
            </a:extLst>
          </p:cNvPr>
          <p:cNvSpPr txBox="1"/>
          <p:nvPr/>
        </p:nvSpPr>
        <p:spPr>
          <a:xfrm>
            <a:off x="9182633" y="3502151"/>
            <a:ext cx="2411959" cy="1298448"/>
          </a:xfrm>
          <a:prstGeom prst="rect">
            <a:avLst/>
          </a:prstGeom>
          <a:noFill/>
        </p:spPr>
        <p:txBody>
          <a:bodyPr vert="horz" lIns="0" tIns="0" rIns="0" bIns="0" rtlCol="0" anchor="t">
            <a:noAutofit/>
          </a:bodyPr>
          <a:lstStyle/>
          <a:p>
            <a:pPr>
              <a:spcAft>
                <a:spcPts val="700"/>
              </a:spcAft>
            </a:pPr>
            <a:r>
              <a:rPr lang="en-US" sz="1900">
                <a:solidFill>
                  <a:srgbClr val="000000"/>
                </a:solidFill>
                <a:latin typeface="Fira Sans" panose="020B0503050000020004" pitchFamily="34" charset="0"/>
              </a:rPr>
              <a:t>Show the result or continue the workflow.</a:t>
            </a:r>
            <a:endParaRPr lang="en-CA" sz="19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770993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11D6A-FC88-C717-0F9E-B4F0293F2D71}"/>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Choose capabilities around the business task</a:t>
            </a:r>
            <a:endParaRPr lang="en-CA" sz="3200">
              <a:solidFill>
                <a:srgbClr val="000000"/>
              </a:solidFill>
              <a:latin typeface="Fira Sans Light" panose="020B0403050000020004" pitchFamily="34" charset="0"/>
            </a:endParaRPr>
          </a:p>
        </p:txBody>
      </p:sp>
      <p:sp>
        <p:nvSpPr>
          <p:cNvPr id="5" name="Slide Number Placeholder 4">
            <a:extLst>
              <a:ext uri="{FF2B5EF4-FFF2-40B4-BE49-F238E27FC236}">
                <a16:creationId xmlns:a16="http://schemas.microsoft.com/office/drawing/2014/main" id="{00AC5672-F023-4A7F-F525-8BA2F6B4B511}"/>
              </a:ext>
            </a:extLst>
          </p:cNvPr>
          <p:cNvSpPr>
            <a:spLocks noGrp="1"/>
          </p:cNvSpPr>
          <p:nvPr>
            <p:ph type="sldNum" sz="quarter" idx="13"/>
          </p:nvPr>
        </p:nvSpPr>
        <p:spPr/>
        <p:txBody>
          <a:bodyPr/>
          <a:lstStyle/>
          <a:p>
            <a:fld id="{C3C3236D-FB65-584A-8227-5A449D06E62A}" type="slidenum">
              <a:rPr lang="en-US" smtClean="0"/>
              <a:pPr/>
              <a:t>9</a:t>
            </a:fld>
            <a:endParaRPr lang="en-US"/>
          </a:p>
        </p:txBody>
      </p:sp>
      <p:sp>
        <p:nvSpPr>
          <p:cNvPr id="6" name="Footer Placeholder 5">
            <a:extLst>
              <a:ext uri="{FF2B5EF4-FFF2-40B4-BE49-F238E27FC236}">
                <a16:creationId xmlns:a16="http://schemas.microsoft.com/office/drawing/2014/main" id="{8C309984-A80C-0F3D-334D-2C9ADA420C2B}"/>
              </a:ext>
            </a:extLst>
          </p:cNvPr>
          <p:cNvSpPr>
            <a:spLocks noGrp="1"/>
          </p:cNvSpPr>
          <p:nvPr>
            <p:ph type="ftr" sz="quarter" idx="18"/>
          </p:nvPr>
        </p:nvSpPr>
        <p:spPr/>
        <p:txBody>
          <a:bodyPr/>
          <a:lstStyle/>
          <a:p>
            <a:r>
              <a:rPr lang="en-US"/>
              <a:t>#CCHConnections</a:t>
            </a:r>
            <a:endParaRPr lang="en-US" dirty="0"/>
          </a:p>
        </p:txBody>
      </p:sp>
      <p:sp>
        <p:nvSpPr>
          <p:cNvPr id="7" name="Rectangle 6">
            <a:extLst>
              <a:ext uri="{FF2B5EF4-FFF2-40B4-BE49-F238E27FC236}">
                <a16:creationId xmlns:a16="http://schemas.microsoft.com/office/drawing/2014/main" id="{83AE0DE4-0CB2-94AB-9A00-F5106406D072}"/>
              </a:ext>
            </a:extLst>
          </p:cNvPr>
          <p:cNvSpPr/>
          <p:nvPr/>
        </p:nvSpPr>
        <p:spPr>
          <a:xfrm>
            <a:off x="273406" y="1543507"/>
            <a:ext cx="5624474" cy="220096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8" name="Card heading">
            <a:extLst>
              <a:ext uri="{FF2B5EF4-FFF2-40B4-BE49-F238E27FC236}">
                <a16:creationId xmlns:a16="http://schemas.microsoft.com/office/drawing/2014/main" id="{2AE95045-02E8-E7BA-228B-41155D19EF93}"/>
              </a:ext>
            </a:extLst>
          </p:cNvPr>
          <p:cNvSpPr txBox="1"/>
          <p:nvPr/>
        </p:nvSpPr>
        <p:spPr>
          <a:xfrm>
            <a:off x="419710" y="1689810"/>
            <a:ext cx="5331866"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Clients and firm structure</a:t>
            </a:r>
          </a:p>
        </p:txBody>
      </p:sp>
      <p:sp>
        <p:nvSpPr>
          <p:cNvPr id="9" name="Card body">
            <a:extLst>
              <a:ext uri="{FF2B5EF4-FFF2-40B4-BE49-F238E27FC236}">
                <a16:creationId xmlns:a16="http://schemas.microsoft.com/office/drawing/2014/main" id="{760E445F-2F30-6397-8472-478E3E5CFF42}"/>
              </a:ext>
            </a:extLst>
          </p:cNvPr>
          <p:cNvSpPr txBox="1"/>
          <p:nvPr/>
        </p:nvSpPr>
        <p:spPr>
          <a:xfrm>
            <a:off x="419710" y="2278075"/>
            <a:ext cx="5331866" cy="1320089"/>
          </a:xfrm>
          <a:prstGeom prst="rect">
            <a:avLst/>
          </a:prstGeom>
          <a:noFill/>
        </p:spPr>
        <p:txBody>
          <a:bodyPr vert="horz" lIns="0" tIns="0" rIns="0" bIns="0" rtlCol="0" anchor="t">
            <a:noAutofit/>
          </a:bodyPr>
          <a:lstStyle/>
          <a:p>
            <a:pPr>
              <a:spcAft>
                <a:spcPts val="700"/>
              </a:spcAft>
            </a:pPr>
            <a:r>
              <a:rPr lang="en-US" sz="2200">
                <a:solidFill>
                  <a:srgbClr val="000000"/>
                </a:solidFill>
                <a:latin typeface="Fira Sans" panose="020B0503050000020004" pitchFamily="34" charset="0"/>
              </a:rPr>
              <a:t>Client, staff and firm information.</a:t>
            </a:r>
            <a:endParaRPr lang="en-CA" sz="2200">
              <a:solidFill>
                <a:srgbClr val="000000"/>
              </a:solidFill>
              <a:latin typeface="Fira Sans" panose="020B0503050000020004" pitchFamily="34" charset="0"/>
            </a:endParaRPr>
          </a:p>
        </p:txBody>
      </p:sp>
      <p:sp>
        <p:nvSpPr>
          <p:cNvPr id="10" name="Rectangle 9">
            <a:extLst>
              <a:ext uri="{FF2B5EF4-FFF2-40B4-BE49-F238E27FC236}">
                <a16:creationId xmlns:a16="http://schemas.microsoft.com/office/drawing/2014/main" id="{37023E6F-4F1A-7500-3A10-96C9DA3873EB}"/>
              </a:ext>
            </a:extLst>
          </p:cNvPr>
          <p:cNvSpPr/>
          <p:nvPr/>
        </p:nvSpPr>
        <p:spPr>
          <a:xfrm>
            <a:off x="273406" y="4000500"/>
            <a:ext cx="5624474" cy="220096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1" name="Card heading">
            <a:extLst>
              <a:ext uri="{FF2B5EF4-FFF2-40B4-BE49-F238E27FC236}">
                <a16:creationId xmlns:a16="http://schemas.microsoft.com/office/drawing/2014/main" id="{2F6F24E4-3C90-FA7F-006E-BC8A3BD92A8F}"/>
              </a:ext>
            </a:extLst>
          </p:cNvPr>
          <p:cNvSpPr txBox="1"/>
          <p:nvPr/>
        </p:nvSpPr>
        <p:spPr>
          <a:xfrm>
            <a:off x="419710" y="4146803"/>
            <a:ext cx="5331866"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Advanced tax</a:t>
            </a:r>
          </a:p>
        </p:txBody>
      </p:sp>
      <p:sp>
        <p:nvSpPr>
          <p:cNvPr id="12" name="Card body">
            <a:extLst>
              <a:ext uri="{FF2B5EF4-FFF2-40B4-BE49-F238E27FC236}">
                <a16:creationId xmlns:a16="http://schemas.microsoft.com/office/drawing/2014/main" id="{27FA3415-412F-480A-6BF4-5FF53A5C95AD}"/>
              </a:ext>
            </a:extLst>
          </p:cNvPr>
          <p:cNvSpPr txBox="1"/>
          <p:nvPr/>
        </p:nvSpPr>
        <p:spPr>
          <a:xfrm>
            <a:off x="419710" y="4735068"/>
            <a:ext cx="5331866" cy="1320089"/>
          </a:xfrm>
          <a:prstGeom prst="rect">
            <a:avLst/>
          </a:prstGeom>
          <a:noFill/>
        </p:spPr>
        <p:txBody>
          <a:bodyPr vert="horz" lIns="0" tIns="0" rIns="0" bIns="0" rtlCol="0" anchor="t">
            <a:noAutofit/>
          </a:bodyPr>
          <a:lstStyle/>
          <a:p>
            <a:pPr>
              <a:spcAft>
                <a:spcPts val="700"/>
              </a:spcAft>
            </a:pPr>
            <a:r>
              <a:rPr lang="en-US" sz="2200">
                <a:solidFill>
                  <a:srgbClr val="000000"/>
                </a:solidFill>
                <a:latin typeface="Fira Sans" panose="020B0503050000020004" pitchFamily="34" charset="0"/>
              </a:rPr>
              <a:t>E-file status, data transfer, printing and roll-forward.</a:t>
            </a:r>
            <a:endParaRPr lang="en-CA" sz="2200">
              <a:solidFill>
                <a:srgbClr val="000000"/>
              </a:solidFill>
              <a:latin typeface="Fira Sans" panose="020B0503050000020004" pitchFamily="34" charset="0"/>
            </a:endParaRPr>
          </a:p>
        </p:txBody>
      </p:sp>
      <p:sp>
        <p:nvSpPr>
          <p:cNvPr id="13" name="Rectangle 12">
            <a:extLst>
              <a:ext uri="{FF2B5EF4-FFF2-40B4-BE49-F238E27FC236}">
                <a16:creationId xmlns:a16="http://schemas.microsoft.com/office/drawing/2014/main" id="{2234267C-FAEB-27AD-E4EF-BC17B4DCA362}"/>
              </a:ext>
            </a:extLst>
          </p:cNvPr>
          <p:cNvSpPr/>
          <p:nvPr/>
        </p:nvSpPr>
        <p:spPr>
          <a:xfrm>
            <a:off x="6292901" y="1543507"/>
            <a:ext cx="5493714" cy="220096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4" name="Card heading">
            <a:extLst>
              <a:ext uri="{FF2B5EF4-FFF2-40B4-BE49-F238E27FC236}">
                <a16:creationId xmlns:a16="http://schemas.microsoft.com/office/drawing/2014/main" id="{E02D5018-9687-38D7-069C-F9938FC53FF0}"/>
              </a:ext>
            </a:extLst>
          </p:cNvPr>
          <p:cNvSpPr txBox="1"/>
          <p:nvPr/>
        </p:nvSpPr>
        <p:spPr>
          <a:xfrm>
            <a:off x="6439205" y="1689810"/>
            <a:ext cx="5201107"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Tax returns</a:t>
            </a:r>
          </a:p>
        </p:txBody>
      </p:sp>
      <p:sp>
        <p:nvSpPr>
          <p:cNvPr id="15" name="Card body">
            <a:extLst>
              <a:ext uri="{FF2B5EF4-FFF2-40B4-BE49-F238E27FC236}">
                <a16:creationId xmlns:a16="http://schemas.microsoft.com/office/drawing/2014/main" id="{03F2731F-2B2A-4936-6A63-4984090EDF34}"/>
              </a:ext>
            </a:extLst>
          </p:cNvPr>
          <p:cNvSpPr txBox="1"/>
          <p:nvPr/>
        </p:nvSpPr>
        <p:spPr>
          <a:xfrm>
            <a:off x="6439205" y="2278075"/>
            <a:ext cx="5201107" cy="1320089"/>
          </a:xfrm>
          <a:prstGeom prst="rect">
            <a:avLst/>
          </a:prstGeom>
          <a:noFill/>
        </p:spPr>
        <p:txBody>
          <a:bodyPr vert="horz" lIns="0" tIns="0" rIns="0" bIns="0" rtlCol="0" anchor="t">
            <a:noAutofit/>
          </a:bodyPr>
          <a:lstStyle/>
          <a:p>
            <a:pPr>
              <a:spcAft>
                <a:spcPts val="700"/>
              </a:spcAft>
            </a:pPr>
            <a:r>
              <a:rPr lang="en-US" sz="2200">
                <a:solidFill>
                  <a:srgbClr val="000000"/>
                </a:solidFill>
                <a:latin typeface="Fira Sans" panose="020B0503050000020004" pitchFamily="34" charset="0"/>
              </a:rPr>
              <a:t>Find returns, inspect status and review history.</a:t>
            </a:r>
            <a:endParaRPr lang="en-CA" sz="2200">
              <a:solidFill>
                <a:srgbClr val="000000"/>
              </a:solidFill>
              <a:latin typeface="Fira Sans" panose="020B0503050000020004" pitchFamily="34" charset="0"/>
            </a:endParaRPr>
          </a:p>
        </p:txBody>
      </p:sp>
      <p:sp>
        <p:nvSpPr>
          <p:cNvPr id="16" name="Rectangle 15">
            <a:extLst>
              <a:ext uri="{FF2B5EF4-FFF2-40B4-BE49-F238E27FC236}">
                <a16:creationId xmlns:a16="http://schemas.microsoft.com/office/drawing/2014/main" id="{F1AA7660-20F9-8ABF-3ED3-410165FA3283}"/>
              </a:ext>
            </a:extLst>
          </p:cNvPr>
          <p:cNvSpPr/>
          <p:nvPr/>
        </p:nvSpPr>
        <p:spPr>
          <a:xfrm>
            <a:off x="6292901" y="4000500"/>
            <a:ext cx="5493714" cy="220096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7" name="Card heading">
            <a:extLst>
              <a:ext uri="{FF2B5EF4-FFF2-40B4-BE49-F238E27FC236}">
                <a16:creationId xmlns:a16="http://schemas.microsoft.com/office/drawing/2014/main" id="{D2E552D9-9474-D9F8-B281-DC6C5AF80CE4}"/>
              </a:ext>
            </a:extLst>
          </p:cNvPr>
          <p:cNvSpPr txBox="1"/>
          <p:nvPr/>
        </p:nvSpPr>
        <p:spPr>
          <a:xfrm>
            <a:off x="6439205" y="4146803"/>
            <a:ext cx="5201107"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Other firm workflows</a:t>
            </a:r>
          </a:p>
        </p:txBody>
      </p:sp>
      <p:sp>
        <p:nvSpPr>
          <p:cNvPr id="18" name="Card body">
            <a:extLst>
              <a:ext uri="{FF2B5EF4-FFF2-40B4-BE49-F238E27FC236}">
                <a16:creationId xmlns:a16="http://schemas.microsoft.com/office/drawing/2014/main" id="{0904B424-D694-8077-7D69-6F354EDB9AE0}"/>
              </a:ext>
            </a:extLst>
          </p:cNvPr>
          <p:cNvSpPr txBox="1"/>
          <p:nvPr/>
        </p:nvSpPr>
        <p:spPr>
          <a:xfrm>
            <a:off x="6439205" y="4735068"/>
            <a:ext cx="5201107" cy="1320089"/>
          </a:xfrm>
          <a:prstGeom prst="rect">
            <a:avLst/>
          </a:prstGeom>
          <a:noFill/>
        </p:spPr>
        <p:txBody>
          <a:bodyPr vert="horz" lIns="0" tIns="0" rIns="0" bIns="0" rtlCol="0" anchor="t">
            <a:noAutofit/>
          </a:bodyPr>
          <a:lstStyle/>
          <a:p>
            <a:pPr>
              <a:spcAft>
                <a:spcPts val="700"/>
              </a:spcAft>
            </a:pPr>
            <a:r>
              <a:rPr lang="en-US" sz="2200">
                <a:solidFill>
                  <a:srgbClr val="000000"/>
                </a:solidFill>
                <a:latin typeface="Fira Sans" panose="020B0503050000020004" pitchFamily="34" charset="0"/>
              </a:rPr>
              <a:t>Engagement, practice, documents, workstream and iQ.</a:t>
            </a:r>
            <a:endParaRPr lang="en-CA" sz="22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4175374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14C3196-B5E6-BF17-39CE-EA56BAEF22C3}"/>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Confirm access and licensing before choosing a workflow</a:t>
            </a:r>
            <a:endParaRPr lang="en-CA" sz="3200">
              <a:solidFill>
                <a:srgbClr val="000000"/>
              </a:solidFill>
              <a:latin typeface="Fira Sans Light" panose="020B0403050000020004" pitchFamily="34" charset="0"/>
            </a:endParaRPr>
          </a:p>
        </p:txBody>
      </p:sp>
      <p:sp>
        <p:nvSpPr>
          <p:cNvPr id="6" name="Slide Number Placeholder 5">
            <a:extLst>
              <a:ext uri="{FF2B5EF4-FFF2-40B4-BE49-F238E27FC236}">
                <a16:creationId xmlns:a16="http://schemas.microsoft.com/office/drawing/2014/main" id="{74DF5735-D610-797B-2B2D-663E56B22C38}"/>
              </a:ext>
            </a:extLst>
          </p:cNvPr>
          <p:cNvSpPr>
            <a:spLocks noGrp="1"/>
          </p:cNvSpPr>
          <p:nvPr>
            <p:ph type="sldNum" sz="quarter" idx="13"/>
          </p:nvPr>
        </p:nvSpPr>
        <p:spPr/>
        <p:txBody>
          <a:bodyPr/>
          <a:lstStyle/>
          <a:p>
            <a:fld id="{C3C3236D-FB65-584A-8227-5A449D06E62A}" type="slidenum">
              <a:rPr lang="en-US" smtClean="0"/>
              <a:pPr/>
              <a:t>10</a:t>
            </a:fld>
            <a:endParaRPr lang="en-US"/>
          </a:p>
        </p:txBody>
      </p:sp>
      <p:sp>
        <p:nvSpPr>
          <p:cNvPr id="7" name="Footer Placeholder 6">
            <a:extLst>
              <a:ext uri="{FF2B5EF4-FFF2-40B4-BE49-F238E27FC236}">
                <a16:creationId xmlns:a16="http://schemas.microsoft.com/office/drawing/2014/main" id="{186D45BC-F7B4-A2F7-58B8-963458697536}"/>
              </a:ext>
            </a:extLst>
          </p:cNvPr>
          <p:cNvSpPr>
            <a:spLocks noGrp="1"/>
          </p:cNvSpPr>
          <p:nvPr>
            <p:ph type="ftr" sz="quarter" idx="18"/>
          </p:nvPr>
        </p:nvSpPr>
        <p:spPr/>
        <p:txBody>
          <a:bodyPr/>
          <a:lstStyle/>
          <a:p>
            <a:r>
              <a:rPr lang="en-US"/>
              <a:t>#CCHConnections</a:t>
            </a:r>
            <a:endParaRPr lang="en-US" dirty="0"/>
          </a:p>
        </p:txBody>
      </p:sp>
      <p:sp>
        <p:nvSpPr>
          <p:cNvPr id="8" name="Card heading">
            <a:extLst>
              <a:ext uri="{FF2B5EF4-FFF2-40B4-BE49-F238E27FC236}">
                <a16:creationId xmlns:a16="http://schemas.microsoft.com/office/drawing/2014/main" id="{0E0738C3-9BA2-D95F-47C1-C10827E1A401}"/>
              </a:ext>
            </a:extLst>
          </p:cNvPr>
          <p:cNvSpPr txBox="1"/>
          <p:nvPr/>
        </p:nvSpPr>
        <p:spPr>
          <a:xfrm>
            <a:off x="335585" y="1572767"/>
            <a:ext cx="3510381"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Core access</a:t>
            </a:r>
          </a:p>
        </p:txBody>
      </p:sp>
      <p:sp>
        <p:nvSpPr>
          <p:cNvPr id="9" name="Card body">
            <a:extLst>
              <a:ext uri="{FF2B5EF4-FFF2-40B4-BE49-F238E27FC236}">
                <a16:creationId xmlns:a16="http://schemas.microsoft.com/office/drawing/2014/main" id="{65F7E859-29DA-0620-CC47-1C17C2B639DF}"/>
              </a:ext>
            </a:extLst>
          </p:cNvPr>
          <p:cNvSpPr txBox="1"/>
          <p:nvPr/>
        </p:nvSpPr>
        <p:spPr>
          <a:xfrm>
            <a:off x="335585" y="2206751"/>
            <a:ext cx="3510381" cy="33262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Nathan to confirm what the firm already has.</a:t>
            </a:r>
            <a:endParaRPr lang="en-CA">
              <a:solidFill>
                <a:srgbClr val="000000"/>
              </a:solidFill>
              <a:latin typeface="Fira Sans" panose="020B0503050000020004" pitchFamily="34" charset="0"/>
            </a:endParaRPr>
          </a:p>
        </p:txBody>
      </p:sp>
      <p:sp>
        <p:nvSpPr>
          <p:cNvPr id="10" name="Card heading">
            <a:extLst>
              <a:ext uri="{FF2B5EF4-FFF2-40B4-BE49-F238E27FC236}">
                <a16:creationId xmlns:a16="http://schemas.microsoft.com/office/drawing/2014/main" id="{B7D1D94F-7274-6D65-AC17-436E7BBD4847}"/>
              </a:ext>
            </a:extLst>
          </p:cNvPr>
          <p:cNvSpPr txBox="1"/>
          <p:nvPr/>
        </p:nvSpPr>
        <p:spPr>
          <a:xfrm>
            <a:off x="4334256" y="1572767"/>
            <a:ext cx="3570732"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Additional capabilities</a:t>
            </a:r>
          </a:p>
        </p:txBody>
      </p:sp>
      <p:sp>
        <p:nvSpPr>
          <p:cNvPr id="11" name="Card body">
            <a:extLst>
              <a:ext uri="{FF2B5EF4-FFF2-40B4-BE49-F238E27FC236}">
                <a16:creationId xmlns:a16="http://schemas.microsoft.com/office/drawing/2014/main" id="{1C20C181-D08A-FEAB-74C3-F895D636BDCF}"/>
              </a:ext>
            </a:extLst>
          </p:cNvPr>
          <p:cNvSpPr txBox="1"/>
          <p:nvPr/>
        </p:nvSpPr>
        <p:spPr>
          <a:xfrm>
            <a:off x="4334256" y="2206751"/>
            <a:ext cx="3570732" cy="33262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Nathan to confirm the required products and licenses.</a:t>
            </a:r>
            <a:endParaRPr lang="en-CA">
              <a:solidFill>
                <a:srgbClr val="000000"/>
              </a:solidFill>
              <a:latin typeface="Fira Sans" panose="020B0503050000020004" pitchFamily="34" charset="0"/>
            </a:endParaRPr>
          </a:p>
        </p:txBody>
      </p:sp>
      <p:sp>
        <p:nvSpPr>
          <p:cNvPr id="12" name="Card heading">
            <a:extLst>
              <a:ext uri="{FF2B5EF4-FFF2-40B4-BE49-F238E27FC236}">
                <a16:creationId xmlns:a16="http://schemas.microsoft.com/office/drawing/2014/main" id="{DC061E21-86E2-34D8-7FD8-F63BF406912C}"/>
              </a:ext>
            </a:extLst>
          </p:cNvPr>
          <p:cNvSpPr txBox="1"/>
          <p:nvPr/>
        </p:nvSpPr>
        <p:spPr>
          <a:xfrm>
            <a:off x="8394192" y="1572767"/>
            <a:ext cx="3351276"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Before the lab</a:t>
            </a:r>
          </a:p>
        </p:txBody>
      </p:sp>
      <p:sp>
        <p:nvSpPr>
          <p:cNvPr id="13" name="Card body">
            <a:extLst>
              <a:ext uri="{FF2B5EF4-FFF2-40B4-BE49-F238E27FC236}">
                <a16:creationId xmlns:a16="http://schemas.microsoft.com/office/drawing/2014/main" id="{4EAA11FC-6A56-70DA-5AB3-F9DDC4308B60}"/>
              </a:ext>
            </a:extLst>
          </p:cNvPr>
          <p:cNvSpPr txBox="1"/>
          <p:nvPr/>
        </p:nvSpPr>
        <p:spPr>
          <a:xfrm>
            <a:off x="8394192" y="2206751"/>
            <a:ext cx="3351276" cy="33262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Confirm the access needed for the selected exercise.</a:t>
            </a:r>
            <a:endParaRPr lang="en-CA">
              <a:solidFill>
                <a:srgbClr val="000000"/>
              </a:solidFill>
              <a:latin typeface="Fira Sans" panose="020B0503050000020004" pitchFamily="34" charset="0"/>
            </a:endParaRPr>
          </a:p>
        </p:txBody>
      </p:sp>
      <p:sp>
        <p:nvSpPr>
          <p:cNvPr id="14" name="Draft Flag">
            <a:extLst>
              <a:ext uri="{FF2B5EF4-FFF2-40B4-BE49-F238E27FC236}">
                <a16:creationId xmlns:a16="http://schemas.microsoft.com/office/drawing/2014/main" id="{101EB1B4-DB9B-FDE2-42CE-DCA5047808CD}"/>
              </a:ext>
            </a:extLst>
          </p:cNvPr>
          <p:cNvSpPr txBox="1"/>
          <p:nvPr/>
        </p:nvSpPr>
        <p:spPr>
          <a:xfrm>
            <a:off x="338328" y="5908853"/>
            <a:ext cx="11503152" cy="274320"/>
          </a:xfrm>
          <a:prstGeom prst="rect">
            <a:avLst/>
          </a:prstGeom>
          <a:noFill/>
        </p:spPr>
        <p:txBody>
          <a:bodyPr vert="horz" lIns="0" tIns="0" rIns="0" bIns="0" rtlCol="0" anchor="t">
            <a:noAutofit/>
          </a:bodyPr>
          <a:lstStyle/>
          <a:p>
            <a:pPr>
              <a:spcAft>
                <a:spcPts val="700"/>
              </a:spcAft>
            </a:pPr>
            <a:r>
              <a:rPr lang="en-US" sz="1300">
                <a:solidFill>
                  <a:srgbClr val="000000"/>
                </a:solidFill>
                <a:latin typeface="Fira Sans" panose="020B0503050000020004" pitchFamily="34" charset="0"/>
              </a:rPr>
              <a:t>Nathan to confirm: packaging, permissions and new availability</a:t>
            </a:r>
            <a:endParaRPr lang="en-CA" sz="13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1748006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65D999-5832-2AE7-5FFF-4F101C8DDE89}"/>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The same API capabilities can serve several tools</a:t>
            </a:r>
            <a:endParaRPr lang="en-CA" sz="3200">
              <a:solidFill>
                <a:srgbClr val="000000"/>
              </a:solidFill>
              <a:latin typeface="Fira Sans Light" panose="020B0403050000020004" pitchFamily="34" charset="0"/>
            </a:endParaRPr>
          </a:p>
        </p:txBody>
      </p:sp>
      <p:sp>
        <p:nvSpPr>
          <p:cNvPr id="5" name="Slide Number Placeholder 4">
            <a:extLst>
              <a:ext uri="{FF2B5EF4-FFF2-40B4-BE49-F238E27FC236}">
                <a16:creationId xmlns:a16="http://schemas.microsoft.com/office/drawing/2014/main" id="{F14CB073-7945-338F-0759-993D4DB39D45}"/>
              </a:ext>
            </a:extLst>
          </p:cNvPr>
          <p:cNvSpPr>
            <a:spLocks noGrp="1"/>
          </p:cNvSpPr>
          <p:nvPr>
            <p:ph type="sldNum" sz="quarter" idx="13"/>
          </p:nvPr>
        </p:nvSpPr>
        <p:spPr/>
        <p:txBody>
          <a:bodyPr/>
          <a:lstStyle/>
          <a:p>
            <a:fld id="{C3C3236D-FB65-584A-8227-5A449D06E62A}" type="slidenum">
              <a:rPr lang="en-US" smtClean="0"/>
              <a:pPr/>
              <a:t>11</a:t>
            </a:fld>
            <a:endParaRPr lang="en-US"/>
          </a:p>
        </p:txBody>
      </p:sp>
      <p:sp>
        <p:nvSpPr>
          <p:cNvPr id="6" name="Footer Placeholder 5">
            <a:extLst>
              <a:ext uri="{FF2B5EF4-FFF2-40B4-BE49-F238E27FC236}">
                <a16:creationId xmlns:a16="http://schemas.microsoft.com/office/drawing/2014/main" id="{60C65E0C-7489-1428-6FBC-2BFB8C7C43A7}"/>
              </a:ext>
            </a:extLst>
          </p:cNvPr>
          <p:cNvSpPr>
            <a:spLocks noGrp="1"/>
          </p:cNvSpPr>
          <p:nvPr>
            <p:ph type="ftr" sz="quarter" idx="18"/>
          </p:nvPr>
        </p:nvSpPr>
        <p:spPr/>
        <p:txBody>
          <a:bodyPr/>
          <a:lstStyle/>
          <a:p>
            <a:r>
              <a:rPr lang="en-US"/>
              <a:t>#CCHConnections</a:t>
            </a:r>
            <a:endParaRPr lang="en-US" dirty="0"/>
          </a:p>
        </p:txBody>
      </p:sp>
      <p:sp>
        <p:nvSpPr>
          <p:cNvPr id="7" name="Rectangle 6">
            <a:extLst>
              <a:ext uri="{FF2B5EF4-FFF2-40B4-BE49-F238E27FC236}">
                <a16:creationId xmlns:a16="http://schemas.microsoft.com/office/drawing/2014/main" id="{DFD386E7-5FB0-EC09-E65B-6C7C75C39A9E}"/>
              </a:ext>
            </a:extLst>
          </p:cNvPr>
          <p:cNvSpPr/>
          <p:nvPr/>
        </p:nvSpPr>
        <p:spPr>
          <a:xfrm>
            <a:off x="273406" y="1543507"/>
            <a:ext cx="5624474" cy="220096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8" name="Card heading">
            <a:extLst>
              <a:ext uri="{FF2B5EF4-FFF2-40B4-BE49-F238E27FC236}">
                <a16:creationId xmlns:a16="http://schemas.microsoft.com/office/drawing/2014/main" id="{834F58F2-1C30-5100-6B65-B048502D1A20}"/>
              </a:ext>
            </a:extLst>
          </p:cNvPr>
          <p:cNvSpPr txBox="1"/>
          <p:nvPr/>
        </p:nvSpPr>
        <p:spPr>
          <a:xfrm>
            <a:off x="419710" y="1689810"/>
            <a:ext cx="5331866"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Spreadsheet</a:t>
            </a:r>
          </a:p>
        </p:txBody>
      </p:sp>
      <p:sp>
        <p:nvSpPr>
          <p:cNvPr id="9" name="Card body">
            <a:extLst>
              <a:ext uri="{FF2B5EF4-FFF2-40B4-BE49-F238E27FC236}">
                <a16:creationId xmlns:a16="http://schemas.microsoft.com/office/drawing/2014/main" id="{14C11850-2CA1-1210-DFBF-7739D795181B}"/>
              </a:ext>
            </a:extLst>
          </p:cNvPr>
          <p:cNvSpPr txBox="1"/>
          <p:nvPr/>
        </p:nvSpPr>
        <p:spPr>
          <a:xfrm>
            <a:off x="419710" y="2278075"/>
            <a:ext cx="5331866" cy="1320089"/>
          </a:xfrm>
          <a:prstGeom prst="rect">
            <a:avLst/>
          </a:prstGeom>
          <a:noFill/>
        </p:spPr>
        <p:txBody>
          <a:bodyPr vert="horz" lIns="0" tIns="0" rIns="0" bIns="0" rtlCol="0" anchor="t">
            <a:noAutofit/>
          </a:bodyPr>
          <a:lstStyle/>
          <a:p>
            <a:pPr>
              <a:spcAft>
                <a:spcPts val="700"/>
              </a:spcAft>
            </a:pPr>
            <a:r>
              <a:rPr lang="en-US" sz="2200">
                <a:solidFill>
                  <a:srgbClr val="000000"/>
                </a:solidFill>
                <a:latin typeface="Fira Sans" panose="020B0503050000020004" pitchFamily="34" charset="0"/>
              </a:rPr>
              <a:t>Bring selected information into a familiar analysis.</a:t>
            </a:r>
            <a:endParaRPr lang="en-CA" sz="2200">
              <a:solidFill>
                <a:srgbClr val="000000"/>
              </a:solidFill>
              <a:latin typeface="Fira Sans" panose="020B0503050000020004" pitchFamily="34" charset="0"/>
            </a:endParaRPr>
          </a:p>
        </p:txBody>
      </p:sp>
      <p:sp>
        <p:nvSpPr>
          <p:cNvPr id="10" name="Rectangle 9">
            <a:extLst>
              <a:ext uri="{FF2B5EF4-FFF2-40B4-BE49-F238E27FC236}">
                <a16:creationId xmlns:a16="http://schemas.microsoft.com/office/drawing/2014/main" id="{87E1036A-B13F-8879-E1DC-E8B01C28D931}"/>
              </a:ext>
            </a:extLst>
          </p:cNvPr>
          <p:cNvSpPr/>
          <p:nvPr/>
        </p:nvSpPr>
        <p:spPr>
          <a:xfrm>
            <a:off x="273406" y="4000500"/>
            <a:ext cx="5624474" cy="220096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1" name="Card heading">
            <a:extLst>
              <a:ext uri="{FF2B5EF4-FFF2-40B4-BE49-F238E27FC236}">
                <a16:creationId xmlns:a16="http://schemas.microsoft.com/office/drawing/2014/main" id="{FBAC96C0-6BCD-0852-5B75-00AE9B87ED53}"/>
              </a:ext>
            </a:extLst>
          </p:cNvPr>
          <p:cNvSpPr txBox="1"/>
          <p:nvPr/>
        </p:nvSpPr>
        <p:spPr>
          <a:xfrm>
            <a:off x="419710" y="4146803"/>
            <a:ext cx="5331866"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Documents</a:t>
            </a:r>
          </a:p>
        </p:txBody>
      </p:sp>
      <p:sp>
        <p:nvSpPr>
          <p:cNvPr id="12" name="Card body">
            <a:extLst>
              <a:ext uri="{FF2B5EF4-FFF2-40B4-BE49-F238E27FC236}">
                <a16:creationId xmlns:a16="http://schemas.microsoft.com/office/drawing/2014/main" id="{3D66E0DE-9F7D-B9FE-EBA8-00B035023DF0}"/>
              </a:ext>
            </a:extLst>
          </p:cNvPr>
          <p:cNvSpPr txBox="1"/>
          <p:nvPr/>
        </p:nvSpPr>
        <p:spPr>
          <a:xfrm>
            <a:off x="419710" y="4735068"/>
            <a:ext cx="5331866" cy="1320089"/>
          </a:xfrm>
          <a:prstGeom prst="rect">
            <a:avLst/>
          </a:prstGeom>
          <a:noFill/>
        </p:spPr>
        <p:txBody>
          <a:bodyPr vert="horz" lIns="0" tIns="0" rIns="0" bIns="0" rtlCol="0" anchor="t">
            <a:noAutofit/>
          </a:bodyPr>
          <a:lstStyle/>
          <a:p>
            <a:pPr>
              <a:spcAft>
                <a:spcPts val="700"/>
              </a:spcAft>
            </a:pPr>
            <a:r>
              <a:rPr lang="en-CA" sz="2200">
                <a:solidFill>
                  <a:srgbClr val="000000"/>
                </a:solidFill>
                <a:latin typeface="Fira Sans" panose="020B0503050000020004" pitchFamily="34" charset="0"/>
              </a:rPr>
              <a:t>Support document-related work.</a:t>
            </a:r>
          </a:p>
        </p:txBody>
      </p:sp>
      <p:sp>
        <p:nvSpPr>
          <p:cNvPr id="13" name="Rectangle 12">
            <a:extLst>
              <a:ext uri="{FF2B5EF4-FFF2-40B4-BE49-F238E27FC236}">
                <a16:creationId xmlns:a16="http://schemas.microsoft.com/office/drawing/2014/main" id="{2005C2B4-E9C5-D11E-65D6-C62A7246E715}"/>
              </a:ext>
            </a:extLst>
          </p:cNvPr>
          <p:cNvSpPr/>
          <p:nvPr/>
        </p:nvSpPr>
        <p:spPr>
          <a:xfrm>
            <a:off x="6292901" y="1543507"/>
            <a:ext cx="5493714" cy="220096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4" name="Card heading">
            <a:extLst>
              <a:ext uri="{FF2B5EF4-FFF2-40B4-BE49-F238E27FC236}">
                <a16:creationId xmlns:a16="http://schemas.microsoft.com/office/drawing/2014/main" id="{4EF48632-C357-FFC1-F5A2-17FA2C7B9A8C}"/>
              </a:ext>
            </a:extLst>
          </p:cNvPr>
          <p:cNvSpPr txBox="1"/>
          <p:nvPr/>
        </p:nvSpPr>
        <p:spPr>
          <a:xfrm>
            <a:off x="6439205" y="1689810"/>
            <a:ext cx="5201107"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CRM</a:t>
            </a:r>
          </a:p>
        </p:txBody>
      </p:sp>
      <p:sp>
        <p:nvSpPr>
          <p:cNvPr id="15" name="Card body">
            <a:extLst>
              <a:ext uri="{FF2B5EF4-FFF2-40B4-BE49-F238E27FC236}">
                <a16:creationId xmlns:a16="http://schemas.microsoft.com/office/drawing/2014/main" id="{904BE07C-288F-1AAF-5736-93AA0A8F4193}"/>
              </a:ext>
            </a:extLst>
          </p:cNvPr>
          <p:cNvSpPr txBox="1"/>
          <p:nvPr/>
        </p:nvSpPr>
        <p:spPr>
          <a:xfrm>
            <a:off x="6439205" y="2278075"/>
            <a:ext cx="5201107" cy="1320089"/>
          </a:xfrm>
          <a:prstGeom prst="rect">
            <a:avLst/>
          </a:prstGeom>
          <a:noFill/>
        </p:spPr>
        <p:txBody>
          <a:bodyPr vert="horz" lIns="0" tIns="0" rIns="0" bIns="0" rtlCol="0" anchor="t">
            <a:noAutofit/>
          </a:bodyPr>
          <a:lstStyle/>
          <a:p>
            <a:pPr>
              <a:spcAft>
                <a:spcPts val="700"/>
              </a:spcAft>
            </a:pPr>
            <a:r>
              <a:rPr lang="en-US" sz="2200">
                <a:solidFill>
                  <a:srgbClr val="000000"/>
                </a:solidFill>
                <a:latin typeface="Fira Sans" panose="020B0503050000020004" pitchFamily="34" charset="0"/>
              </a:rPr>
              <a:t>Compare client information between systems.</a:t>
            </a:r>
            <a:endParaRPr lang="en-CA" sz="2200">
              <a:solidFill>
                <a:srgbClr val="000000"/>
              </a:solidFill>
              <a:latin typeface="Fira Sans" panose="020B0503050000020004" pitchFamily="34" charset="0"/>
            </a:endParaRPr>
          </a:p>
        </p:txBody>
      </p:sp>
      <p:sp>
        <p:nvSpPr>
          <p:cNvPr id="16" name="Rectangle 15">
            <a:extLst>
              <a:ext uri="{FF2B5EF4-FFF2-40B4-BE49-F238E27FC236}">
                <a16:creationId xmlns:a16="http://schemas.microsoft.com/office/drawing/2014/main" id="{560C3AF6-6D0A-A511-9F81-2AC0EDD4C289}"/>
              </a:ext>
            </a:extLst>
          </p:cNvPr>
          <p:cNvSpPr/>
          <p:nvPr/>
        </p:nvSpPr>
        <p:spPr>
          <a:xfrm>
            <a:off x="6292901" y="4000500"/>
            <a:ext cx="5493714" cy="220096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7" name="Card heading">
            <a:extLst>
              <a:ext uri="{FF2B5EF4-FFF2-40B4-BE49-F238E27FC236}">
                <a16:creationId xmlns:a16="http://schemas.microsoft.com/office/drawing/2014/main" id="{1B455AA8-2F45-6EF5-3C7B-F41ED3D4BADC}"/>
              </a:ext>
            </a:extLst>
          </p:cNvPr>
          <p:cNvSpPr txBox="1"/>
          <p:nvPr/>
        </p:nvSpPr>
        <p:spPr>
          <a:xfrm>
            <a:off x="6439205" y="4146803"/>
            <a:ext cx="5201107"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Dashboard</a:t>
            </a:r>
          </a:p>
        </p:txBody>
      </p:sp>
      <p:sp>
        <p:nvSpPr>
          <p:cNvPr id="18" name="Card body">
            <a:extLst>
              <a:ext uri="{FF2B5EF4-FFF2-40B4-BE49-F238E27FC236}">
                <a16:creationId xmlns:a16="http://schemas.microsoft.com/office/drawing/2014/main" id="{D47FD9B6-7952-3BCC-CFE3-69C1D3752E5A}"/>
              </a:ext>
            </a:extLst>
          </p:cNvPr>
          <p:cNvSpPr txBox="1"/>
          <p:nvPr/>
        </p:nvSpPr>
        <p:spPr>
          <a:xfrm>
            <a:off x="6439205" y="4735068"/>
            <a:ext cx="5201107" cy="1320089"/>
          </a:xfrm>
          <a:prstGeom prst="rect">
            <a:avLst/>
          </a:prstGeom>
          <a:noFill/>
        </p:spPr>
        <p:txBody>
          <a:bodyPr vert="horz" lIns="0" tIns="0" rIns="0" bIns="0" rtlCol="0" anchor="t">
            <a:noAutofit/>
          </a:bodyPr>
          <a:lstStyle/>
          <a:p>
            <a:pPr>
              <a:spcAft>
                <a:spcPts val="700"/>
              </a:spcAft>
            </a:pPr>
            <a:r>
              <a:rPr lang="en-US" sz="2200">
                <a:solidFill>
                  <a:srgbClr val="000000"/>
                </a:solidFill>
                <a:latin typeface="Fira Sans" panose="020B0503050000020004" pitchFamily="34" charset="0"/>
              </a:rPr>
              <a:t>Present a focused view of firm activity.</a:t>
            </a:r>
            <a:endParaRPr lang="en-CA" sz="22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3682894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5DCE19D-7A63-2DE9-6E3E-31BE39517A48}"/>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Start with the workflow and the available guidance</a:t>
            </a:r>
            <a:endParaRPr lang="en-CA" sz="3200">
              <a:solidFill>
                <a:srgbClr val="000000"/>
              </a:solidFill>
              <a:latin typeface="Fira Sans Light" panose="020B0403050000020004" pitchFamily="34" charset="0"/>
            </a:endParaRPr>
          </a:p>
        </p:txBody>
      </p:sp>
      <p:sp>
        <p:nvSpPr>
          <p:cNvPr id="6" name="Slide Number Placeholder 5">
            <a:extLst>
              <a:ext uri="{FF2B5EF4-FFF2-40B4-BE49-F238E27FC236}">
                <a16:creationId xmlns:a16="http://schemas.microsoft.com/office/drawing/2014/main" id="{B93C07F6-E5DB-175C-B44F-4D104D9094C9}"/>
              </a:ext>
            </a:extLst>
          </p:cNvPr>
          <p:cNvSpPr>
            <a:spLocks noGrp="1"/>
          </p:cNvSpPr>
          <p:nvPr>
            <p:ph type="sldNum" sz="quarter" idx="13"/>
          </p:nvPr>
        </p:nvSpPr>
        <p:spPr/>
        <p:txBody>
          <a:bodyPr/>
          <a:lstStyle/>
          <a:p>
            <a:fld id="{C3C3236D-FB65-584A-8227-5A449D06E62A}" type="slidenum">
              <a:rPr lang="en-US" smtClean="0"/>
              <a:pPr/>
              <a:t>12</a:t>
            </a:fld>
            <a:endParaRPr lang="en-US"/>
          </a:p>
        </p:txBody>
      </p:sp>
      <p:sp>
        <p:nvSpPr>
          <p:cNvPr id="7" name="Footer Placeholder 6">
            <a:extLst>
              <a:ext uri="{FF2B5EF4-FFF2-40B4-BE49-F238E27FC236}">
                <a16:creationId xmlns:a16="http://schemas.microsoft.com/office/drawing/2014/main" id="{0533018C-5D2C-25CE-8F81-6210E71DC765}"/>
              </a:ext>
            </a:extLst>
          </p:cNvPr>
          <p:cNvSpPr>
            <a:spLocks noGrp="1"/>
          </p:cNvSpPr>
          <p:nvPr>
            <p:ph type="ftr" sz="quarter" idx="18"/>
          </p:nvPr>
        </p:nvSpPr>
        <p:spPr/>
        <p:txBody>
          <a:bodyPr/>
          <a:lstStyle/>
          <a:p>
            <a:r>
              <a:rPr lang="en-US"/>
              <a:t>#CCHConnections</a:t>
            </a:r>
            <a:endParaRPr lang="en-US" dirty="0"/>
          </a:p>
        </p:txBody>
      </p:sp>
      <p:sp>
        <p:nvSpPr>
          <p:cNvPr id="8" name="Card heading">
            <a:extLst>
              <a:ext uri="{FF2B5EF4-FFF2-40B4-BE49-F238E27FC236}">
                <a16:creationId xmlns:a16="http://schemas.microsoft.com/office/drawing/2014/main" id="{8BE4746F-70CD-DBA7-7F9C-F1659FA46E12}"/>
              </a:ext>
            </a:extLst>
          </p:cNvPr>
          <p:cNvSpPr txBox="1"/>
          <p:nvPr/>
        </p:nvSpPr>
        <p:spPr>
          <a:xfrm>
            <a:off x="335585" y="1572767"/>
            <a:ext cx="3510381"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Developer Portal</a:t>
            </a:r>
          </a:p>
        </p:txBody>
      </p:sp>
      <p:sp>
        <p:nvSpPr>
          <p:cNvPr id="9" name="Card body">
            <a:extLst>
              <a:ext uri="{FF2B5EF4-FFF2-40B4-BE49-F238E27FC236}">
                <a16:creationId xmlns:a16="http://schemas.microsoft.com/office/drawing/2014/main" id="{18049C1B-9574-4518-3E1C-2ECEE411CB74}"/>
              </a:ext>
            </a:extLst>
          </p:cNvPr>
          <p:cNvSpPr txBox="1"/>
          <p:nvPr/>
        </p:nvSpPr>
        <p:spPr>
          <a:xfrm>
            <a:off x="335585" y="2206751"/>
            <a:ext cx="3510381" cy="37834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Review the capabilities and documentation.</a:t>
            </a:r>
            <a:endParaRPr lang="en-CA">
              <a:solidFill>
                <a:srgbClr val="000000"/>
              </a:solidFill>
              <a:latin typeface="Fira Sans" panose="020B0503050000020004" pitchFamily="34" charset="0"/>
            </a:endParaRPr>
          </a:p>
        </p:txBody>
      </p:sp>
      <p:sp>
        <p:nvSpPr>
          <p:cNvPr id="10" name="Card heading">
            <a:extLst>
              <a:ext uri="{FF2B5EF4-FFF2-40B4-BE49-F238E27FC236}">
                <a16:creationId xmlns:a16="http://schemas.microsoft.com/office/drawing/2014/main" id="{CF41CC7D-85C8-6ECE-7016-11AB88E0F33F}"/>
              </a:ext>
            </a:extLst>
          </p:cNvPr>
          <p:cNvSpPr txBox="1"/>
          <p:nvPr/>
        </p:nvSpPr>
        <p:spPr>
          <a:xfrm>
            <a:off x="4334256" y="1572767"/>
            <a:ext cx="3570732"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Training and consulting</a:t>
            </a:r>
          </a:p>
        </p:txBody>
      </p:sp>
      <p:sp>
        <p:nvSpPr>
          <p:cNvPr id="11" name="Card body">
            <a:extLst>
              <a:ext uri="{FF2B5EF4-FFF2-40B4-BE49-F238E27FC236}">
                <a16:creationId xmlns:a16="http://schemas.microsoft.com/office/drawing/2014/main" id="{5A9FED95-E099-69D3-E348-DA02558BB482}"/>
              </a:ext>
            </a:extLst>
          </p:cNvPr>
          <p:cNvSpPr txBox="1"/>
          <p:nvPr/>
        </p:nvSpPr>
        <p:spPr>
          <a:xfrm>
            <a:off x="4334256" y="2206751"/>
            <a:ext cx="3570732" cy="3783482"/>
          </a:xfrm>
          <a:prstGeom prst="rect">
            <a:avLst/>
          </a:prstGeom>
          <a:noFill/>
        </p:spPr>
        <p:txBody>
          <a:bodyPr vert="horz" lIns="0" tIns="0" rIns="0" bIns="0" rtlCol="0" anchor="t">
            <a:noAutofit/>
          </a:bodyPr>
          <a:lstStyle/>
          <a:p>
            <a:pPr>
              <a:spcAft>
                <a:spcPts val="700"/>
              </a:spcAft>
            </a:pPr>
            <a:r>
              <a:rPr lang="en-CA">
                <a:solidFill>
                  <a:srgbClr val="000000"/>
                </a:solidFill>
                <a:latin typeface="Fira Sans" panose="020B0503050000020004" pitchFamily="34" charset="0"/>
              </a:rPr>
              <a:t>Confirm the implementation support available.</a:t>
            </a:r>
          </a:p>
        </p:txBody>
      </p:sp>
      <p:sp>
        <p:nvSpPr>
          <p:cNvPr id="12" name="Card heading">
            <a:extLst>
              <a:ext uri="{FF2B5EF4-FFF2-40B4-BE49-F238E27FC236}">
                <a16:creationId xmlns:a16="http://schemas.microsoft.com/office/drawing/2014/main" id="{183D0D41-B43A-7F00-6142-47F37CEA2324}"/>
              </a:ext>
            </a:extLst>
          </p:cNvPr>
          <p:cNvSpPr txBox="1"/>
          <p:nvPr/>
        </p:nvSpPr>
        <p:spPr>
          <a:xfrm>
            <a:off x="8394192" y="1572767"/>
            <a:ext cx="3351276"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CCH Marketplace</a:t>
            </a:r>
          </a:p>
        </p:txBody>
      </p:sp>
      <p:sp>
        <p:nvSpPr>
          <p:cNvPr id="13" name="Card body">
            <a:extLst>
              <a:ext uri="{FF2B5EF4-FFF2-40B4-BE49-F238E27FC236}">
                <a16:creationId xmlns:a16="http://schemas.microsoft.com/office/drawing/2014/main" id="{E067ED19-AD2C-3CA8-67D2-11D473EBB0EB}"/>
              </a:ext>
            </a:extLst>
          </p:cNvPr>
          <p:cNvSpPr txBox="1"/>
          <p:nvPr/>
        </p:nvSpPr>
        <p:spPr>
          <a:xfrm>
            <a:off x="8394192" y="2206751"/>
            <a:ext cx="3351276" cy="37834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Review existing solutions before building.</a:t>
            </a:r>
            <a:endParaRPr lang="en-CA">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1156037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DE83F9-6CDA-215F-1335-F86472334F18}"/>
              </a:ext>
            </a:extLst>
          </p:cNvPr>
          <p:cNvSpPr>
            <a:spLocks noGrp="1"/>
          </p:cNvSpPr>
          <p:nvPr>
            <p:ph type="sldNum" sz="quarter" idx="13"/>
          </p:nvPr>
        </p:nvSpPr>
        <p:spPr/>
        <p:txBody>
          <a:bodyPr/>
          <a:lstStyle/>
          <a:p>
            <a:fld id="{C3C3236D-FB65-584A-8227-5A449D06E62A}" type="slidenum">
              <a:rPr lang="en-US" smtClean="0"/>
              <a:pPr/>
              <a:t>13</a:t>
            </a:fld>
            <a:endParaRPr lang="en-US"/>
          </a:p>
        </p:txBody>
      </p:sp>
      <p:sp>
        <p:nvSpPr>
          <p:cNvPr id="3" name="Footer Placeholder 2">
            <a:extLst>
              <a:ext uri="{FF2B5EF4-FFF2-40B4-BE49-F238E27FC236}">
                <a16:creationId xmlns:a16="http://schemas.microsoft.com/office/drawing/2014/main" id="{0487FEA6-3C8F-E2A2-F0A7-0DA86A8B5038}"/>
              </a:ext>
            </a:extLst>
          </p:cNvPr>
          <p:cNvSpPr>
            <a:spLocks noGrp="1"/>
          </p:cNvSpPr>
          <p:nvPr>
            <p:ph type="ftr" sz="quarter" idx="18"/>
          </p:nvPr>
        </p:nvSpPr>
        <p:spPr/>
        <p:txBody>
          <a:bodyPr/>
          <a:lstStyle/>
          <a:p>
            <a:r>
              <a:rPr lang="en-US"/>
              <a:t>#CCHConnections</a:t>
            </a:r>
            <a:endParaRPr lang="en-US" dirty="0"/>
          </a:p>
        </p:txBody>
      </p:sp>
      <p:sp>
        <p:nvSpPr>
          <p:cNvPr id="4" name="Title 3">
            <a:extLst>
              <a:ext uri="{FF2B5EF4-FFF2-40B4-BE49-F238E27FC236}">
                <a16:creationId xmlns:a16="http://schemas.microsoft.com/office/drawing/2014/main" id="{C0FF2ED9-BC0A-B0A8-6583-5496A1529DFB}"/>
              </a:ext>
            </a:extLst>
          </p:cNvPr>
          <p:cNvSpPr>
            <a:spLocks noGrp="1"/>
          </p:cNvSpPr>
          <p:nvPr>
            <p:ph type="title"/>
          </p:nvPr>
        </p:nvSpPr>
        <p:spPr/>
        <p:txBody>
          <a:bodyPr lIns="91440" tIns="0" rIns="0" bIns="0" anchor="t"/>
          <a:lstStyle/>
          <a:p>
            <a:pPr>
              <a:spcAft>
                <a:spcPts val="700"/>
              </a:spcAft>
            </a:pPr>
            <a:r>
              <a:rPr lang="en-US" sz="3200">
                <a:solidFill>
                  <a:srgbClr val="FFFFFF"/>
                </a:solidFill>
                <a:latin typeface="Fira Sans Light" panose="020B0403050000020004" pitchFamily="34" charset="0"/>
              </a:rPr>
              <a:t>See the workflow before the build</a:t>
            </a:r>
            <a:endParaRPr lang="en-CA" sz="3200">
              <a:solidFill>
                <a:srgbClr val="FFFFFF"/>
              </a:solidFill>
              <a:latin typeface="Fira Sans Light" panose="020B0403050000020004" pitchFamily="34" charset="0"/>
            </a:endParaRPr>
          </a:p>
        </p:txBody>
      </p:sp>
      <p:sp>
        <p:nvSpPr>
          <p:cNvPr id="6" name="List content">
            <a:extLst>
              <a:ext uri="{FF2B5EF4-FFF2-40B4-BE49-F238E27FC236}">
                <a16:creationId xmlns:a16="http://schemas.microsoft.com/office/drawing/2014/main" id="{A14BCAA9-2BB0-7C18-CFEE-E02A5A61733A}"/>
              </a:ext>
            </a:extLst>
          </p:cNvPr>
          <p:cNvSpPr txBox="1"/>
          <p:nvPr/>
        </p:nvSpPr>
        <p:spPr>
          <a:xfrm>
            <a:off x="4289451" y="752551"/>
            <a:ext cx="7430415" cy="4826203"/>
          </a:xfrm>
          <a:prstGeom prst="rect">
            <a:avLst/>
          </a:prstGeom>
          <a:noFill/>
        </p:spPr>
        <p:txBody>
          <a:bodyPr vert="horz" lIns="0" tIns="0" rIns="0" bIns="0" rtlCol="0" anchor="t">
            <a:noAutofit/>
          </a:bodyPr>
          <a:lstStyle/>
          <a:p>
            <a:pPr>
              <a:spcAft>
                <a:spcPts val="1500"/>
              </a:spcAft>
            </a:pPr>
            <a:r>
              <a:rPr lang="en-US">
                <a:solidFill>
                  <a:srgbClr val="FFFFFF"/>
                </a:solidFill>
                <a:latin typeface="Fira Sans" panose="020B0503050000020004" pitchFamily="34" charset="0"/>
              </a:rPr>
              <a:t>Proposed main demonstration: client address synchronization.</a:t>
            </a:r>
          </a:p>
          <a:p>
            <a:pPr>
              <a:spcAft>
                <a:spcPts val="1500"/>
              </a:spcAft>
            </a:pPr>
            <a:r>
              <a:rPr lang="en-US">
                <a:solidFill>
                  <a:srgbClr val="FFFFFF"/>
                </a:solidFill>
                <a:latin typeface="Fira Sans" panose="020B0503050000020004" pitchFamily="34" charset="0"/>
              </a:rPr>
              <a:t>Compare a spreadsheet with client records.</a:t>
            </a:r>
          </a:p>
          <a:p>
            <a:pPr>
              <a:spcAft>
                <a:spcPts val="1500"/>
              </a:spcAft>
            </a:pPr>
            <a:r>
              <a:rPr lang="en-US">
                <a:solidFill>
                  <a:srgbClr val="FFFFFF"/>
                </a:solidFill>
                <a:latin typeface="Fira Sans" panose="020B0503050000020004" pitchFamily="34" charset="0"/>
              </a:rPr>
              <a:t>Review proposed changes before applying them to the test firm.</a:t>
            </a:r>
          </a:p>
          <a:p>
            <a:pPr>
              <a:spcAft>
                <a:spcPts val="1500"/>
              </a:spcAft>
            </a:pPr>
            <a:r>
              <a:rPr lang="en-US">
                <a:solidFill>
                  <a:srgbClr val="FFFFFF"/>
                </a:solidFill>
                <a:latin typeface="Fira Sans" panose="020B0503050000020004" pitchFamily="34" charset="0"/>
              </a:rPr>
              <a:t>Read the records back to confirm the result.</a:t>
            </a:r>
            <a:endParaRPr lang="en-CA">
              <a:solidFill>
                <a:srgbClr val="FFFFFF"/>
              </a:solidFill>
              <a:latin typeface="Fira Sans" panose="020B0503050000020004" pitchFamily="34" charset="0"/>
            </a:endParaRPr>
          </a:p>
        </p:txBody>
      </p:sp>
      <p:sp>
        <p:nvSpPr>
          <p:cNvPr id="7" name="Draft Flag">
            <a:extLst>
              <a:ext uri="{FF2B5EF4-FFF2-40B4-BE49-F238E27FC236}">
                <a16:creationId xmlns:a16="http://schemas.microsoft.com/office/drawing/2014/main" id="{F20CC5A5-0869-6A63-3C92-AD306F94826E}"/>
              </a:ext>
            </a:extLst>
          </p:cNvPr>
          <p:cNvSpPr txBox="1"/>
          <p:nvPr/>
        </p:nvSpPr>
        <p:spPr>
          <a:xfrm>
            <a:off x="4216298" y="5907938"/>
            <a:ext cx="7640727" cy="274320"/>
          </a:xfrm>
          <a:prstGeom prst="rect">
            <a:avLst/>
          </a:prstGeom>
          <a:noFill/>
        </p:spPr>
        <p:txBody>
          <a:bodyPr vert="horz" lIns="0" tIns="0" rIns="0" bIns="0" rtlCol="0" anchor="t">
            <a:noAutofit/>
          </a:bodyPr>
          <a:lstStyle/>
          <a:p>
            <a:pPr>
              <a:spcAft>
                <a:spcPts val="700"/>
              </a:spcAft>
            </a:pPr>
            <a:r>
              <a:rPr lang="en-US" sz="1300">
                <a:solidFill>
                  <a:srgbClr val="FFFFFF"/>
                </a:solidFill>
                <a:latin typeface="Fira Sans" panose="020B0503050000020004" pitchFamily="34" charset="0"/>
              </a:rPr>
              <a:t>Proposed scenario: final selection and rehearsal pending</a:t>
            </a:r>
            <a:endParaRPr lang="en-CA" sz="1300">
              <a:solidFill>
                <a:srgbClr val="FFFFFF"/>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1670777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3EBCE-5BAB-5E92-CA51-191193B93381}"/>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Make the approval step visible in the demonstration</a:t>
            </a:r>
            <a:endParaRPr lang="en-CA" sz="3200">
              <a:solidFill>
                <a:srgbClr val="000000"/>
              </a:solidFill>
              <a:latin typeface="Fira Sans Light" panose="020B0403050000020004" pitchFamily="34" charset="0"/>
            </a:endParaRPr>
          </a:p>
        </p:txBody>
      </p:sp>
      <p:sp>
        <p:nvSpPr>
          <p:cNvPr id="4" name="Slide Number Placeholder 3">
            <a:extLst>
              <a:ext uri="{FF2B5EF4-FFF2-40B4-BE49-F238E27FC236}">
                <a16:creationId xmlns:a16="http://schemas.microsoft.com/office/drawing/2014/main" id="{BB6BB79F-EC07-2B3E-722F-C007053E1CF3}"/>
              </a:ext>
            </a:extLst>
          </p:cNvPr>
          <p:cNvSpPr>
            <a:spLocks noGrp="1"/>
          </p:cNvSpPr>
          <p:nvPr>
            <p:ph type="sldNum" sz="quarter" idx="13"/>
          </p:nvPr>
        </p:nvSpPr>
        <p:spPr/>
        <p:txBody>
          <a:bodyPr/>
          <a:lstStyle/>
          <a:p>
            <a:fld id="{C3C3236D-FB65-584A-8227-5A449D06E62A}" type="slidenum">
              <a:rPr lang="en-US" smtClean="0"/>
              <a:pPr/>
              <a:t>14</a:t>
            </a:fld>
            <a:endParaRPr lang="en-US"/>
          </a:p>
        </p:txBody>
      </p:sp>
      <p:sp>
        <p:nvSpPr>
          <p:cNvPr id="5" name="Footer Placeholder 4">
            <a:extLst>
              <a:ext uri="{FF2B5EF4-FFF2-40B4-BE49-F238E27FC236}">
                <a16:creationId xmlns:a16="http://schemas.microsoft.com/office/drawing/2014/main" id="{283BF673-AF7C-07BC-C03B-E3617A8EC468}"/>
              </a:ext>
            </a:extLst>
          </p:cNvPr>
          <p:cNvSpPr>
            <a:spLocks noGrp="1"/>
          </p:cNvSpPr>
          <p:nvPr>
            <p:ph type="ftr" sz="quarter" idx="18"/>
          </p:nvPr>
        </p:nvSpPr>
        <p:spPr/>
        <p:txBody>
          <a:bodyPr/>
          <a:lstStyle/>
          <a:p>
            <a:r>
              <a:rPr lang="en-US"/>
              <a:t>#CCHConnections</a:t>
            </a:r>
            <a:endParaRPr lang="en-US" dirty="0"/>
          </a:p>
        </p:txBody>
      </p:sp>
      <p:sp>
        <p:nvSpPr>
          <p:cNvPr id="6" name="Rectangle 5">
            <a:extLst>
              <a:ext uri="{FF2B5EF4-FFF2-40B4-BE49-F238E27FC236}">
                <a16:creationId xmlns:a16="http://schemas.microsoft.com/office/drawing/2014/main" id="{95FEF5D6-4392-CB4E-E7F0-4D9F4E9B6893}"/>
              </a:ext>
            </a:extLst>
          </p:cNvPr>
          <p:cNvSpPr/>
          <p:nvPr/>
        </p:nvSpPr>
        <p:spPr>
          <a:xfrm>
            <a:off x="346558" y="2409444"/>
            <a:ext cx="2068555"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7" name="Flow step">
            <a:extLst>
              <a:ext uri="{FF2B5EF4-FFF2-40B4-BE49-F238E27FC236}">
                <a16:creationId xmlns:a16="http://schemas.microsoft.com/office/drawing/2014/main" id="{C986B68E-DC60-1497-42CB-B3699C7E13C2}"/>
              </a:ext>
            </a:extLst>
          </p:cNvPr>
          <p:cNvSpPr txBox="1"/>
          <p:nvPr/>
        </p:nvSpPr>
        <p:spPr>
          <a:xfrm>
            <a:off x="465430" y="2574035"/>
            <a:ext cx="1830812"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Compare</a:t>
            </a:r>
          </a:p>
        </p:txBody>
      </p:sp>
      <p:sp>
        <p:nvSpPr>
          <p:cNvPr id="8" name="Flow explanation">
            <a:extLst>
              <a:ext uri="{FF2B5EF4-FFF2-40B4-BE49-F238E27FC236}">
                <a16:creationId xmlns:a16="http://schemas.microsoft.com/office/drawing/2014/main" id="{224BE792-E8E5-7B7B-515A-0EA7242A8AEE}"/>
              </a:ext>
            </a:extLst>
          </p:cNvPr>
          <p:cNvSpPr txBox="1"/>
          <p:nvPr/>
        </p:nvSpPr>
        <p:spPr>
          <a:xfrm>
            <a:off x="465430" y="3305555"/>
            <a:ext cx="1830812" cy="1298448"/>
          </a:xfrm>
          <a:prstGeom prst="rect">
            <a:avLst/>
          </a:prstGeom>
          <a:noFill/>
        </p:spPr>
        <p:txBody>
          <a:bodyPr vert="horz" lIns="0" tIns="0" rIns="0" bIns="0" rtlCol="0" anchor="t">
            <a:noAutofit/>
          </a:bodyPr>
          <a:lstStyle/>
          <a:p>
            <a:pPr>
              <a:spcAft>
                <a:spcPts val="700"/>
              </a:spcAft>
            </a:pPr>
            <a:r>
              <a:rPr lang="en-CA" sz="1900">
                <a:solidFill>
                  <a:srgbClr val="000000"/>
                </a:solidFill>
                <a:latin typeface="Fira Sans" panose="020B0503050000020004" pitchFamily="34" charset="0"/>
              </a:rPr>
              <a:t>Identify the differences.</a:t>
            </a:r>
          </a:p>
        </p:txBody>
      </p:sp>
      <p:cxnSp>
        <p:nvCxnSpPr>
          <p:cNvPr id="9" name="Straight Connector 8">
            <a:extLst>
              <a:ext uri="{FF2B5EF4-FFF2-40B4-BE49-F238E27FC236}">
                <a16:creationId xmlns:a16="http://schemas.microsoft.com/office/drawing/2014/main" id="{D2DE1099-94F2-EE53-3FBD-6C57481F71B1}"/>
              </a:ext>
            </a:extLst>
          </p:cNvPr>
          <p:cNvCxnSpPr/>
          <p:nvPr/>
        </p:nvCxnSpPr>
        <p:spPr>
          <a:xfrm>
            <a:off x="2442545" y="3575304"/>
            <a:ext cx="201168"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E0062CF2-16D7-AAE6-8A16-8818E2E1041D}"/>
              </a:ext>
            </a:extLst>
          </p:cNvPr>
          <p:cNvSpPr/>
          <p:nvPr/>
        </p:nvSpPr>
        <p:spPr>
          <a:xfrm>
            <a:off x="2671145" y="2409444"/>
            <a:ext cx="2068556"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1" name="Flow step">
            <a:extLst>
              <a:ext uri="{FF2B5EF4-FFF2-40B4-BE49-F238E27FC236}">
                <a16:creationId xmlns:a16="http://schemas.microsoft.com/office/drawing/2014/main" id="{6AF83F0D-313F-CB36-B5DC-2EAF4C38A893}"/>
              </a:ext>
            </a:extLst>
          </p:cNvPr>
          <p:cNvSpPr txBox="1"/>
          <p:nvPr/>
        </p:nvSpPr>
        <p:spPr>
          <a:xfrm>
            <a:off x="2790017" y="2574035"/>
            <a:ext cx="1830812"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Preview</a:t>
            </a:r>
          </a:p>
        </p:txBody>
      </p:sp>
      <p:sp>
        <p:nvSpPr>
          <p:cNvPr id="12" name="Flow explanation">
            <a:extLst>
              <a:ext uri="{FF2B5EF4-FFF2-40B4-BE49-F238E27FC236}">
                <a16:creationId xmlns:a16="http://schemas.microsoft.com/office/drawing/2014/main" id="{540425AE-C134-9A26-72F6-B321ABBB661B}"/>
              </a:ext>
            </a:extLst>
          </p:cNvPr>
          <p:cNvSpPr txBox="1"/>
          <p:nvPr/>
        </p:nvSpPr>
        <p:spPr>
          <a:xfrm>
            <a:off x="2790017" y="3305555"/>
            <a:ext cx="1830812" cy="1298448"/>
          </a:xfrm>
          <a:prstGeom prst="rect">
            <a:avLst/>
          </a:prstGeom>
          <a:noFill/>
        </p:spPr>
        <p:txBody>
          <a:bodyPr vert="horz" lIns="0" tIns="0" rIns="0" bIns="0" rtlCol="0" anchor="t">
            <a:noAutofit/>
          </a:bodyPr>
          <a:lstStyle/>
          <a:p>
            <a:pPr>
              <a:spcAft>
                <a:spcPts val="700"/>
              </a:spcAft>
            </a:pPr>
            <a:r>
              <a:rPr lang="en-CA" sz="1900">
                <a:solidFill>
                  <a:srgbClr val="000000"/>
                </a:solidFill>
                <a:latin typeface="Fira Sans" panose="020B0503050000020004" pitchFamily="34" charset="0"/>
              </a:rPr>
              <a:t>Show proposed changes.</a:t>
            </a:r>
          </a:p>
        </p:txBody>
      </p:sp>
      <p:cxnSp>
        <p:nvCxnSpPr>
          <p:cNvPr id="13" name="Straight Connector 12">
            <a:extLst>
              <a:ext uri="{FF2B5EF4-FFF2-40B4-BE49-F238E27FC236}">
                <a16:creationId xmlns:a16="http://schemas.microsoft.com/office/drawing/2014/main" id="{FE0CD56A-83BB-2812-9521-7F0D03CE1186}"/>
              </a:ext>
            </a:extLst>
          </p:cNvPr>
          <p:cNvCxnSpPr/>
          <p:nvPr/>
        </p:nvCxnSpPr>
        <p:spPr>
          <a:xfrm>
            <a:off x="4767133" y="3575304"/>
            <a:ext cx="201168"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0E2A5B88-BB8D-1CAD-B9E5-4AD7AC07A835}"/>
              </a:ext>
            </a:extLst>
          </p:cNvPr>
          <p:cNvSpPr/>
          <p:nvPr/>
        </p:nvSpPr>
        <p:spPr>
          <a:xfrm>
            <a:off x="4995733" y="2409444"/>
            <a:ext cx="2068556" cy="2331720"/>
          </a:xfrm>
          <a:prstGeom prst="rect">
            <a:avLst/>
          </a:prstGeom>
          <a:solidFill>
            <a:srgbClr val="000000"/>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5" name="Flow step">
            <a:extLst>
              <a:ext uri="{FF2B5EF4-FFF2-40B4-BE49-F238E27FC236}">
                <a16:creationId xmlns:a16="http://schemas.microsoft.com/office/drawing/2014/main" id="{395B4391-60D0-BBAB-32D0-73C576DAF97D}"/>
              </a:ext>
            </a:extLst>
          </p:cNvPr>
          <p:cNvSpPr txBox="1"/>
          <p:nvPr/>
        </p:nvSpPr>
        <p:spPr>
          <a:xfrm>
            <a:off x="5114605" y="2574035"/>
            <a:ext cx="1830812" cy="548640"/>
          </a:xfrm>
          <a:prstGeom prst="rect">
            <a:avLst/>
          </a:prstGeom>
          <a:noFill/>
        </p:spPr>
        <p:txBody>
          <a:bodyPr vert="horz" lIns="0" tIns="0" rIns="0" bIns="0" rtlCol="0" anchor="t">
            <a:noAutofit/>
          </a:bodyPr>
          <a:lstStyle/>
          <a:p>
            <a:pPr>
              <a:spcAft>
                <a:spcPts val="700"/>
              </a:spcAft>
            </a:pPr>
            <a:r>
              <a:rPr lang="en-CA" sz="2300" b="1">
                <a:solidFill>
                  <a:srgbClr val="FFFFFF"/>
                </a:solidFill>
                <a:latin typeface="Fira Sans" panose="020B0503050000020004" pitchFamily="34" charset="0"/>
              </a:rPr>
              <a:t>Approve</a:t>
            </a:r>
          </a:p>
        </p:txBody>
      </p:sp>
      <p:sp>
        <p:nvSpPr>
          <p:cNvPr id="16" name="Flow explanation">
            <a:extLst>
              <a:ext uri="{FF2B5EF4-FFF2-40B4-BE49-F238E27FC236}">
                <a16:creationId xmlns:a16="http://schemas.microsoft.com/office/drawing/2014/main" id="{813F3319-A747-8A8D-213C-CB92D56B825E}"/>
              </a:ext>
            </a:extLst>
          </p:cNvPr>
          <p:cNvSpPr txBox="1"/>
          <p:nvPr/>
        </p:nvSpPr>
        <p:spPr>
          <a:xfrm>
            <a:off x="5114605" y="3305555"/>
            <a:ext cx="1830812" cy="1298448"/>
          </a:xfrm>
          <a:prstGeom prst="rect">
            <a:avLst/>
          </a:prstGeom>
          <a:noFill/>
        </p:spPr>
        <p:txBody>
          <a:bodyPr vert="horz" lIns="0" tIns="0" rIns="0" bIns="0" rtlCol="0" anchor="t">
            <a:noAutofit/>
          </a:bodyPr>
          <a:lstStyle/>
          <a:p>
            <a:pPr>
              <a:spcAft>
                <a:spcPts val="700"/>
              </a:spcAft>
            </a:pPr>
            <a:r>
              <a:rPr lang="en-US" sz="1900">
                <a:solidFill>
                  <a:srgbClr val="FFFFFF"/>
                </a:solidFill>
                <a:latin typeface="Fira Sans" panose="020B0503050000020004" pitchFamily="34" charset="0"/>
              </a:rPr>
              <a:t>A person authorizes the change.</a:t>
            </a:r>
            <a:endParaRPr lang="en-CA" sz="1900">
              <a:solidFill>
                <a:srgbClr val="FFFFFF"/>
              </a:solidFill>
              <a:latin typeface="Fira Sans" panose="020B0503050000020004" pitchFamily="34" charset="0"/>
            </a:endParaRPr>
          </a:p>
        </p:txBody>
      </p:sp>
      <p:cxnSp>
        <p:nvCxnSpPr>
          <p:cNvPr id="17" name="Straight Connector 16">
            <a:extLst>
              <a:ext uri="{FF2B5EF4-FFF2-40B4-BE49-F238E27FC236}">
                <a16:creationId xmlns:a16="http://schemas.microsoft.com/office/drawing/2014/main" id="{B49D8899-2588-5110-D32D-7B1FE6C6FBE4}"/>
              </a:ext>
            </a:extLst>
          </p:cNvPr>
          <p:cNvCxnSpPr/>
          <p:nvPr/>
        </p:nvCxnSpPr>
        <p:spPr>
          <a:xfrm>
            <a:off x="7091721" y="3575304"/>
            <a:ext cx="201168"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284C3605-94D3-9BB0-5788-E7D06508A8F0}"/>
              </a:ext>
            </a:extLst>
          </p:cNvPr>
          <p:cNvSpPr/>
          <p:nvPr/>
        </p:nvSpPr>
        <p:spPr>
          <a:xfrm>
            <a:off x="7320321" y="2409444"/>
            <a:ext cx="2068556"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9" name="Flow step">
            <a:extLst>
              <a:ext uri="{FF2B5EF4-FFF2-40B4-BE49-F238E27FC236}">
                <a16:creationId xmlns:a16="http://schemas.microsoft.com/office/drawing/2014/main" id="{9909124E-374D-F6CB-534E-EC87FCB81771}"/>
              </a:ext>
            </a:extLst>
          </p:cNvPr>
          <p:cNvSpPr txBox="1"/>
          <p:nvPr/>
        </p:nvSpPr>
        <p:spPr>
          <a:xfrm>
            <a:off x="7439192" y="2574035"/>
            <a:ext cx="1830812"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Apply</a:t>
            </a:r>
          </a:p>
        </p:txBody>
      </p:sp>
      <p:sp>
        <p:nvSpPr>
          <p:cNvPr id="20" name="Flow explanation">
            <a:extLst>
              <a:ext uri="{FF2B5EF4-FFF2-40B4-BE49-F238E27FC236}">
                <a16:creationId xmlns:a16="http://schemas.microsoft.com/office/drawing/2014/main" id="{2006D1FE-6DCA-FD84-B6ED-AB975BA26088}"/>
              </a:ext>
            </a:extLst>
          </p:cNvPr>
          <p:cNvSpPr txBox="1"/>
          <p:nvPr/>
        </p:nvSpPr>
        <p:spPr>
          <a:xfrm>
            <a:off x="7439192" y="3305555"/>
            <a:ext cx="1830812" cy="1298448"/>
          </a:xfrm>
          <a:prstGeom prst="rect">
            <a:avLst/>
          </a:prstGeom>
          <a:noFill/>
        </p:spPr>
        <p:txBody>
          <a:bodyPr vert="horz" lIns="0" tIns="0" rIns="0" bIns="0" rtlCol="0" anchor="t">
            <a:noAutofit/>
          </a:bodyPr>
          <a:lstStyle/>
          <a:p>
            <a:pPr>
              <a:spcAft>
                <a:spcPts val="700"/>
              </a:spcAft>
            </a:pPr>
            <a:r>
              <a:rPr lang="en-US" sz="1900">
                <a:solidFill>
                  <a:srgbClr val="000000"/>
                </a:solidFill>
                <a:latin typeface="Fira Sans" panose="020B0503050000020004" pitchFamily="34" charset="0"/>
              </a:rPr>
              <a:t>Use only the test firm.</a:t>
            </a:r>
            <a:endParaRPr lang="en-CA" sz="1900">
              <a:solidFill>
                <a:srgbClr val="000000"/>
              </a:solidFill>
              <a:latin typeface="Fira Sans" panose="020B0503050000020004" pitchFamily="34" charset="0"/>
            </a:endParaRPr>
          </a:p>
        </p:txBody>
      </p:sp>
      <p:cxnSp>
        <p:nvCxnSpPr>
          <p:cNvPr id="21" name="Straight Connector 20">
            <a:extLst>
              <a:ext uri="{FF2B5EF4-FFF2-40B4-BE49-F238E27FC236}">
                <a16:creationId xmlns:a16="http://schemas.microsoft.com/office/drawing/2014/main" id="{06280E88-7EAE-2B04-C562-0E73150850B9}"/>
              </a:ext>
            </a:extLst>
          </p:cNvPr>
          <p:cNvCxnSpPr/>
          <p:nvPr/>
        </p:nvCxnSpPr>
        <p:spPr>
          <a:xfrm>
            <a:off x="9416308" y="3575304"/>
            <a:ext cx="201169"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74F392E9-6E8B-D0CA-CA50-8ECB445F158B}"/>
              </a:ext>
            </a:extLst>
          </p:cNvPr>
          <p:cNvSpPr/>
          <p:nvPr/>
        </p:nvSpPr>
        <p:spPr>
          <a:xfrm>
            <a:off x="9644908" y="2409444"/>
            <a:ext cx="2068556"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23" name="Flow step">
            <a:extLst>
              <a:ext uri="{FF2B5EF4-FFF2-40B4-BE49-F238E27FC236}">
                <a16:creationId xmlns:a16="http://schemas.microsoft.com/office/drawing/2014/main" id="{CF054CBD-EDDB-5C83-83ED-C5F39FB782A9}"/>
              </a:ext>
            </a:extLst>
          </p:cNvPr>
          <p:cNvSpPr txBox="1"/>
          <p:nvPr/>
        </p:nvSpPr>
        <p:spPr>
          <a:xfrm>
            <a:off x="9763780" y="2574035"/>
            <a:ext cx="1830812"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Read back</a:t>
            </a:r>
          </a:p>
        </p:txBody>
      </p:sp>
      <p:sp>
        <p:nvSpPr>
          <p:cNvPr id="24" name="Flow explanation">
            <a:extLst>
              <a:ext uri="{FF2B5EF4-FFF2-40B4-BE49-F238E27FC236}">
                <a16:creationId xmlns:a16="http://schemas.microsoft.com/office/drawing/2014/main" id="{F20D6EBD-BADF-ADCD-86FA-F96B108008AC}"/>
              </a:ext>
            </a:extLst>
          </p:cNvPr>
          <p:cNvSpPr txBox="1"/>
          <p:nvPr/>
        </p:nvSpPr>
        <p:spPr>
          <a:xfrm>
            <a:off x="9763780" y="3305555"/>
            <a:ext cx="1830812" cy="1298448"/>
          </a:xfrm>
          <a:prstGeom prst="rect">
            <a:avLst/>
          </a:prstGeom>
          <a:noFill/>
        </p:spPr>
        <p:txBody>
          <a:bodyPr vert="horz" lIns="0" tIns="0" rIns="0" bIns="0" rtlCol="0" anchor="t">
            <a:noAutofit/>
          </a:bodyPr>
          <a:lstStyle/>
          <a:p>
            <a:pPr>
              <a:spcAft>
                <a:spcPts val="700"/>
              </a:spcAft>
            </a:pPr>
            <a:r>
              <a:rPr lang="en-CA" sz="1900">
                <a:solidFill>
                  <a:srgbClr val="000000"/>
                </a:solidFill>
                <a:latin typeface="Fira Sans" panose="020B0503050000020004" pitchFamily="34" charset="0"/>
              </a:rPr>
              <a:t>Confirm the updated records.</a:t>
            </a:r>
          </a:p>
        </p:txBody>
      </p:sp>
      <p:sp>
        <p:nvSpPr>
          <p:cNvPr id="25" name="Draft Flag">
            <a:extLst>
              <a:ext uri="{FF2B5EF4-FFF2-40B4-BE49-F238E27FC236}">
                <a16:creationId xmlns:a16="http://schemas.microsoft.com/office/drawing/2014/main" id="{880E4C0A-58AD-2C44-EBB7-B8AD3732B4F4}"/>
              </a:ext>
            </a:extLst>
          </p:cNvPr>
          <p:cNvSpPr txBox="1"/>
          <p:nvPr/>
        </p:nvSpPr>
        <p:spPr>
          <a:xfrm>
            <a:off x="273406" y="5908853"/>
            <a:ext cx="11577218" cy="274320"/>
          </a:xfrm>
          <a:prstGeom prst="rect">
            <a:avLst/>
          </a:prstGeom>
          <a:noFill/>
        </p:spPr>
        <p:txBody>
          <a:bodyPr vert="horz" lIns="0" tIns="0" rIns="0" bIns="0" rtlCol="0" anchor="t">
            <a:noAutofit/>
          </a:bodyPr>
          <a:lstStyle/>
          <a:p>
            <a:pPr>
              <a:spcAft>
                <a:spcPts val="700"/>
              </a:spcAft>
            </a:pPr>
            <a:r>
              <a:rPr lang="en-US" sz="1300">
                <a:solidFill>
                  <a:srgbClr val="000000"/>
                </a:solidFill>
                <a:latin typeface="Fira Sans" panose="020B0503050000020004" pitchFamily="34" charset="0"/>
              </a:rPr>
              <a:t>Live-demo cue, not evidence that the application is ready</a:t>
            </a:r>
            <a:endParaRPr lang="en-CA" sz="13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838937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2AEC1-DB66-887A-3E48-75935A8961D5}"/>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Show what guided the build and what people corrected</a:t>
            </a:r>
            <a:endParaRPr lang="en-CA" sz="3200">
              <a:solidFill>
                <a:srgbClr val="000000"/>
              </a:solidFill>
              <a:latin typeface="Fira Sans Light" panose="020B0403050000020004" pitchFamily="34" charset="0"/>
            </a:endParaRPr>
          </a:p>
        </p:txBody>
      </p:sp>
      <p:sp>
        <p:nvSpPr>
          <p:cNvPr id="4" name="Slide Number Placeholder 3">
            <a:extLst>
              <a:ext uri="{FF2B5EF4-FFF2-40B4-BE49-F238E27FC236}">
                <a16:creationId xmlns:a16="http://schemas.microsoft.com/office/drawing/2014/main" id="{E5CBF8ED-358D-4DD2-5625-8913FD01CB79}"/>
              </a:ext>
            </a:extLst>
          </p:cNvPr>
          <p:cNvSpPr>
            <a:spLocks noGrp="1"/>
          </p:cNvSpPr>
          <p:nvPr>
            <p:ph type="sldNum" sz="quarter" idx="13"/>
          </p:nvPr>
        </p:nvSpPr>
        <p:spPr/>
        <p:txBody>
          <a:bodyPr/>
          <a:lstStyle/>
          <a:p>
            <a:fld id="{C3C3236D-FB65-584A-8227-5A449D06E62A}" type="slidenum">
              <a:rPr lang="en-US" smtClean="0"/>
              <a:pPr/>
              <a:t>15</a:t>
            </a:fld>
            <a:endParaRPr lang="en-US"/>
          </a:p>
        </p:txBody>
      </p:sp>
      <p:sp>
        <p:nvSpPr>
          <p:cNvPr id="5" name="Footer Placeholder 4">
            <a:extLst>
              <a:ext uri="{FF2B5EF4-FFF2-40B4-BE49-F238E27FC236}">
                <a16:creationId xmlns:a16="http://schemas.microsoft.com/office/drawing/2014/main" id="{17CA4218-B53F-3D0A-7732-B7FDA12D2C2B}"/>
              </a:ext>
            </a:extLst>
          </p:cNvPr>
          <p:cNvSpPr>
            <a:spLocks noGrp="1"/>
          </p:cNvSpPr>
          <p:nvPr>
            <p:ph type="ftr" sz="quarter" idx="18"/>
          </p:nvPr>
        </p:nvSpPr>
        <p:spPr/>
        <p:txBody>
          <a:bodyPr/>
          <a:lstStyle/>
          <a:p>
            <a:r>
              <a:rPr lang="en-US"/>
              <a:t>#CCHConnections</a:t>
            </a:r>
            <a:endParaRPr lang="en-US" dirty="0"/>
          </a:p>
        </p:txBody>
      </p:sp>
      <p:sp>
        <p:nvSpPr>
          <p:cNvPr id="6" name="Rectangle 5">
            <a:extLst>
              <a:ext uri="{FF2B5EF4-FFF2-40B4-BE49-F238E27FC236}">
                <a16:creationId xmlns:a16="http://schemas.microsoft.com/office/drawing/2014/main" id="{B2189E6C-61F6-0389-3C34-9D1FB6B3606C}"/>
              </a:ext>
            </a:extLst>
          </p:cNvPr>
          <p:cNvSpPr/>
          <p:nvPr/>
        </p:nvSpPr>
        <p:spPr>
          <a:xfrm>
            <a:off x="346558" y="2606040"/>
            <a:ext cx="2649702"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7" name="Flow step">
            <a:extLst>
              <a:ext uri="{FF2B5EF4-FFF2-40B4-BE49-F238E27FC236}">
                <a16:creationId xmlns:a16="http://schemas.microsoft.com/office/drawing/2014/main" id="{348A7C33-9046-D48A-FB89-D3CCA46C4EA3}"/>
              </a:ext>
            </a:extLst>
          </p:cNvPr>
          <p:cNvSpPr txBox="1"/>
          <p:nvPr/>
        </p:nvSpPr>
        <p:spPr>
          <a:xfrm>
            <a:off x="465430" y="2770631"/>
            <a:ext cx="2411959"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Request</a:t>
            </a:r>
          </a:p>
        </p:txBody>
      </p:sp>
      <p:sp>
        <p:nvSpPr>
          <p:cNvPr id="8" name="Flow explanation">
            <a:extLst>
              <a:ext uri="{FF2B5EF4-FFF2-40B4-BE49-F238E27FC236}">
                <a16:creationId xmlns:a16="http://schemas.microsoft.com/office/drawing/2014/main" id="{198F3C0B-1A76-5B43-7A16-D589BACC5980}"/>
              </a:ext>
            </a:extLst>
          </p:cNvPr>
          <p:cNvSpPr txBox="1"/>
          <p:nvPr/>
        </p:nvSpPr>
        <p:spPr>
          <a:xfrm>
            <a:off x="465430" y="3502151"/>
            <a:ext cx="2411959" cy="1298448"/>
          </a:xfrm>
          <a:prstGeom prst="rect">
            <a:avLst/>
          </a:prstGeom>
          <a:noFill/>
        </p:spPr>
        <p:txBody>
          <a:bodyPr vert="horz" lIns="0" tIns="0" rIns="0" bIns="0" rtlCol="0" anchor="t">
            <a:noAutofit/>
          </a:bodyPr>
          <a:lstStyle/>
          <a:p>
            <a:pPr>
              <a:spcAft>
                <a:spcPts val="700"/>
              </a:spcAft>
            </a:pPr>
            <a:r>
              <a:rPr lang="en-CA" sz="1900">
                <a:solidFill>
                  <a:srgbClr val="000000"/>
                </a:solidFill>
                <a:latin typeface="Fira Sans" panose="020B0503050000020004" pitchFamily="34" charset="0"/>
              </a:rPr>
              <a:t>Describe the business problem.</a:t>
            </a:r>
          </a:p>
        </p:txBody>
      </p:sp>
      <p:cxnSp>
        <p:nvCxnSpPr>
          <p:cNvPr id="9" name="Straight Connector 8">
            <a:extLst>
              <a:ext uri="{FF2B5EF4-FFF2-40B4-BE49-F238E27FC236}">
                <a16:creationId xmlns:a16="http://schemas.microsoft.com/office/drawing/2014/main" id="{1716D56F-0E90-5C14-2229-12F3A5A9CDEF}"/>
              </a:ext>
            </a:extLst>
          </p:cNvPr>
          <p:cNvCxnSpPr/>
          <p:nvPr/>
        </p:nvCxnSpPr>
        <p:spPr>
          <a:xfrm>
            <a:off x="3023692" y="3771900"/>
            <a:ext cx="201168"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25FC14D-E008-A570-DE85-5D062F998C04}"/>
              </a:ext>
            </a:extLst>
          </p:cNvPr>
          <p:cNvSpPr/>
          <p:nvPr/>
        </p:nvSpPr>
        <p:spPr>
          <a:xfrm>
            <a:off x="3252292" y="2606040"/>
            <a:ext cx="2649703"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1" name="Flow step">
            <a:extLst>
              <a:ext uri="{FF2B5EF4-FFF2-40B4-BE49-F238E27FC236}">
                <a16:creationId xmlns:a16="http://schemas.microsoft.com/office/drawing/2014/main" id="{32EA56ED-8310-BE3C-C29A-7A032B808B29}"/>
              </a:ext>
            </a:extLst>
          </p:cNvPr>
          <p:cNvSpPr txBox="1"/>
          <p:nvPr/>
        </p:nvSpPr>
        <p:spPr>
          <a:xfrm>
            <a:off x="3371164" y="2770631"/>
            <a:ext cx="2411959"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Guidance</a:t>
            </a:r>
          </a:p>
        </p:txBody>
      </p:sp>
      <p:sp>
        <p:nvSpPr>
          <p:cNvPr id="12" name="Flow explanation">
            <a:extLst>
              <a:ext uri="{FF2B5EF4-FFF2-40B4-BE49-F238E27FC236}">
                <a16:creationId xmlns:a16="http://schemas.microsoft.com/office/drawing/2014/main" id="{C6D0530E-DD6D-973E-49AD-E083953B0806}"/>
              </a:ext>
            </a:extLst>
          </p:cNvPr>
          <p:cNvSpPr txBox="1"/>
          <p:nvPr/>
        </p:nvSpPr>
        <p:spPr>
          <a:xfrm>
            <a:off x="3371164" y="3502152"/>
            <a:ext cx="2411959" cy="1298448"/>
          </a:xfrm>
          <a:prstGeom prst="rect">
            <a:avLst/>
          </a:prstGeom>
          <a:noFill/>
        </p:spPr>
        <p:txBody>
          <a:bodyPr vert="horz" lIns="0" tIns="0" rIns="0" bIns="0" rtlCol="0" anchor="t">
            <a:noAutofit/>
          </a:bodyPr>
          <a:lstStyle/>
          <a:p>
            <a:pPr>
              <a:spcAft>
                <a:spcPts val="700"/>
              </a:spcAft>
            </a:pPr>
            <a:r>
              <a:rPr lang="en-US" sz="1900">
                <a:solidFill>
                  <a:srgbClr val="000000"/>
                </a:solidFill>
                <a:latin typeface="Fira Sans" panose="020B0503050000020004" pitchFamily="34" charset="0"/>
              </a:rPr>
              <a:t>Provide API definitions and project instructions.</a:t>
            </a:r>
            <a:endParaRPr lang="en-CA" sz="1900">
              <a:solidFill>
                <a:srgbClr val="000000"/>
              </a:solidFill>
              <a:latin typeface="Fira Sans" panose="020B0503050000020004" pitchFamily="34" charset="0"/>
            </a:endParaRPr>
          </a:p>
        </p:txBody>
      </p:sp>
      <p:cxnSp>
        <p:nvCxnSpPr>
          <p:cNvPr id="13" name="Straight Connector 12">
            <a:extLst>
              <a:ext uri="{FF2B5EF4-FFF2-40B4-BE49-F238E27FC236}">
                <a16:creationId xmlns:a16="http://schemas.microsoft.com/office/drawing/2014/main" id="{1FFDF333-E026-2324-1F77-4AFC61E050D7}"/>
              </a:ext>
            </a:extLst>
          </p:cNvPr>
          <p:cNvCxnSpPr/>
          <p:nvPr/>
        </p:nvCxnSpPr>
        <p:spPr>
          <a:xfrm>
            <a:off x="5929427" y="3771900"/>
            <a:ext cx="201168"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52FA6151-44E5-2949-2A5E-BE57CAB52B6F}"/>
              </a:ext>
            </a:extLst>
          </p:cNvPr>
          <p:cNvSpPr/>
          <p:nvPr/>
        </p:nvSpPr>
        <p:spPr>
          <a:xfrm>
            <a:off x="6158027" y="2606040"/>
            <a:ext cx="2649702"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5" name="Flow step">
            <a:extLst>
              <a:ext uri="{FF2B5EF4-FFF2-40B4-BE49-F238E27FC236}">
                <a16:creationId xmlns:a16="http://schemas.microsoft.com/office/drawing/2014/main" id="{8EF22611-358C-8168-F4A1-700029DF12E0}"/>
              </a:ext>
            </a:extLst>
          </p:cNvPr>
          <p:cNvSpPr txBox="1"/>
          <p:nvPr/>
        </p:nvSpPr>
        <p:spPr>
          <a:xfrm>
            <a:off x="6276899" y="2770631"/>
            <a:ext cx="2411959"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Build</a:t>
            </a:r>
          </a:p>
        </p:txBody>
      </p:sp>
      <p:sp>
        <p:nvSpPr>
          <p:cNvPr id="16" name="Flow explanation">
            <a:extLst>
              <a:ext uri="{FF2B5EF4-FFF2-40B4-BE49-F238E27FC236}">
                <a16:creationId xmlns:a16="http://schemas.microsoft.com/office/drawing/2014/main" id="{E586ED05-DC8C-0050-23DF-7190470E2FBC}"/>
              </a:ext>
            </a:extLst>
          </p:cNvPr>
          <p:cNvSpPr txBox="1"/>
          <p:nvPr/>
        </p:nvSpPr>
        <p:spPr>
          <a:xfrm>
            <a:off x="6276899" y="3502151"/>
            <a:ext cx="2411959" cy="1298448"/>
          </a:xfrm>
          <a:prstGeom prst="rect">
            <a:avLst/>
          </a:prstGeom>
          <a:noFill/>
        </p:spPr>
        <p:txBody>
          <a:bodyPr vert="horz" lIns="0" tIns="0" rIns="0" bIns="0" rtlCol="0" anchor="t">
            <a:noAutofit/>
          </a:bodyPr>
          <a:lstStyle/>
          <a:p>
            <a:pPr>
              <a:spcAft>
                <a:spcPts val="700"/>
              </a:spcAft>
            </a:pPr>
            <a:r>
              <a:rPr lang="en-US" sz="1900">
                <a:solidFill>
                  <a:srgbClr val="000000"/>
                </a:solidFill>
                <a:latin typeface="Fira Sans" panose="020B0503050000020004" pitchFamily="34" charset="0"/>
              </a:rPr>
              <a:t>Let the coding agent produce a candidate.</a:t>
            </a:r>
            <a:endParaRPr lang="en-CA" sz="1900">
              <a:solidFill>
                <a:srgbClr val="000000"/>
              </a:solidFill>
              <a:latin typeface="Fira Sans" panose="020B0503050000020004" pitchFamily="34" charset="0"/>
            </a:endParaRPr>
          </a:p>
        </p:txBody>
      </p:sp>
      <p:cxnSp>
        <p:nvCxnSpPr>
          <p:cNvPr id="17" name="Straight Connector 16">
            <a:extLst>
              <a:ext uri="{FF2B5EF4-FFF2-40B4-BE49-F238E27FC236}">
                <a16:creationId xmlns:a16="http://schemas.microsoft.com/office/drawing/2014/main" id="{250265F5-2965-494E-1BB7-587DBE24496F}"/>
              </a:ext>
            </a:extLst>
          </p:cNvPr>
          <p:cNvCxnSpPr/>
          <p:nvPr/>
        </p:nvCxnSpPr>
        <p:spPr>
          <a:xfrm>
            <a:off x="8835161" y="3771900"/>
            <a:ext cx="201168"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BE4732C3-B2B5-494D-B9C0-73908B9E85C1}"/>
              </a:ext>
            </a:extLst>
          </p:cNvPr>
          <p:cNvSpPr/>
          <p:nvPr/>
        </p:nvSpPr>
        <p:spPr>
          <a:xfrm>
            <a:off x="9063761" y="2606040"/>
            <a:ext cx="2649703"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9" name="Flow step">
            <a:extLst>
              <a:ext uri="{FF2B5EF4-FFF2-40B4-BE49-F238E27FC236}">
                <a16:creationId xmlns:a16="http://schemas.microsoft.com/office/drawing/2014/main" id="{76167406-BBAB-B8BC-B55A-2973FADB73A9}"/>
              </a:ext>
            </a:extLst>
          </p:cNvPr>
          <p:cNvSpPr txBox="1"/>
          <p:nvPr/>
        </p:nvSpPr>
        <p:spPr>
          <a:xfrm>
            <a:off x="9182633" y="2770631"/>
            <a:ext cx="2411959"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Review</a:t>
            </a:r>
          </a:p>
        </p:txBody>
      </p:sp>
      <p:sp>
        <p:nvSpPr>
          <p:cNvPr id="20" name="Flow explanation">
            <a:extLst>
              <a:ext uri="{FF2B5EF4-FFF2-40B4-BE49-F238E27FC236}">
                <a16:creationId xmlns:a16="http://schemas.microsoft.com/office/drawing/2014/main" id="{71EA78A3-A08E-9CA9-7F2D-FF172E79F5D0}"/>
              </a:ext>
            </a:extLst>
          </p:cNvPr>
          <p:cNvSpPr txBox="1"/>
          <p:nvPr/>
        </p:nvSpPr>
        <p:spPr>
          <a:xfrm>
            <a:off x="9182633" y="3502151"/>
            <a:ext cx="2411959" cy="1298448"/>
          </a:xfrm>
          <a:prstGeom prst="rect">
            <a:avLst/>
          </a:prstGeom>
          <a:noFill/>
        </p:spPr>
        <p:txBody>
          <a:bodyPr vert="horz" lIns="0" tIns="0" rIns="0" bIns="0" rtlCol="0" anchor="t">
            <a:noAutofit/>
          </a:bodyPr>
          <a:lstStyle/>
          <a:p>
            <a:pPr>
              <a:spcAft>
                <a:spcPts val="700"/>
              </a:spcAft>
            </a:pPr>
            <a:r>
              <a:rPr lang="en-US" sz="1900">
                <a:solidFill>
                  <a:srgbClr val="000000"/>
                </a:solidFill>
                <a:latin typeface="Fira Sans" panose="020B0503050000020004" pitchFamily="34" charset="0"/>
              </a:rPr>
              <a:t>Explain the corrections and tests.</a:t>
            </a:r>
            <a:endParaRPr lang="en-CA" sz="19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4067118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FD4221-89D0-D188-01CC-62DED701B3DE}"/>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The AI, the API and the firm have different responsibilities</a:t>
            </a:r>
            <a:endParaRPr lang="en-CA" sz="3200">
              <a:solidFill>
                <a:srgbClr val="000000"/>
              </a:solidFill>
              <a:latin typeface="Fira Sans Light" panose="020B0403050000020004" pitchFamily="34" charset="0"/>
            </a:endParaRPr>
          </a:p>
        </p:txBody>
      </p:sp>
      <p:sp>
        <p:nvSpPr>
          <p:cNvPr id="6" name="Slide Number Placeholder 5">
            <a:extLst>
              <a:ext uri="{FF2B5EF4-FFF2-40B4-BE49-F238E27FC236}">
                <a16:creationId xmlns:a16="http://schemas.microsoft.com/office/drawing/2014/main" id="{63551D40-F798-0FCA-DBE6-E266440431BF}"/>
              </a:ext>
            </a:extLst>
          </p:cNvPr>
          <p:cNvSpPr>
            <a:spLocks noGrp="1"/>
          </p:cNvSpPr>
          <p:nvPr>
            <p:ph type="sldNum" sz="quarter" idx="13"/>
          </p:nvPr>
        </p:nvSpPr>
        <p:spPr/>
        <p:txBody>
          <a:bodyPr/>
          <a:lstStyle/>
          <a:p>
            <a:fld id="{C3C3236D-FB65-584A-8227-5A449D06E62A}" type="slidenum">
              <a:rPr lang="en-US" smtClean="0"/>
              <a:pPr/>
              <a:t>16</a:t>
            </a:fld>
            <a:endParaRPr lang="en-US"/>
          </a:p>
        </p:txBody>
      </p:sp>
      <p:sp>
        <p:nvSpPr>
          <p:cNvPr id="7" name="Footer Placeholder 6">
            <a:extLst>
              <a:ext uri="{FF2B5EF4-FFF2-40B4-BE49-F238E27FC236}">
                <a16:creationId xmlns:a16="http://schemas.microsoft.com/office/drawing/2014/main" id="{E8BC79F4-915B-D651-1A94-A1BB8ACEBE4A}"/>
              </a:ext>
            </a:extLst>
          </p:cNvPr>
          <p:cNvSpPr>
            <a:spLocks noGrp="1"/>
          </p:cNvSpPr>
          <p:nvPr>
            <p:ph type="ftr" sz="quarter" idx="18"/>
          </p:nvPr>
        </p:nvSpPr>
        <p:spPr/>
        <p:txBody>
          <a:bodyPr/>
          <a:lstStyle/>
          <a:p>
            <a:r>
              <a:rPr lang="en-US"/>
              <a:t>#CCHConnections</a:t>
            </a:r>
            <a:endParaRPr lang="en-US" dirty="0"/>
          </a:p>
        </p:txBody>
      </p:sp>
      <p:sp>
        <p:nvSpPr>
          <p:cNvPr id="8" name="Card heading">
            <a:extLst>
              <a:ext uri="{FF2B5EF4-FFF2-40B4-BE49-F238E27FC236}">
                <a16:creationId xmlns:a16="http://schemas.microsoft.com/office/drawing/2014/main" id="{1AD8B51B-8FFA-A377-7E10-573895061434}"/>
              </a:ext>
            </a:extLst>
          </p:cNvPr>
          <p:cNvSpPr txBox="1"/>
          <p:nvPr/>
        </p:nvSpPr>
        <p:spPr>
          <a:xfrm>
            <a:off x="335585" y="1572767"/>
            <a:ext cx="3510381"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AI coding tool</a:t>
            </a:r>
          </a:p>
        </p:txBody>
      </p:sp>
      <p:sp>
        <p:nvSpPr>
          <p:cNvPr id="9" name="Card body">
            <a:extLst>
              <a:ext uri="{FF2B5EF4-FFF2-40B4-BE49-F238E27FC236}">
                <a16:creationId xmlns:a16="http://schemas.microsoft.com/office/drawing/2014/main" id="{8D936EF1-BAE4-5D0F-D12C-F7137005E5C3}"/>
              </a:ext>
            </a:extLst>
          </p:cNvPr>
          <p:cNvSpPr txBox="1"/>
          <p:nvPr/>
        </p:nvSpPr>
        <p:spPr>
          <a:xfrm>
            <a:off x="335585" y="2206751"/>
            <a:ext cx="3510381" cy="37834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Interprets the request and helps build the application.</a:t>
            </a:r>
            <a:endParaRPr lang="en-CA">
              <a:solidFill>
                <a:srgbClr val="000000"/>
              </a:solidFill>
              <a:latin typeface="Fira Sans" panose="020B0503050000020004" pitchFamily="34" charset="0"/>
            </a:endParaRPr>
          </a:p>
        </p:txBody>
      </p:sp>
      <p:sp>
        <p:nvSpPr>
          <p:cNvPr id="10" name="Card heading">
            <a:extLst>
              <a:ext uri="{FF2B5EF4-FFF2-40B4-BE49-F238E27FC236}">
                <a16:creationId xmlns:a16="http://schemas.microsoft.com/office/drawing/2014/main" id="{E9DA6728-EB00-53D9-A849-A50452B390E5}"/>
              </a:ext>
            </a:extLst>
          </p:cNvPr>
          <p:cNvSpPr txBox="1"/>
          <p:nvPr/>
        </p:nvSpPr>
        <p:spPr>
          <a:xfrm>
            <a:off x="4334256" y="1572767"/>
            <a:ext cx="3570732"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API</a:t>
            </a:r>
          </a:p>
        </p:txBody>
      </p:sp>
      <p:sp>
        <p:nvSpPr>
          <p:cNvPr id="11" name="Card body">
            <a:extLst>
              <a:ext uri="{FF2B5EF4-FFF2-40B4-BE49-F238E27FC236}">
                <a16:creationId xmlns:a16="http://schemas.microsoft.com/office/drawing/2014/main" id="{40B8C7B8-7483-9771-80B9-9A83E2C81C57}"/>
              </a:ext>
            </a:extLst>
          </p:cNvPr>
          <p:cNvSpPr txBox="1"/>
          <p:nvPr/>
        </p:nvSpPr>
        <p:spPr>
          <a:xfrm>
            <a:off x="4334256" y="2206751"/>
            <a:ext cx="3570732" cy="37834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Handles authentication, data access and supported actions.</a:t>
            </a:r>
            <a:endParaRPr lang="en-CA">
              <a:solidFill>
                <a:srgbClr val="000000"/>
              </a:solidFill>
              <a:latin typeface="Fira Sans" panose="020B0503050000020004" pitchFamily="34" charset="0"/>
            </a:endParaRPr>
          </a:p>
        </p:txBody>
      </p:sp>
      <p:sp>
        <p:nvSpPr>
          <p:cNvPr id="12" name="Card heading">
            <a:extLst>
              <a:ext uri="{FF2B5EF4-FFF2-40B4-BE49-F238E27FC236}">
                <a16:creationId xmlns:a16="http://schemas.microsoft.com/office/drawing/2014/main" id="{8690D200-B977-A7D8-EE95-2A02B4AF02BA}"/>
              </a:ext>
            </a:extLst>
          </p:cNvPr>
          <p:cNvSpPr txBox="1"/>
          <p:nvPr/>
        </p:nvSpPr>
        <p:spPr>
          <a:xfrm>
            <a:off x="8394192" y="1572767"/>
            <a:ext cx="3351276"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Firm</a:t>
            </a:r>
          </a:p>
        </p:txBody>
      </p:sp>
      <p:sp>
        <p:nvSpPr>
          <p:cNvPr id="13" name="Card body">
            <a:extLst>
              <a:ext uri="{FF2B5EF4-FFF2-40B4-BE49-F238E27FC236}">
                <a16:creationId xmlns:a16="http://schemas.microsoft.com/office/drawing/2014/main" id="{E1F82091-EF9E-72BE-5363-835C8E51C81D}"/>
              </a:ext>
            </a:extLst>
          </p:cNvPr>
          <p:cNvSpPr txBox="1"/>
          <p:nvPr/>
        </p:nvSpPr>
        <p:spPr>
          <a:xfrm>
            <a:off x="8394192" y="2206751"/>
            <a:ext cx="3351276" cy="37834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Defines the workflow, reviews results and approves changes.</a:t>
            </a:r>
            <a:endParaRPr lang="en-CA">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3550309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754B6A4-83F5-AEBB-C39C-9DF117F5CEDD}"/>
              </a:ext>
            </a:extLst>
          </p:cNvPr>
          <p:cNvSpPr>
            <a:spLocks noGrp="1"/>
          </p:cNvSpPr>
          <p:nvPr>
            <p:ph type="title"/>
          </p:nvPr>
        </p:nvSpPr>
        <p:spPr/>
        <p:txBody>
          <a:bodyPr lIns="91440" tIns="0" rIns="0" bIns="0" anchor="t"/>
          <a:lstStyle/>
          <a:p>
            <a:pPr>
              <a:spcAft>
                <a:spcPts val="700"/>
              </a:spcAft>
            </a:pPr>
            <a:r>
              <a:rPr lang="en-US" sz="3000">
                <a:solidFill>
                  <a:srgbClr val="000000"/>
                </a:solidFill>
                <a:latin typeface="Fira Sans Light" panose="020B0403050000020004" pitchFamily="34" charset="0"/>
              </a:rPr>
              <a:t>A chat assistant, a tool-using agent and a coding agent do different work</a:t>
            </a:r>
            <a:endParaRPr lang="en-CA" sz="3000">
              <a:solidFill>
                <a:srgbClr val="000000"/>
              </a:solidFill>
              <a:latin typeface="Fira Sans Light" panose="020B0403050000020004" pitchFamily="34" charset="0"/>
            </a:endParaRPr>
          </a:p>
        </p:txBody>
      </p:sp>
      <p:sp>
        <p:nvSpPr>
          <p:cNvPr id="6" name="Slide Number Placeholder 5">
            <a:extLst>
              <a:ext uri="{FF2B5EF4-FFF2-40B4-BE49-F238E27FC236}">
                <a16:creationId xmlns:a16="http://schemas.microsoft.com/office/drawing/2014/main" id="{0A4F1541-2493-7007-71AB-79CE930E7A38}"/>
              </a:ext>
            </a:extLst>
          </p:cNvPr>
          <p:cNvSpPr>
            <a:spLocks noGrp="1"/>
          </p:cNvSpPr>
          <p:nvPr>
            <p:ph type="sldNum" sz="quarter" idx="13"/>
          </p:nvPr>
        </p:nvSpPr>
        <p:spPr/>
        <p:txBody>
          <a:bodyPr/>
          <a:lstStyle/>
          <a:p>
            <a:fld id="{C3C3236D-FB65-584A-8227-5A449D06E62A}" type="slidenum">
              <a:rPr lang="en-US" smtClean="0"/>
              <a:pPr/>
              <a:t>17</a:t>
            </a:fld>
            <a:endParaRPr lang="en-US"/>
          </a:p>
        </p:txBody>
      </p:sp>
      <p:sp>
        <p:nvSpPr>
          <p:cNvPr id="7" name="Footer Placeholder 6">
            <a:extLst>
              <a:ext uri="{FF2B5EF4-FFF2-40B4-BE49-F238E27FC236}">
                <a16:creationId xmlns:a16="http://schemas.microsoft.com/office/drawing/2014/main" id="{35D72506-9ACC-FA30-A54F-A39C01B6A380}"/>
              </a:ext>
            </a:extLst>
          </p:cNvPr>
          <p:cNvSpPr>
            <a:spLocks noGrp="1"/>
          </p:cNvSpPr>
          <p:nvPr>
            <p:ph type="ftr" sz="quarter" idx="18"/>
          </p:nvPr>
        </p:nvSpPr>
        <p:spPr/>
        <p:txBody>
          <a:bodyPr/>
          <a:lstStyle/>
          <a:p>
            <a:r>
              <a:rPr lang="en-US"/>
              <a:t>#CCHConnections</a:t>
            </a:r>
            <a:endParaRPr lang="en-US" dirty="0"/>
          </a:p>
        </p:txBody>
      </p:sp>
      <p:sp>
        <p:nvSpPr>
          <p:cNvPr id="8" name="Card heading">
            <a:extLst>
              <a:ext uri="{FF2B5EF4-FFF2-40B4-BE49-F238E27FC236}">
                <a16:creationId xmlns:a16="http://schemas.microsoft.com/office/drawing/2014/main" id="{66E0AE32-8186-59BD-61F3-C3177996EC40}"/>
              </a:ext>
            </a:extLst>
          </p:cNvPr>
          <p:cNvSpPr txBox="1"/>
          <p:nvPr/>
        </p:nvSpPr>
        <p:spPr>
          <a:xfrm>
            <a:off x="335585" y="1984247"/>
            <a:ext cx="3510381"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Chat assistant</a:t>
            </a:r>
          </a:p>
        </p:txBody>
      </p:sp>
      <p:sp>
        <p:nvSpPr>
          <p:cNvPr id="9" name="Card body">
            <a:extLst>
              <a:ext uri="{FF2B5EF4-FFF2-40B4-BE49-F238E27FC236}">
                <a16:creationId xmlns:a16="http://schemas.microsoft.com/office/drawing/2014/main" id="{26C4ADBA-9A44-E04D-5509-DDB32661056F}"/>
              </a:ext>
            </a:extLst>
          </p:cNvPr>
          <p:cNvSpPr txBox="1"/>
          <p:nvPr/>
        </p:nvSpPr>
        <p:spPr>
          <a:xfrm>
            <a:off x="335585" y="2618231"/>
            <a:ext cx="3510381" cy="337200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Responds to a request in conversation.</a:t>
            </a:r>
            <a:endParaRPr lang="en-CA">
              <a:solidFill>
                <a:srgbClr val="000000"/>
              </a:solidFill>
              <a:latin typeface="Fira Sans" panose="020B0503050000020004" pitchFamily="34" charset="0"/>
            </a:endParaRPr>
          </a:p>
        </p:txBody>
      </p:sp>
      <p:sp>
        <p:nvSpPr>
          <p:cNvPr id="10" name="Card heading">
            <a:extLst>
              <a:ext uri="{FF2B5EF4-FFF2-40B4-BE49-F238E27FC236}">
                <a16:creationId xmlns:a16="http://schemas.microsoft.com/office/drawing/2014/main" id="{757E04B9-E598-36E5-39F1-1973229B68FA}"/>
              </a:ext>
            </a:extLst>
          </p:cNvPr>
          <p:cNvSpPr txBox="1"/>
          <p:nvPr/>
        </p:nvSpPr>
        <p:spPr>
          <a:xfrm>
            <a:off x="4334256" y="1984247"/>
            <a:ext cx="3570732"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Tool-using agent</a:t>
            </a:r>
          </a:p>
        </p:txBody>
      </p:sp>
      <p:sp>
        <p:nvSpPr>
          <p:cNvPr id="11" name="Card body">
            <a:extLst>
              <a:ext uri="{FF2B5EF4-FFF2-40B4-BE49-F238E27FC236}">
                <a16:creationId xmlns:a16="http://schemas.microsoft.com/office/drawing/2014/main" id="{546A6B29-17A6-E39C-D59D-D3B16AD592EA}"/>
              </a:ext>
            </a:extLst>
          </p:cNvPr>
          <p:cNvSpPr txBox="1"/>
          <p:nvPr/>
        </p:nvSpPr>
        <p:spPr>
          <a:xfrm>
            <a:off x="4334256" y="2618231"/>
            <a:ext cx="3570732" cy="337200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Can call a connected tool while handling the request.</a:t>
            </a:r>
            <a:endParaRPr lang="en-CA">
              <a:solidFill>
                <a:srgbClr val="000000"/>
              </a:solidFill>
              <a:latin typeface="Fira Sans" panose="020B0503050000020004" pitchFamily="34" charset="0"/>
            </a:endParaRPr>
          </a:p>
        </p:txBody>
      </p:sp>
      <p:sp>
        <p:nvSpPr>
          <p:cNvPr id="12" name="Card heading">
            <a:extLst>
              <a:ext uri="{FF2B5EF4-FFF2-40B4-BE49-F238E27FC236}">
                <a16:creationId xmlns:a16="http://schemas.microsoft.com/office/drawing/2014/main" id="{376F319A-09A4-7BCD-2FE2-6D30570FA195}"/>
              </a:ext>
            </a:extLst>
          </p:cNvPr>
          <p:cNvSpPr txBox="1"/>
          <p:nvPr/>
        </p:nvSpPr>
        <p:spPr>
          <a:xfrm>
            <a:off x="8394192" y="1984247"/>
            <a:ext cx="3351276"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Coding agent</a:t>
            </a:r>
          </a:p>
        </p:txBody>
      </p:sp>
      <p:sp>
        <p:nvSpPr>
          <p:cNvPr id="13" name="Card body">
            <a:extLst>
              <a:ext uri="{FF2B5EF4-FFF2-40B4-BE49-F238E27FC236}">
                <a16:creationId xmlns:a16="http://schemas.microsoft.com/office/drawing/2014/main" id="{E863441A-3A76-41F4-2C02-E4CCD62FF82D}"/>
              </a:ext>
            </a:extLst>
          </p:cNvPr>
          <p:cNvSpPr txBox="1"/>
          <p:nvPr/>
        </p:nvSpPr>
        <p:spPr>
          <a:xfrm>
            <a:off x="8394192" y="2618231"/>
            <a:ext cx="3351276" cy="337200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Helps create and test software that uses the API.</a:t>
            </a:r>
            <a:endParaRPr lang="en-CA">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313492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1FE599-CDD5-7F01-4C22-C2F26CCFF03E}"/>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AI can help build the application or run the workflow</a:t>
            </a:r>
            <a:endParaRPr lang="en-CA" sz="3200">
              <a:solidFill>
                <a:srgbClr val="000000"/>
              </a:solidFill>
              <a:latin typeface="Fira Sans Light" panose="020B0403050000020004" pitchFamily="34" charset="0"/>
            </a:endParaRPr>
          </a:p>
        </p:txBody>
      </p:sp>
      <p:sp>
        <p:nvSpPr>
          <p:cNvPr id="5" name="Slide Number Placeholder 4">
            <a:extLst>
              <a:ext uri="{FF2B5EF4-FFF2-40B4-BE49-F238E27FC236}">
                <a16:creationId xmlns:a16="http://schemas.microsoft.com/office/drawing/2014/main" id="{EA3637FD-4134-09FE-8F35-B0D77EADFE3F}"/>
              </a:ext>
            </a:extLst>
          </p:cNvPr>
          <p:cNvSpPr>
            <a:spLocks noGrp="1"/>
          </p:cNvSpPr>
          <p:nvPr>
            <p:ph type="sldNum" sz="quarter" idx="13"/>
          </p:nvPr>
        </p:nvSpPr>
        <p:spPr/>
        <p:txBody>
          <a:bodyPr/>
          <a:lstStyle/>
          <a:p>
            <a:fld id="{C3C3236D-FB65-584A-8227-5A449D06E62A}" type="slidenum">
              <a:rPr lang="en-US" smtClean="0"/>
              <a:pPr/>
              <a:t>18</a:t>
            </a:fld>
            <a:endParaRPr lang="en-US"/>
          </a:p>
        </p:txBody>
      </p:sp>
      <p:sp>
        <p:nvSpPr>
          <p:cNvPr id="6" name="Footer Placeholder 5">
            <a:extLst>
              <a:ext uri="{FF2B5EF4-FFF2-40B4-BE49-F238E27FC236}">
                <a16:creationId xmlns:a16="http://schemas.microsoft.com/office/drawing/2014/main" id="{CA9BAFA3-B32A-738E-7F27-4DBA324BA972}"/>
              </a:ext>
            </a:extLst>
          </p:cNvPr>
          <p:cNvSpPr>
            <a:spLocks noGrp="1"/>
          </p:cNvSpPr>
          <p:nvPr>
            <p:ph type="ftr" sz="quarter" idx="18"/>
          </p:nvPr>
        </p:nvSpPr>
        <p:spPr/>
        <p:txBody>
          <a:bodyPr/>
          <a:lstStyle/>
          <a:p>
            <a:r>
              <a:rPr lang="en-US"/>
              <a:t>#CCHConnections</a:t>
            </a:r>
            <a:endParaRPr lang="en-US" dirty="0"/>
          </a:p>
        </p:txBody>
      </p:sp>
      <p:sp>
        <p:nvSpPr>
          <p:cNvPr id="7" name="Card heading">
            <a:extLst>
              <a:ext uri="{FF2B5EF4-FFF2-40B4-BE49-F238E27FC236}">
                <a16:creationId xmlns:a16="http://schemas.microsoft.com/office/drawing/2014/main" id="{8CEB2BEE-8060-8E1C-CAC1-061FA1B53EC2}"/>
              </a:ext>
            </a:extLst>
          </p:cNvPr>
          <p:cNvSpPr txBox="1"/>
          <p:nvPr/>
        </p:nvSpPr>
        <p:spPr>
          <a:xfrm>
            <a:off x="328270" y="1772106"/>
            <a:ext cx="5514746"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Build time</a:t>
            </a:r>
          </a:p>
        </p:txBody>
      </p:sp>
      <p:sp>
        <p:nvSpPr>
          <p:cNvPr id="8" name="Card body">
            <a:extLst>
              <a:ext uri="{FF2B5EF4-FFF2-40B4-BE49-F238E27FC236}">
                <a16:creationId xmlns:a16="http://schemas.microsoft.com/office/drawing/2014/main" id="{3FA292B6-618A-C8F5-A9BC-992F6F3B7C88}"/>
              </a:ext>
            </a:extLst>
          </p:cNvPr>
          <p:cNvSpPr txBox="1"/>
          <p:nvPr/>
        </p:nvSpPr>
        <p:spPr>
          <a:xfrm>
            <a:off x="328270" y="2406091"/>
            <a:ext cx="5514746" cy="3511905"/>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AI helps write the application.</a:t>
            </a:r>
          </a:p>
          <a:p>
            <a:pPr>
              <a:spcAft>
                <a:spcPts val="700"/>
              </a:spcAft>
            </a:pPr>
            <a:r>
              <a:rPr lang="en-US">
                <a:solidFill>
                  <a:srgbClr val="000000"/>
                </a:solidFill>
                <a:latin typeface="Fira Sans" panose="020B0503050000020004" pitchFamily="34" charset="0"/>
              </a:rPr>
              <a:t>The application later makes API requests on its own.</a:t>
            </a:r>
            <a:endParaRPr lang="en-CA">
              <a:solidFill>
                <a:srgbClr val="000000"/>
              </a:solidFill>
              <a:latin typeface="Fira Sans" panose="020B0503050000020004" pitchFamily="34" charset="0"/>
            </a:endParaRPr>
          </a:p>
        </p:txBody>
      </p:sp>
      <p:sp>
        <p:nvSpPr>
          <p:cNvPr id="9" name="Card heading">
            <a:extLst>
              <a:ext uri="{FF2B5EF4-FFF2-40B4-BE49-F238E27FC236}">
                <a16:creationId xmlns:a16="http://schemas.microsoft.com/office/drawing/2014/main" id="{B3D40D8B-CB46-983A-8837-71910EC5199D}"/>
              </a:ext>
            </a:extLst>
          </p:cNvPr>
          <p:cNvSpPr txBox="1"/>
          <p:nvPr/>
        </p:nvSpPr>
        <p:spPr>
          <a:xfrm>
            <a:off x="6347765" y="1772106"/>
            <a:ext cx="5383987"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Run time</a:t>
            </a:r>
          </a:p>
        </p:txBody>
      </p:sp>
      <p:sp>
        <p:nvSpPr>
          <p:cNvPr id="10" name="Card body">
            <a:extLst>
              <a:ext uri="{FF2B5EF4-FFF2-40B4-BE49-F238E27FC236}">
                <a16:creationId xmlns:a16="http://schemas.microsoft.com/office/drawing/2014/main" id="{C3CBC7DA-8F56-B83A-A57D-87E53CC6D03B}"/>
              </a:ext>
            </a:extLst>
          </p:cNvPr>
          <p:cNvSpPr txBox="1"/>
          <p:nvPr/>
        </p:nvSpPr>
        <p:spPr>
          <a:xfrm>
            <a:off x="6347765" y="2406091"/>
            <a:ext cx="5383987" cy="3511905"/>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An agent interprets a request.</a:t>
            </a:r>
          </a:p>
          <a:p>
            <a:pPr>
              <a:spcAft>
                <a:spcPts val="700"/>
              </a:spcAft>
            </a:pPr>
            <a:r>
              <a:rPr lang="en-US">
                <a:solidFill>
                  <a:srgbClr val="000000"/>
                </a:solidFill>
                <a:latin typeface="Fira Sans" panose="020B0503050000020004" pitchFamily="34" charset="0"/>
              </a:rPr>
              <a:t>It calls a tool and reasons over the response.</a:t>
            </a:r>
            <a:endParaRPr lang="en-CA">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714745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E3852A-6094-6E1B-0F30-4D66AFBE91B7}"/>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AI usage cost depends on where AI is used</a:t>
            </a:r>
            <a:endParaRPr lang="en-CA" sz="3200">
              <a:solidFill>
                <a:srgbClr val="000000"/>
              </a:solidFill>
              <a:latin typeface="Fira Sans Light" panose="020B0403050000020004" pitchFamily="34" charset="0"/>
            </a:endParaRPr>
          </a:p>
        </p:txBody>
      </p:sp>
      <p:sp>
        <p:nvSpPr>
          <p:cNvPr id="5" name="Slide Number Placeholder 4">
            <a:extLst>
              <a:ext uri="{FF2B5EF4-FFF2-40B4-BE49-F238E27FC236}">
                <a16:creationId xmlns:a16="http://schemas.microsoft.com/office/drawing/2014/main" id="{8BEF1C32-BE9B-4C38-6EC6-27A249690AF3}"/>
              </a:ext>
            </a:extLst>
          </p:cNvPr>
          <p:cNvSpPr>
            <a:spLocks noGrp="1"/>
          </p:cNvSpPr>
          <p:nvPr>
            <p:ph type="sldNum" sz="quarter" idx="13"/>
          </p:nvPr>
        </p:nvSpPr>
        <p:spPr/>
        <p:txBody>
          <a:bodyPr/>
          <a:lstStyle/>
          <a:p>
            <a:fld id="{C3C3236D-FB65-584A-8227-5A449D06E62A}" type="slidenum">
              <a:rPr lang="en-US" smtClean="0"/>
              <a:pPr/>
              <a:t>19</a:t>
            </a:fld>
            <a:endParaRPr lang="en-US"/>
          </a:p>
        </p:txBody>
      </p:sp>
      <p:sp>
        <p:nvSpPr>
          <p:cNvPr id="6" name="Footer Placeholder 5">
            <a:extLst>
              <a:ext uri="{FF2B5EF4-FFF2-40B4-BE49-F238E27FC236}">
                <a16:creationId xmlns:a16="http://schemas.microsoft.com/office/drawing/2014/main" id="{A5C173E9-D1EB-8876-A932-AEC0AFD208F0}"/>
              </a:ext>
            </a:extLst>
          </p:cNvPr>
          <p:cNvSpPr>
            <a:spLocks noGrp="1"/>
          </p:cNvSpPr>
          <p:nvPr>
            <p:ph type="ftr" sz="quarter" idx="18"/>
          </p:nvPr>
        </p:nvSpPr>
        <p:spPr/>
        <p:txBody>
          <a:bodyPr/>
          <a:lstStyle/>
          <a:p>
            <a:r>
              <a:rPr lang="en-US"/>
              <a:t>#CCHConnections</a:t>
            </a:r>
            <a:endParaRPr lang="en-US" dirty="0"/>
          </a:p>
        </p:txBody>
      </p:sp>
      <p:sp>
        <p:nvSpPr>
          <p:cNvPr id="7" name="Card heading">
            <a:extLst>
              <a:ext uri="{FF2B5EF4-FFF2-40B4-BE49-F238E27FC236}">
                <a16:creationId xmlns:a16="http://schemas.microsoft.com/office/drawing/2014/main" id="{55349FB4-9762-4575-A5DF-F3861B69B920}"/>
              </a:ext>
            </a:extLst>
          </p:cNvPr>
          <p:cNvSpPr txBox="1"/>
          <p:nvPr/>
        </p:nvSpPr>
        <p:spPr>
          <a:xfrm>
            <a:off x="328270" y="1772106"/>
            <a:ext cx="5514746"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AI-assisted development</a:t>
            </a:r>
          </a:p>
        </p:txBody>
      </p:sp>
      <p:sp>
        <p:nvSpPr>
          <p:cNvPr id="8" name="Card body">
            <a:extLst>
              <a:ext uri="{FF2B5EF4-FFF2-40B4-BE49-F238E27FC236}">
                <a16:creationId xmlns:a16="http://schemas.microsoft.com/office/drawing/2014/main" id="{715C5350-1270-631E-D139-4DA39E28D218}"/>
              </a:ext>
            </a:extLst>
          </p:cNvPr>
          <p:cNvSpPr txBox="1"/>
          <p:nvPr/>
        </p:nvSpPr>
        <p:spPr>
          <a:xfrm>
            <a:off x="328270" y="2406091"/>
            <a:ext cx="5514746" cy="3511905"/>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Creating an application with AI does not require an AI call on every later API request.</a:t>
            </a:r>
            <a:endParaRPr lang="en-CA">
              <a:solidFill>
                <a:srgbClr val="000000"/>
              </a:solidFill>
              <a:latin typeface="Fira Sans" panose="020B0503050000020004" pitchFamily="34" charset="0"/>
            </a:endParaRPr>
          </a:p>
        </p:txBody>
      </p:sp>
      <p:sp>
        <p:nvSpPr>
          <p:cNvPr id="9" name="Card heading">
            <a:extLst>
              <a:ext uri="{FF2B5EF4-FFF2-40B4-BE49-F238E27FC236}">
                <a16:creationId xmlns:a16="http://schemas.microsoft.com/office/drawing/2014/main" id="{78BABC90-3F48-A565-22DE-A480A2CCE06C}"/>
              </a:ext>
            </a:extLst>
          </p:cNvPr>
          <p:cNvSpPr txBox="1"/>
          <p:nvPr/>
        </p:nvSpPr>
        <p:spPr>
          <a:xfrm>
            <a:off x="6347765" y="1772106"/>
            <a:ext cx="5383987"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Agent at run time</a:t>
            </a:r>
          </a:p>
        </p:txBody>
      </p:sp>
      <p:sp>
        <p:nvSpPr>
          <p:cNvPr id="10" name="Card body">
            <a:extLst>
              <a:ext uri="{FF2B5EF4-FFF2-40B4-BE49-F238E27FC236}">
                <a16:creationId xmlns:a16="http://schemas.microsoft.com/office/drawing/2014/main" id="{30B8D736-D768-34AE-FA16-787F609E9BFF}"/>
              </a:ext>
            </a:extLst>
          </p:cNvPr>
          <p:cNvSpPr txBox="1"/>
          <p:nvPr/>
        </p:nvSpPr>
        <p:spPr>
          <a:xfrm>
            <a:off x="6347765" y="2406091"/>
            <a:ext cx="5383987" cy="3511905"/>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AI usage is incurred while the agent reasons and calls tools.</a:t>
            </a:r>
            <a:endParaRPr lang="en-CA">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1944402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D4E033-221A-658F-69A3-BCA0A4F8BBFD}"/>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Match the platform to the work you need to do</a:t>
            </a:r>
            <a:endParaRPr lang="en-CA" sz="3200">
              <a:solidFill>
                <a:srgbClr val="000000"/>
              </a:solidFill>
              <a:latin typeface="Fira Sans Light" panose="020B0403050000020004" pitchFamily="34" charset="0"/>
            </a:endParaRPr>
          </a:p>
        </p:txBody>
      </p:sp>
      <p:sp>
        <p:nvSpPr>
          <p:cNvPr id="5" name="Slide Number Placeholder 4">
            <a:extLst>
              <a:ext uri="{FF2B5EF4-FFF2-40B4-BE49-F238E27FC236}">
                <a16:creationId xmlns:a16="http://schemas.microsoft.com/office/drawing/2014/main" id="{B65C43E1-C33E-B286-31D7-7F8FCA94B8EA}"/>
              </a:ext>
            </a:extLst>
          </p:cNvPr>
          <p:cNvSpPr>
            <a:spLocks noGrp="1"/>
          </p:cNvSpPr>
          <p:nvPr>
            <p:ph type="sldNum" sz="quarter" idx="13"/>
          </p:nvPr>
        </p:nvSpPr>
        <p:spPr/>
        <p:txBody>
          <a:bodyPr/>
          <a:lstStyle/>
          <a:p>
            <a:fld id="{C3C3236D-FB65-584A-8227-5A449D06E62A}" type="slidenum">
              <a:rPr lang="en-US" smtClean="0"/>
              <a:pPr/>
              <a:t>20</a:t>
            </a:fld>
            <a:endParaRPr lang="en-US"/>
          </a:p>
        </p:txBody>
      </p:sp>
      <p:sp>
        <p:nvSpPr>
          <p:cNvPr id="6" name="Footer Placeholder 5">
            <a:extLst>
              <a:ext uri="{FF2B5EF4-FFF2-40B4-BE49-F238E27FC236}">
                <a16:creationId xmlns:a16="http://schemas.microsoft.com/office/drawing/2014/main" id="{100737C2-4EA9-FFC7-689F-A016701DD57A}"/>
              </a:ext>
            </a:extLst>
          </p:cNvPr>
          <p:cNvSpPr>
            <a:spLocks noGrp="1"/>
          </p:cNvSpPr>
          <p:nvPr>
            <p:ph type="ftr" sz="quarter" idx="18"/>
          </p:nvPr>
        </p:nvSpPr>
        <p:spPr/>
        <p:txBody>
          <a:bodyPr/>
          <a:lstStyle/>
          <a:p>
            <a:r>
              <a:rPr lang="en-US"/>
              <a:t>#CCHConnections</a:t>
            </a:r>
            <a:endParaRPr lang="en-US" dirty="0"/>
          </a:p>
        </p:txBody>
      </p:sp>
      <p:sp>
        <p:nvSpPr>
          <p:cNvPr id="7" name="Rectangle 6">
            <a:extLst>
              <a:ext uri="{FF2B5EF4-FFF2-40B4-BE49-F238E27FC236}">
                <a16:creationId xmlns:a16="http://schemas.microsoft.com/office/drawing/2014/main" id="{02DF7119-3968-0A01-A62C-9CFF15EFD86D}"/>
              </a:ext>
            </a:extLst>
          </p:cNvPr>
          <p:cNvSpPr/>
          <p:nvPr/>
        </p:nvSpPr>
        <p:spPr>
          <a:xfrm>
            <a:off x="273406" y="1543507"/>
            <a:ext cx="5624474" cy="199522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8" name="Card heading">
            <a:extLst>
              <a:ext uri="{FF2B5EF4-FFF2-40B4-BE49-F238E27FC236}">
                <a16:creationId xmlns:a16="http://schemas.microsoft.com/office/drawing/2014/main" id="{3CD85001-A3A7-09E4-35F1-38E09C880E51}"/>
              </a:ext>
            </a:extLst>
          </p:cNvPr>
          <p:cNvSpPr txBox="1"/>
          <p:nvPr/>
        </p:nvSpPr>
        <p:spPr>
          <a:xfrm>
            <a:off x="419710" y="1689810"/>
            <a:ext cx="5331866"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Build an application</a:t>
            </a:r>
          </a:p>
        </p:txBody>
      </p:sp>
      <p:sp>
        <p:nvSpPr>
          <p:cNvPr id="9" name="Card body">
            <a:extLst>
              <a:ext uri="{FF2B5EF4-FFF2-40B4-BE49-F238E27FC236}">
                <a16:creationId xmlns:a16="http://schemas.microsoft.com/office/drawing/2014/main" id="{24867214-DBB5-2867-BEC1-FBF3BDF5A6A0}"/>
              </a:ext>
            </a:extLst>
          </p:cNvPr>
          <p:cNvSpPr txBox="1"/>
          <p:nvPr/>
        </p:nvSpPr>
        <p:spPr>
          <a:xfrm>
            <a:off x="419710" y="2278075"/>
            <a:ext cx="5331866" cy="1114349"/>
          </a:xfrm>
          <a:prstGeom prst="rect">
            <a:avLst/>
          </a:prstGeom>
          <a:noFill/>
        </p:spPr>
        <p:txBody>
          <a:bodyPr vert="horz" lIns="0" tIns="0" rIns="0" bIns="0" rtlCol="0" anchor="t">
            <a:noAutofit/>
          </a:bodyPr>
          <a:lstStyle/>
          <a:p>
            <a:pPr>
              <a:spcAft>
                <a:spcPts val="700"/>
              </a:spcAft>
            </a:pPr>
            <a:r>
              <a:rPr lang="en-CA" sz="2200">
                <a:solidFill>
                  <a:srgbClr val="000000"/>
                </a:solidFill>
                <a:latin typeface="Fira Sans" panose="020B0503050000020004" pitchFamily="34" charset="0"/>
              </a:rPr>
              <a:t>GitHub Copilot and Codespaces.</a:t>
            </a:r>
          </a:p>
        </p:txBody>
      </p:sp>
      <p:sp>
        <p:nvSpPr>
          <p:cNvPr id="10" name="Rectangle 9">
            <a:extLst>
              <a:ext uri="{FF2B5EF4-FFF2-40B4-BE49-F238E27FC236}">
                <a16:creationId xmlns:a16="http://schemas.microsoft.com/office/drawing/2014/main" id="{55DFAE39-D89C-EF36-52B0-6F353443CE6F}"/>
              </a:ext>
            </a:extLst>
          </p:cNvPr>
          <p:cNvSpPr/>
          <p:nvPr/>
        </p:nvSpPr>
        <p:spPr>
          <a:xfrm>
            <a:off x="273406" y="3794760"/>
            <a:ext cx="5624474" cy="199522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1" name="Card heading">
            <a:extLst>
              <a:ext uri="{FF2B5EF4-FFF2-40B4-BE49-F238E27FC236}">
                <a16:creationId xmlns:a16="http://schemas.microsoft.com/office/drawing/2014/main" id="{714D1799-0F6F-4742-E5B1-7EB6BE7CFEB9}"/>
              </a:ext>
            </a:extLst>
          </p:cNvPr>
          <p:cNvSpPr txBox="1"/>
          <p:nvPr/>
        </p:nvSpPr>
        <p:spPr>
          <a:xfrm>
            <a:off x="419710" y="3941063"/>
            <a:ext cx="5331866"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Build a custom agent</a:t>
            </a:r>
          </a:p>
        </p:txBody>
      </p:sp>
      <p:sp>
        <p:nvSpPr>
          <p:cNvPr id="12" name="Card body">
            <a:extLst>
              <a:ext uri="{FF2B5EF4-FFF2-40B4-BE49-F238E27FC236}">
                <a16:creationId xmlns:a16="http://schemas.microsoft.com/office/drawing/2014/main" id="{8D1628BD-9C60-9370-4FF0-60D698396B11}"/>
              </a:ext>
            </a:extLst>
          </p:cNvPr>
          <p:cNvSpPr txBox="1"/>
          <p:nvPr/>
        </p:nvSpPr>
        <p:spPr>
          <a:xfrm>
            <a:off x="419710" y="4529328"/>
            <a:ext cx="5331866" cy="1114349"/>
          </a:xfrm>
          <a:prstGeom prst="rect">
            <a:avLst/>
          </a:prstGeom>
          <a:noFill/>
        </p:spPr>
        <p:txBody>
          <a:bodyPr vert="horz" lIns="0" tIns="0" rIns="0" bIns="0" rtlCol="0" anchor="t">
            <a:noAutofit/>
          </a:bodyPr>
          <a:lstStyle/>
          <a:p>
            <a:pPr>
              <a:spcAft>
                <a:spcPts val="700"/>
              </a:spcAft>
            </a:pPr>
            <a:r>
              <a:rPr lang="en-CA" sz="2200">
                <a:solidFill>
                  <a:srgbClr val="000000"/>
                </a:solidFill>
                <a:latin typeface="Fira Sans" panose="020B0503050000020004" pitchFamily="34" charset="0"/>
              </a:rPr>
              <a:t>Microsoft Foundry.</a:t>
            </a:r>
          </a:p>
        </p:txBody>
      </p:sp>
      <p:sp>
        <p:nvSpPr>
          <p:cNvPr id="13" name="Rectangle 12">
            <a:extLst>
              <a:ext uri="{FF2B5EF4-FFF2-40B4-BE49-F238E27FC236}">
                <a16:creationId xmlns:a16="http://schemas.microsoft.com/office/drawing/2014/main" id="{D8760E0B-CDCD-2E15-8E53-4AE5BEEB7E26}"/>
              </a:ext>
            </a:extLst>
          </p:cNvPr>
          <p:cNvSpPr/>
          <p:nvPr/>
        </p:nvSpPr>
        <p:spPr>
          <a:xfrm>
            <a:off x="6292901" y="1543507"/>
            <a:ext cx="5493714" cy="199522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4" name="Card heading">
            <a:extLst>
              <a:ext uri="{FF2B5EF4-FFF2-40B4-BE49-F238E27FC236}">
                <a16:creationId xmlns:a16="http://schemas.microsoft.com/office/drawing/2014/main" id="{86532EAA-8C49-535C-E46F-0CF4EC55BAE7}"/>
              </a:ext>
            </a:extLst>
          </p:cNvPr>
          <p:cNvSpPr txBox="1"/>
          <p:nvPr/>
        </p:nvSpPr>
        <p:spPr>
          <a:xfrm>
            <a:off x="6439205" y="1689810"/>
            <a:ext cx="5201107"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Extend everyday work</a:t>
            </a:r>
          </a:p>
        </p:txBody>
      </p:sp>
      <p:sp>
        <p:nvSpPr>
          <p:cNvPr id="15" name="Card body">
            <a:extLst>
              <a:ext uri="{FF2B5EF4-FFF2-40B4-BE49-F238E27FC236}">
                <a16:creationId xmlns:a16="http://schemas.microsoft.com/office/drawing/2014/main" id="{9A68FFFA-C19F-F2E7-BECA-8E66EEF61830}"/>
              </a:ext>
            </a:extLst>
          </p:cNvPr>
          <p:cNvSpPr txBox="1"/>
          <p:nvPr/>
        </p:nvSpPr>
        <p:spPr>
          <a:xfrm>
            <a:off x="6439205" y="2278075"/>
            <a:ext cx="5201107" cy="1114349"/>
          </a:xfrm>
          <a:prstGeom prst="rect">
            <a:avLst/>
          </a:prstGeom>
          <a:noFill/>
        </p:spPr>
        <p:txBody>
          <a:bodyPr vert="horz" lIns="0" tIns="0" rIns="0" bIns="0" rtlCol="0" anchor="t">
            <a:noAutofit/>
          </a:bodyPr>
          <a:lstStyle/>
          <a:p>
            <a:pPr>
              <a:spcAft>
                <a:spcPts val="700"/>
              </a:spcAft>
            </a:pPr>
            <a:r>
              <a:rPr lang="en-US" sz="2200">
                <a:solidFill>
                  <a:srgbClr val="000000"/>
                </a:solidFill>
                <a:latin typeface="Fira Sans" panose="020B0503050000020004" pitchFamily="34" charset="0"/>
              </a:rPr>
              <a:t>Microsoft 365 Copilot and Copilot Studio.</a:t>
            </a:r>
            <a:endParaRPr lang="en-CA" sz="2200">
              <a:solidFill>
                <a:srgbClr val="000000"/>
              </a:solidFill>
              <a:latin typeface="Fira Sans" panose="020B0503050000020004" pitchFamily="34" charset="0"/>
            </a:endParaRPr>
          </a:p>
        </p:txBody>
      </p:sp>
      <p:sp>
        <p:nvSpPr>
          <p:cNvPr id="16" name="Rectangle 15">
            <a:extLst>
              <a:ext uri="{FF2B5EF4-FFF2-40B4-BE49-F238E27FC236}">
                <a16:creationId xmlns:a16="http://schemas.microsoft.com/office/drawing/2014/main" id="{51124449-FA83-DA5B-2A13-2E77F495F92A}"/>
              </a:ext>
            </a:extLst>
          </p:cNvPr>
          <p:cNvSpPr/>
          <p:nvPr/>
        </p:nvSpPr>
        <p:spPr>
          <a:xfrm>
            <a:off x="6292901" y="3794760"/>
            <a:ext cx="5493714" cy="199522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7" name="Card heading">
            <a:extLst>
              <a:ext uri="{FF2B5EF4-FFF2-40B4-BE49-F238E27FC236}">
                <a16:creationId xmlns:a16="http://schemas.microsoft.com/office/drawing/2014/main" id="{96D64DE0-9ECE-4F48-C250-4B5A0648292E}"/>
              </a:ext>
            </a:extLst>
          </p:cNvPr>
          <p:cNvSpPr txBox="1"/>
          <p:nvPr/>
        </p:nvSpPr>
        <p:spPr>
          <a:xfrm>
            <a:off x="6439205" y="3941063"/>
            <a:ext cx="5201107"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Oversee agents</a:t>
            </a:r>
          </a:p>
        </p:txBody>
      </p:sp>
      <p:sp>
        <p:nvSpPr>
          <p:cNvPr id="18" name="Card body">
            <a:extLst>
              <a:ext uri="{FF2B5EF4-FFF2-40B4-BE49-F238E27FC236}">
                <a16:creationId xmlns:a16="http://schemas.microsoft.com/office/drawing/2014/main" id="{2F69D5BD-56DD-6E07-A982-0AB2646E1905}"/>
              </a:ext>
            </a:extLst>
          </p:cNvPr>
          <p:cNvSpPr txBox="1"/>
          <p:nvPr/>
        </p:nvSpPr>
        <p:spPr>
          <a:xfrm>
            <a:off x="6439205" y="4529328"/>
            <a:ext cx="5201107" cy="1114349"/>
          </a:xfrm>
          <a:prstGeom prst="rect">
            <a:avLst/>
          </a:prstGeom>
          <a:noFill/>
        </p:spPr>
        <p:txBody>
          <a:bodyPr vert="horz" lIns="0" tIns="0" rIns="0" bIns="0" rtlCol="0" anchor="t">
            <a:noAutofit/>
          </a:bodyPr>
          <a:lstStyle/>
          <a:p>
            <a:pPr>
              <a:spcAft>
                <a:spcPts val="700"/>
              </a:spcAft>
            </a:pPr>
            <a:r>
              <a:rPr lang="en-CA" sz="2200">
                <a:solidFill>
                  <a:srgbClr val="000000"/>
                </a:solidFill>
                <a:latin typeface="Fira Sans" panose="020B0503050000020004" pitchFamily="34" charset="0"/>
              </a:rPr>
              <a:t>Microsoft Agent 365.</a:t>
            </a:r>
          </a:p>
        </p:txBody>
      </p:sp>
      <p:sp>
        <p:nvSpPr>
          <p:cNvPr id="19" name="Draft Flag">
            <a:extLst>
              <a:ext uri="{FF2B5EF4-FFF2-40B4-BE49-F238E27FC236}">
                <a16:creationId xmlns:a16="http://schemas.microsoft.com/office/drawing/2014/main" id="{EC2171C3-8E14-DD09-2136-B01173AEF450}"/>
              </a:ext>
            </a:extLst>
          </p:cNvPr>
          <p:cNvSpPr txBox="1"/>
          <p:nvPr/>
        </p:nvSpPr>
        <p:spPr>
          <a:xfrm>
            <a:off x="338328" y="5908853"/>
            <a:ext cx="11503152" cy="274320"/>
          </a:xfrm>
          <a:prstGeom prst="rect">
            <a:avLst/>
          </a:prstGeom>
          <a:noFill/>
        </p:spPr>
        <p:txBody>
          <a:bodyPr vert="horz" lIns="0" tIns="0" rIns="0" bIns="0" rtlCol="0" anchor="t">
            <a:noAutofit/>
          </a:bodyPr>
          <a:lstStyle/>
          <a:p>
            <a:pPr>
              <a:spcAft>
                <a:spcPts val="700"/>
              </a:spcAft>
            </a:pPr>
            <a:r>
              <a:rPr lang="en-US" sz="1300">
                <a:solidFill>
                  <a:srgbClr val="000000"/>
                </a:solidFill>
                <a:latin typeface="Fira Sans" panose="020B0503050000020004" pitchFamily="34" charset="0"/>
              </a:rPr>
              <a:t>Platform examples are illustrative; no packaged integration is asserted</a:t>
            </a:r>
            <a:endParaRPr lang="en-CA" sz="13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3787688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84BE30-B0EA-59C6-33CB-7B5E9FE4D0E6}"/>
              </a:ext>
            </a:extLst>
          </p:cNvPr>
          <p:cNvSpPr>
            <a:spLocks noGrp="1"/>
          </p:cNvSpPr>
          <p:nvPr>
            <p:ph type="title"/>
          </p:nvPr>
        </p:nvSpPr>
        <p:spPr/>
        <p:txBody>
          <a:bodyPr lIns="91440" tIns="0" rIns="0" bIns="0" anchor="t"/>
          <a:lstStyle/>
          <a:p>
            <a:pPr>
              <a:spcAft>
                <a:spcPts val="700"/>
              </a:spcAft>
            </a:pPr>
            <a:r>
              <a:rPr lang="en-US" sz="3000">
                <a:solidFill>
                  <a:srgbClr val="000000"/>
                </a:solidFill>
                <a:latin typeface="Fira Sans Light" panose="020B0403050000020004" pitchFamily="34" charset="0"/>
              </a:rPr>
              <a:t>GitHub Copilot helps build; Codespaces supplies the development environment</a:t>
            </a:r>
            <a:endParaRPr lang="en-CA" sz="3000">
              <a:solidFill>
                <a:srgbClr val="000000"/>
              </a:solidFill>
              <a:latin typeface="Fira Sans Light" panose="020B0403050000020004" pitchFamily="34" charset="0"/>
            </a:endParaRPr>
          </a:p>
        </p:txBody>
      </p:sp>
      <p:sp>
        <p:nvSpPr>
          <p:cNvPr id="6" name="Slide Number Placeholder 5">
            <a:extLst>
              <a:ext uri="{FF2B5EF4-FFF2-40B4-BE49-F238E27FC236}">
                <a16:creationId xmlns:a16="http://schemas.microsoft.com/office/drawing/2014/main" id="{6F47B033-D75F-6BFB-414F-2735940F3615}"/>
              </a:ext>
            </a:extLst>
          </p:cNvPr>
          <p:cNvSpPr>
            <a:spLocks noGrp="1"/>
          </p:cNvSpPr>
          <p:nvPr>
            <p:ph type="sldNum" sz="quarter" idx="13"/>
          </p:nvPr>
        </p:nvSpPr>
        <p:spPr/>
        <p:txBody>
          <a:bodyPr/>
          <a:lstStyle/>
          <a:p>
            <a:fld id="{C3C3236D-FB65-584A-8227-5A449D06E62A}" type="slidenum">
              <a:rPr lang="en-US" smtClean="0"/>
              <a:pPr/>
              <a:t>21</a:t>
            </a:fld>
            <a:endParaRPr lang="en-US"/>
          </a:p>
        </p:txBody>
      </p:sp>
      <p:sp>
        <p:nvSpPr>
          <p:cNvPr id="7" name="Footer Placeholder 6">
            <a:extLst>
              <a:ext uri="{FF2B5EF4-FFF2-40B4-BE49-F238E27FC236}">
                <a16:creationId xmlns:a16="http://schemas.microsoft.com/office/drawing/2014/main" id="{A54E4809-8627-A8C2-824C-9EBE34049533}"/>
              </a:ext>
            </a:extLst>
          </p:cNvPr>
          <p:cNvSpPr>
            <a:spLocks noGrp="1"/>
          </p:cNvSpPr>
          <p:nvPr>
            <p:ph type="ftr" sz="quarter" idx="18"/>
          </p:nvPr>
        </p:nvSpPr>
        <p:spPr/>
        <p:txBody>
          <a:bodyPr/>
          <a:lstStyle/>
          <a:p>
            <a:r>
              <a:rPr lang="en-US"/>
              <a:t>#CCHConnections</a:t>
            </a:r>
            <a:endParaRPr lang="en-US" dirty="0"/>
          </a:p>
        </p:txBody>
      </p:sp>
      <p:sp>
        <p:nvSpPr>
          <p:cNvPr id="8" name="Card heading">
            <a:extLst>
              <a:ext uri="{FF2B5EF4-FFF2-40B4-BE49-F238E27FC236}">
                <a16:creationId xmlns:a16="http://schemas.microsoft.com/office/drawing/2014/main" id="{CF7788B6-5F60-E6A7-8914-65A4DBCE514C}"/>
              </a:ext>
            </a:extLst>
          </p:cNvPr>
          <p:cNvSpPr txBox="1"/>
          <p:nvPr/>
        </p:nvSpPr>
        <p:spPr>
          <a:xfrm>
            <a:off x="335585" y="1984247"/>
            <a:ext cx="3510381"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GitHub Copilot</a:t>
            </a:r>
          </a:p>
        </p:txBody>
      </p:sp>
      <p:sp>
        <p:nvSpPr>
          <p:cNvPr id="9" name="Card body">
            <a:extLst>
              <a:ext uri="{FF2B5EF4-FFF2-40B4-BE49-F238E27FC236}">
                <a16:creationId xmlns:a16="http://schemas.microsoft.com/office/drawing/2014/main" id="{8F851CB9-D147-10AF-5270-A19D166E42BA}"/>
              </a:ext>
            </a:extLst>
          </p:cNvPr>
          <p:cNvSpPr txBox="1"/>
          <p:nvPr/>
        </p:nvSpPr>
        <p:spPr>
          <a:xfrm>
            <a:off x="335585" y="2618231"/>
            <a:ext cx="3510381" cy="337200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Helps create and revise application code.</a:t>
            </a:r>
            <a:endParaRPr lang="en-CA">
              <a:solidFill>
                <a:srgbClr val="000000"/>
              </a:solidFill>
              <a:latin typeface="Fira Sans" panose="020B0503050000020004" pitchFamily="34" charset="0"/>
            </a:endParaRPr>
          </a:p>
        </p:txBody>
      </p:sp>
      <p:sp>
        <p:nvSpPr>
          <p:cNvPr id="10" name="Card heading">
            <a:extLst>
              <a:ext uri="{FF2B5EF4-FFF2-40B4-BE49-F238E27FC236}">
                <a16:creationId xmlns:a16="http://schemas.microsoft.com/office/drawing/2014/main" id="{944DCC0B-69C1-03FC-6DBB-0C1D22A6AC85}"/>
              </a:ext>
            </a:extLst>
          </p:cNvPr>
          <p:cNvSpPr txBox="1"/>
          <p:nvPr/>
        </p:nvSpPr>
        <p:spPr>
          <a:xfrm>
            <a:off x="4334256" y="1984247"/>
            <a:ext cx="3570732"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Codespaces</a:t>
            </a:r>
          </a:p>
        </p:txBody>
      </p:sp>
      <p:sp>
        <p:nvSpPr>
          <p:cNvPr id="11" name="Card body">
            <a:extLst>
              <a:ext uri="{FF2B5EF4-FFF2-40B4-BE49-F238E27FC236}">
                <a16:creationId xmlns:a16="http://schemas.microsoft.com/office/drawing/2014/main" id="{4FBA1D6E-3D04-B377-7920-4B08BB80061C}"/>
              </a:ext>
            </a:extLst>
          </p:cNvPr>
          <p:cNvSpPr txBox="1"/>
          <p:nvPr/>
        </p:nvSpPr>
        <p:spPr>
          <a:xfrm>
            <a:off x="4334256" y="2618231"/>
            <a:ext cx="3570732" cy="337200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Provides a development environment for the project.</a:t>
            </a:r>
            <a:endParaRPr lang="en-CA">
              <a:solidFill>
                <a:srgbClr val="000000"/>
              </a:solidFill>
              <a:latin typeface="Fira Sans" panose="020B0503050000020004" pitchFamily="34" charset="0"/>
            </a:endParaRPr>
          </a:p>
        </p:txBody>
      </p:sp>
      <p:sp>
        <p:nvSpPr>
          <p:cNvPr id="12" name="Card heading">
            <a:extLst>
              <a:ext uri="{FF2B5EF4-FFF2-40B4-BE49-F238E27FC236}">
                <a16:creationId xmlns:a16="http://schemas.microsoft.com/office/drawing/2014/main" id="{F5D55A11-A16F-BD93-2376-0BDF2948AEAE}"/>
              </a:ext>
            </a:extLst>
          </p:cNvPr>
          <p:cNvSpPr txBox="1"/>
          <p:nvPr/>
        </p:nvSpPr>
        <p:spPr>
          <a:xfrm>
            <a:off x="8394192" y="1984247"/>
            <a:ext cx="3351276"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Example</a:t>
            </a:r>
          </a:p>
        </p:txBody>
      </p:sp>
      <p:sp>
        <p:nvSpPr>
          <p:cNvPr id="13" name="Card body">
            <a:extLst>
              <a:ext uri="{FF2B5EF4-FFF2-40B4-BE49-F238E27FC236}">
                <a16:creationId xmlns:a16="http://schemas.microsoft.com/office/drawing/2014/main" id="{97849105-4B6D-F544-96AF-4187E1D7D5D8}"/>
              </a:ext>
            </a:extLst>
          </p:cNvPr>
          <p:cNvSpPr txBox="1"/>
          <p:nvPr/>
        </p:nvSpPr>
        <p:spPr>
          <a:xfrm>
            <a:off x="8394192" y="2618231"/>
            <a:ext cx="3351276" cy="337200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Build a small return-status application against a demo firm.</a:t>
            </a:r>
            <a:endParaRPr lang="en-CA">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4185955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E5D8E96-0421-E5F1-9BDA-C20084309EE5}"/>
              </a:ext>
            </a:extLst>
          </p:cNvPr>
          <p:cNvSpPr>
            <a:spLocks noGrp="1"/>
          </p:cNvSpPr>
          <p:nvPr>
            <p:ph type="title"/>
          </p:nvPr>
        </p:nvSpPr>
        <p:spPr/>
        <p:txBody>
          <a:bodyPr lIns="91440" tIns="0" rIns="0" bIns="0" anchor="t"/>
          <a:lstStyle/>
          <a:p>
            <a:pPr>
              <a:spcAft>
                <a:spcPts val="700"/>
              </a:spcAft>
            </a:pPr>
            <a:r>
              <a:rPr lang="en-US" sz="3100">
                <a:solidFill>
                  <a:srgbClr val="000000"/>
                </a:solidFill>
                <a:latin typeface="Fira Sans Light" panose="020B0403050000020004" pitchFamily="34" charset="0"/>
              </a:rPr>
              <a:t>Use Copilot Studio to connect an agent to an approved workflow</a:t>
            </a:r>
            <a:endParaRPr lang="en-CA" sz="3100">
              <a:solidFill>
                <a:srgbClr val="000000"/>
              </a:solidFill>
              <a:latin typeface="Fira Sans Light" panose="020B0403050000020004" pitchFamily="34" charset="0"/>
            </a:endParaRPr>
          </a:p>
        </p:txBody>
      </p:sp>
      <p:sp>
        <p:nvSpPr>
          <p:cNvPr id="6" name="Slide Number Placeholder 5">
            <a:extLst>
              <a:ext uri="{FF2B5EF4-FFF2-40B4-BE49-F238E27FC236}">
                <a16:creationId xmlns:a16="http://schemas.microsoft.com/office/drawing/2014/main" id="{B5D00C08-B08C-29A4-122B-A7E2469EC700}"/>
              </a:ext>
            </a:extLst>
          </p:cNvPr>
          <p:cNvSpPr>
            <a:spLocks noGrp="1"/>
          </p:cNvSpPr>
          <p:nvPr>
            <p:ph type="sldNum" sz="quarter" idx="13"/>
          </p:nvPr>
        </p:nvSpPr>
        <p:spPr/>
        <p:txBody>
          <a:bodyPr/>
          <a:lstStyle/>
          <a:p>
            <a:fld id="{C3C3236D-FB65-584A-8227-5A449D06E62A}" type="slidenum">
              <a:rPr lang="en-US" smtClean="0"/>
              <a:pPr/>
              <a:t>22</a:t>
            </a:fld>
            <a:endParaRPr lang="en-US"/>
          </a:p>
        </p:txBody>
      </p:sp>
      <p:sp>
        <p:nvSpPr>
          <p:cNvPr id="7" name="Footer Placeholder 6">
            <a:extLst>
              <a:ext uri="{FF2B5EF4-FFF2-40B4-BE49-F238E27FC236}">
                <a16:creationId xmlns:a16="http://schemas.microsoft.com/office/drawing/2014/main" id="{BAC27F5B-6797-513A-F578-C09F7C478F52}"/>
              </a:ext>
            </a:extLst>
          </p:cNvPr>
          <p:cNvSpPr>
            <a:spLocks noGrp="1"/>
          </p:cNvSpPr>
          <p:nvPr>
            <p:ph type="ftr" sz="quarter" idx="18"/>
          </p:nvPr>
        </p:nvSpPr>
        <p:spPr/>
        <p:txBody>
          <a:bodyPr/>
          <a:lstStyle/>
          <a:p>
            <a:r>
              <a:rPr lang="en-US"/>
              <a:t>#CCHConnections</a:t>
            </a:r>
            <a:endParaRPr lang="en-US" dirty="0"/>
          </a:p>
        </p:txBody>
      </p:sp>
      <p:sp>
        <p:nvSpPr>
          <p:cNvPr id="8" name="Card heading">
            <a:extLst>
              <a:ext uri="{FF2B5EF4-FFF2-40B4-BE49-F238E27FC236}">
                <a16:creationId xmlns:a16="http://schemas.microsoft.com/office/drawing/2014/main" id="{AC9C800C-65BB-CD20-FE4E-9B5F5F403E0B}"/>
              </a:ext>
            </a:extLst>
          </p:cNvPr>
          <p:cNvSpPr txBox="1"/>
          <p:nvPr/>
        </p:nvSpPr>
        <p:spPr>
          <a:xfrm>
            <a:off x="335585" y="1572767"/>
            <a:ext cx="3510381"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Work surface</a:t>
            </a:r>
          </a:p>
        </p:txBody>
      </p:sp>
      <p:sp>
        <p:nvSpPr>
          <p:cNvPr id="9" name="Card body">
            <a:extLst>
              <a:ext uri="{FF2B5EF4-FFF2-40B4-BE49-F238E27FC236}">
                <a16:creationId xmlns:a16="http://schemas.microsoft.com/office/drawing/2014/main" id="{196C0575-811B-112A-2D4F-F043CE3B7320}"/>
              </a:ext>
            </a:extLst>
          </p:cNvPr>
          <p:cNvSpPr txBox="1"/>
          <p:nvPr/>
        </p:nvSpPr>
        <p:spPr>
          <a:xfrm>
            <a:off x="335585" y="2206751"/>
            <a:ext cx="3510381" cy="33262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An agent can meet users in tools such as Teams.</a:t>
            </a:r>
            <a:endParaRPr lang="en-CA">
              <a:solidFill>
                <a:srgbClr val="000000"/>
              </a:solidFill>
              <a:latin typeface="Fira Sans" panose="020B0503050000020004" pitchFamily="34" charset="0"/>
            </a:endParaRPr>
          </a:p>
        </p:txBody>
      </p:sp>
      <p:sp>
        <p:nvSpPr>
          <p:cNvPr id="10" name="Card heading">
            <a:extLst>
              <a:ext uri="{FF2B5EF4-FFF2-40B4-BE49-F238E27FC236}">
                <a16:creationId xmlns:a16="http://schemas.microsoft.com/office/drawing/2014/main" id="{313FB74A-9ED2-CBB6-2CA5-BE5E92D830E1}"/>
              </a:ext>
            </a:extLst>
          </p:cNvPr>
          <p:cNvSpPr txBox="1"/>
          <p:nvPr/>
        </p:nvSpPr>
        <p:spPr>
          <a:xfrm>
            <a:off x="4334256" y="1572767"/>
            <a:ext cx="3570732"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Connected tools</a:t>
            </a:r>
          </a:p>
        </p:txBody>
      </p:sp>
      <p:sp>
        <p:nvSpPr>
          <p:cNvPr id="11" name="Card body">
            <a:extLst>
              <a:ext uri="{FF2B5EF4-FFF2-40B4-BE49-F238E27FC236}">
                <a16:creationId xmlns:a16="http://schemas.microsoft.com/office/drawing/2014/main" id="{6508A47E-E757-65D3-B02C-01D6DA7D543A}"/>
              </a:ext>
            </a:extLst>
          </p:cNvPr>
          <p:cNvSpPr txBox="1"/>
          <p:nvPr/>
        </p:nvSpPr>
        <p:spPr>
          <a:xfrm>
            <a:off x="4334256" y="2206752"/>
            <a:ext cx="3570732" cy="33262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Copilot Studio supports agents with instructions, knowledge and actions.</a:t>
            </a:r>
            <a:endParaRPr lang="en-CA">
              <a:solidFill>
                <a:srgbClr val="000000"/>
              </a:solidFill>
              <a:latin typeface="Fira Sans" panose="020B0503050000020004" pitchFamily="34" charset="0"/>
            </a:endParaRPr>
          </a:p>
        </p:txBody>
      </p:sp>
      <p:sp>
        <p:nvSpPr>
          <p:cNvPr id="12" name="Card heading">
            <a:extLst>
              <a:ext uri="{FF2B5EF4-FFF2-40B4-BE49-F238E27FC236}">
                <a16:creationId xmlns:a16="http://schemas.microsoft.com/office/drawing/2014/main" id="{FED12B55-43AD-1DF6-40E6-17BEC9A1506C}"/>
              </a:ext>
            </a:extLst>
          </p:cNvPr>
          <p:cNvSpPr txBox="1"/>
          <p:nvPr/>
        </p:nvSpPr>
        <p:spPr>
          <a:xfrm>
            <a:off x="8394192" y="1572767"/>
            <a:ext cx="3351276"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Example</a:t>
            </a:r>
          </a:p>
        </p:txBody>
      </p:sp>
      <p:sp>
        <p:nvSpPr>
          <p:cNvPr id="13" name="Card body">
            <a:extLst>
              <a:ext uri="{FF2B5EF4-FFF2-40B4-BE49-F238E27FC236}">
                <a16:creationId xmlns:a16="http://schemas.microsoft.com/office/drawing/2014/main" id="{78EFD345-FEA0-E608-8A27-159477F011BA}"/>
              </a:ext>
            </a:extLst>
          </p:cNvPr>
          <p:cNvSpPr txBox="1"/>
          <p:nvPr/>
        </p:nvSpPr>
        <p:spPr>
          <a:xfrm>
            <a:off x="8394192" y="2206751"/>
            <a:ext cx="3351276" cy="33262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An agent could retrieve a selected return-status report.</a:t>
            </a:r>
            <a:endParaRPr lang="en-CA">
              <a:solidFill>
                <a:srgbClr val="000000"/>
              </a:solidFill>
              <a:latin typeface="Fira Sans" panose="020B0503050000020004" pitchFamily="34" charset="0"/>
            </a:endParaRPr>
          </a:p>
        </p:txBody>
      </p:sp>
      <p:sp>
        <p:nvSpPr>
          <p:cNvPr id="14" name="Draft Flag">
            <a:extLst>
              <a:ext uri="{FF2B5EF4-FFF2-40B4-BE49-F238E27FC236}">
                <a16:creationId xmlns:a16="http://schemas.microsoft.com/office/drawing/2014/main" id="{584F3209-1B30-ADB9-EEA4-AEB5340D462E}"/>
              </a:ext>
            </a:extLst>
          </p:cNvPr>
          <p:cNvSpPr txBox="1"/>
          <p:nvPr/>
        </p:nvSpPr>
        <p:spPr>
          <a:xfrm>
            <a:off x="338328" y="5908853"/>
            <a:ext cx="11503152" cy="274320"/>
          </a:xfrm>
          <a:prstGeom prst="rect">
            <a:avLst/>
          </a:prstGeom>
          <a:noFill/>
        </p:spPr>
        <p:txBody>
          <a:bodyPr vert="horz" lIns="0" tIns="0" rIns="0" bIns="0" rtlCol="0" anchor="t">
            <a:noAutofit/>
          </a:bodyPr>
          <a:lstStyle/>
          <a:p>
            <a:pPr>
              <a:spcAft>
                <a:spcPts val="700"/>
              </a:spcAft>
            </a:pPr>
            <a:r>
              <a:rPr lang="en-US" sz="1300">
                <a:solidFill>
                  <a:srgbClr val="000000"/>
                </a:solidFill>
                <a:latin typeface="Fira Sans" panose="020B0503050000020004" pitchFamily="34" charset="0"/>
              </a:rPr>
              <a:t>Illustrative integration; implementation and authorization required</a:t>
            </a:r>
            <a:endParaRPr lang="en-CA" sz="13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2876673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2E747E-8A4C-559B-BC39-A03C37A8B4C3}"/>
              </a:ext>
            </a:extLst>
          </p:cNvPr>
          <p:cNvSpPr>
            <a:spLocks noGrp="1"/>
          </p:cNvSpPr>
          <p:nvPr>
            <p:ph type="title"/>
          </p:nvPr>
        </p:nvSpPr>
        <p:spPr/>
        <p:txBody>
          <a:bodyPr lIns="91440" tIns="0" rIns="0" bIns="0" anchor="t"/>
          <a:lstStyle/>
          <a:p>
            <a:pPr>
              <a:spcAft>
                <a:spcPts val="700"/>
              </a:spcAft>
            </a:pPr>
            <a:r>
              <a:rPr lang="en-US" sz="3000">
                <a:solidFill>
                  <a:srgbClr val="000000"/>
                </a:solidFill>
                <a:latin typeface="Fira Sans Light" panose="020B0403050000020004" pitchFamily="34" charset="0"/>
              </a:rPr>
              <a:t>Microsoft Foundry supports custom agents with models and tools</a:t>
            </a:r>
            <a:endParaRPr lang="en-CA" sz="3000">
              <a:solidFill>
                <a:srgbClr val="000000"/>
              </a:solidFill>
              <a:latin typeface="Fira Sans Light" panose="020B0403050000020004" pitchFamily="34" charset="0"/>
            </a:endParaRPr>
          </a:p>
        </p:txBody>
      </p:sp>
      <p:sp>
        <p:nvSpPr>
          <p:cNvPr id="5" name="Slide Number Placeholder 4">
            <a:extLst>
              <a:ext uri="{FF2B5EF4-FFF2-40B4-BE49-F238E27FC236}">
                <a16:creationId xmlns:a16="http://schemas.microsoft.com/office/drawing/2014/main" id="{2ACC7D1B-273A-B6F2-A354-CE4DFFA2242E}"/>
              </a:ext>
            </a:extLst>
          </p:cNvPr>
          <p:cNvSpPr>
            <a:spLocks noGrp="1"/>
          </p:cNvSpPr>
          <p:nvPr>
            <p:ph type="sldNum" sz="quarter" idx="13"/>
          </p:nvPr>
        </p:nvSpPr>
        <p:spPr/>
        <p:txBody>
          <a:bodyPr/>
          <a:lstStyle/>
          <a:p>
            <a:fld id="{C3C3236D-FB65-584A-8227-5A449D06E62A}" type="slidenum">
              <a:rPr lang="en-US" smtClean="0"/>
              <a:pPr/>
              <a:t>23</a:t>
            </a:fld>
            <a:endParaRPr lang="en-US"/>
          </a:p>
        </p:txBody>
      </p:sp>
      <p:sp>
        <p:nvSpPr>
          <p:cNvPr id="6" name="Footer Placeholder 5">
            <a:extLst>
              <a:ext uri="{FF2B5EF4-FFF2-40B4-BE49-F238E27FC236}">
                <a16:creationId xmlns:a16="http://schemas.microsoft.com/office/drawing/2014/main" id="{6C518C60-B3DB-0F63-18AC-6796E92B3214}"/>
              </a:ext>
            </a:extLst>
          </p:cNvPr>
          <p:cNvSpPr>
            <a:spLocks noGrp="1"/>
          </p:cNvSpPr>
          <p:nvPr>
            <p:ph type="ftr" sz="quarter" idx="18"/>
          </p:nvPr>
        </p:nvSpPr>
        <p:spPr/>
        <p:txBody>
          <a:bodyPr/>
          <a:lstStyle/>
          <a:p>
            <a:r>
              <a:rPr lang="en-US"/>
              <a:t>#CCHConnections</a:t>
            </a:r>
            <a:endParaRPr lang="en-US" dirty="0"/>
          </a:p>
        </p:txBody>
      </p:sp>
      <p:sp>
        <p:nvSpPr>
          <p:cNvPr id="7" name="Rectangle 6">
            <a:extLst>
              <a:ext uri="{FF2B5EF4-FFF2-40B4-BE49-F238E27FC236}">
                <a16:creationId xmlns:a16="http://schemas.microsoft.com/office/drawing/2014/main" id="{231EE22C-1003-D2BB-3B88-9910F7C418B8}"/>
              </a:ext>
            </a:extLst>
          </p:cNvPr>
          <p:cNvSpPr/>
          <p:nvPr/>
        </p:nvSpPr>
        <p:spPr>
          <a:xfrm>
            <a:off x="273406" y="1543507"/>
            <a:ext cx="5624474" cy="199522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8" name="Card heading">
            <a:extLst>
              <a:ext uri="{FF2B5EF4-FFF2-40B4-BE49-F238E27FC236}">
                <a16:creationId xmlns:a16="http://schemas.microsoft.com/office/drawing/2014/main" id="{0499A8E8-6C2D-19E7-F6ED-E42AA7AFAD4D}"/>
              </a:ext>
            </a:extLst>
          </p:cNvPr>
          <p:cNvSpPr txBox="1"/>
          <p:nvPr/>
        </p:nvSpPr>
        <p:spPr>
          <a:xfrm>
            <a:off x="419710" y="1689810"/>
            <a:ext cx="5331866"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Build</a:t>
            </a:r>
          </a:p>
        </p:txBody>
      </p:sp>
      <p:sp>
        <p:nvSpPr>
          <p:cNvPr id="9" name="Card body">
            <a:extLst>
              <a:ext uri="{FF2B5EF4-FFF2-40B4-BE49-F238E27FC236}">
                <a16:creationId xmlns:a16="http://schemas.microsoft.com/office/drawing/2014/main" id="{163E54B4-DE49-C9E8-AB62-658335268195}"/>
              </a:ext>
            </a:extLst>
          </p:cNvPr>
          <p:cNvSpPr txBox="1"/>
          <p:nvPr/>
        </p:nvSpPr>
        <p:spPr>
          <a:xfrm>
            <a:off x="419710" y="2278075"/>
            <a:ext cx="5331866" cy="1114349"/>
          </a:xfrm>
          <a:prstGeom prst="rect">
            <a:avLst/>
          </a:prstGeom>
          <a:noFill/>
        </p:spPr>
        <p:txBody>
          <a:bodyPr vert="horz" lIns="0" tIns="0" rIns="0" bIns="0" rtlCol="0" anchor="t">
            <a:noAutofit/>
          </a:bodyPr>
          <a:lstStyle/>
          <a:p>
            <a:pPr>
              <a:spcAft>
                <a:spcPts val="700"/>
              </a:spcAft>
            </a:pPr>
            <a:r>
              <a:rPr lang="en-US" sz="2200">
                <a:solidFill>
                  <a:srgbClr val="000000"/>
                </a:solidFill>
                <a:latin typeface="Fira Sans" panose="020B0503050000020004" pitchFamily="34" charset="0"/>
              </a:rPr>
              <a:t>Define the agent and connect the required tools.</a:t>
            </a:r>
            <a:endParaRPr lang="en-CA" sz="2200">
              <a:solidFill>
                <a:srgbClr val="000000"/>
              </a:solidFill>
              <a:latin typeface="Fira Sans" panose="020B0503050000020004" pitchFamily="34" charset="0"/>
            </a:endParaRPr>
          </a:p>
        </p:txBody>
      </p:sp>
      <p:sp>
        <p:nvSpPr>
          <p:cNvPr id="10" name="Rectangle 9">
            <a:extLst>
              <a:ext uri="{FF2B5EF4-FFF2-40B4-BE49-F238E27FC236}">
                <a16:creationId xmlns:a16="http://schemas.microsoft.com/office/drawing/2014/main" id="{5F4BE36D-3D28-AA87-F866-E5054D0E14D6}"/>
              </a:ext>
            </a:extLst>
          </p:cNvPr>
          <p:cNvSpPr/>
          <p:nvPr/>
        </p:nvSpPr>
        <p:spPr>
          <a:xfrm>
            <a:off x="273406" y="3794760"/>
            <a:ext cx="5624474" cy="199522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1" name="Card heading">
            <a:extLst>
              <a:ext uri="{FF2B5EF4-FFF2-40B4-BE49-F238E27FC236}">
                <a16:creationId xmlns:a16="http://schemas.microsoft.com/office/drawing/2014/main" id="{1C4685AD-F950-5F76-BA44-13EF49FD79C7}"/>
              </a:ext>
            </a:extLst>
          </p:cNvPr>
          <p:cNvSpPr txBox="1"/>
          <p:nvPr/>
        </p:nvSpPr>
        <p:spPr>
          <a:xfrm>
            <a:off x="419710" y="3941063"/>
            <a:ext cx="5331866"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Operate</a:t>
            </a:r>
          </a:p>
        </p:txBody>
      </p:sp>
      <p:sp>
        <p:nvSpPr>
          <p:cNvPr id="12" name="Card body">
            <a:extLst>
              <a:ext uri="{FF2B5EF4-FFF2-40B4-BE49-F238E27FC236}">
                <a16:creationId xmlns:a16="http://schemas.microsoft.com/office/drawing/2014/main" id="{65CC3A3B-4FBD-8FF7-DF84-88F9603B9476}"/>
              </a:ext>
            </a:extLst>
          </p:cNvPr>
          <p:cNvSpPr txBox="1"/>
          <p:nvPr/>
        </p:nvSpPr>
        <p:spPr>
          <a:xfrm>
            <a:off x="419710" y="4529328"/>
            <a:ext cx="5331866" cy="1114349"/>
          </a:xfrm>
          <a:prstGeom prst="rect">
            <a:avLst/>
          </a:prstGeom>
          <a:noFill/>
        </p:spPr>
        <p:txBody>
          <a:bodyPr vert="horz" lIns="0" tIns="0" rIns="0" bIns="0" rtlCol="0" anchor="t">
            <a:noAutofit/>
          </a:bodyPr>
          <a:lstStyle/>
          <a:p>
            <a:pPr>
              <a:spcAft>
                <a:spcPts val="700"/>
              </a:spcAft>
            </a:pPr>
            <a:r>
              <a:rPr lang="en-CA" sz="2200">
                <a:solidFill>
                  <a:srgbClr val="000000"/>
                </a:solidFill>
                <a:latin typeface="Fira Sans" panose="020B0503050000020004" pitchFamily="34" charset="0"/>
              </a:rPr>
              <a:t>Monitor the custom solution.</a:t>
            </a:r>
          </a:p>
        </p:txBody>
      </p:sp>
      <p:sp>
        <p:nvSpPr>
          <p:cNvPr id="13" name="Rectangle 12">
            <a:extLst>
              <a:ext uri="{FF2B5EF4-FFF2-40B4-BE49-F238E27FC236}">
                <a16:creationId xmlns:a16="http://schemas.microsoft.com/office/drawing/2014/main" id="{48BAA455-946D-769D-B205-127711F49264}"/>
              </a:ext>
            </a:extLst>
          </p:cNvPr>
          <p:cNvSpPr/>
          <p:nvPr/>
        </p:nvSpPr>
        <p:spPr>
          <a:xfrm>
            <a:off x="6292901" y="1543507"/>
            <a:ext cx="5493714" cy="199522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4" name="Card heading">
            <a:extLst>
              <a:ext uri="{FF2B5EF4-FFF2-40B4-BE49-F238E27FC236}">
                <a16:creationId xmlns:a16="http://schemas.microsoft.com/office/drawing/2014/main" id="{1C01D023-355B-E741-BFB4-0E55925DB917}"/>
              </a:ext>
            </a:extLst>
          </p:cNvPr>
          <p:cNvSpPr txBox="1"/>
          <p:nvPr/>
        </p:nvSpPr>
        <p:spPr>
          <a:xfrm>
            <a:off x="6439205" y="1689810"/>
            <a:ext cx="5201107"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Evaluate</a:t>
            </a:r>
          </a:p>
        </p:txBody>
      </p:sp>
      <p:sp>
        <p:nvSpPr>
          <p:cNvPr id="15" name="Card body">
            <a:extLst>
              <a:ext uri="{FF2B5EF4-FFF2-40B4-BE49-F238E27FC236}">
                <a16:creationId xmlns:a16="http://schemas.microsoft.com/office/drawing/2014/main" id="{26EC03D6-EF0A-8C83-4DF5-99A7E5CE6B58}"/>
              </a:ext>
            </a:extLst>
          </p:cNvPr>
          <p:cNvSpPr txBox="1"/>
          <p:nvPr/>
        </p:nvSpPr>
        <p:spPr>
          <a:xfrm>
            <a:off x="6439205" y="2278075"/>
            <a:ext cx="5201107" cy="1114349"/>
          </a:xfrm>
          <a:prstGeom prst="rect">
            <a:avLst/>
          </a:prstGeom>
          <a:noFill/>
        </p:spPr>
        <p:txBody>
          <a:bodyPr vert="horz" lIns="0" tIns="0" rIns="0" bIns="0" rtlCol="0" anchor="t">
            <a:noAutofit/>
          </a:bodyPr>
          <a:lstStyle/>
          <a:p>
            <a:pPr>
              <a:spcAft>
                <a:spcPts val="700"/>
              </a:spcAft>
            </a:pPr>
            <a:r>
              <a:rPr lang="en-US" sz="2200">
                <a:solidFill>
                  <a:srgbClr val="000000"/>
                </a:solidFill>
                <a:latin typeface="Fira Sans" panose="020B0503050000020004" pitchFamily="34" charset="0"/>
              </a:rPr>
              <a:t>Check the behavior before wider use.</a:t>
            </a:r>
            <a:endParaRPr lang="en-CA" sz="2200">
              <a:solidFill>
                <a:srgbClr val="000000"/>
              </a:solidFill>
              <a:latin typeface="Fira Sans" panose="020B0503050000020004" pitchFamily="34" charset="0"/>
            </a:endParaRPr>
          </a:p>
        </p:txBody>
      </p:sp>
      <p:sp>
        <p:nvSpPr>
          <p:cNvPr id="16" name="Rectangle 15">
            <a:extLst>
              <a:ext uri="{FF2B5EF4-FFF2-40B4-BE49-F238E27FC236}">
                <a16:creationId xmlns:a16="http://schemas.microsoft.com/office/drawing/2014/main" id="{2FB1AA97-6378-24F7-E20B-E7C3002AC4B6}"/>
              </a:ext>
            </a:extLst>
          </p:cNvPr>
          <p:cNvSpPr/>
          <p:nvPr/>
        </p:nvSpPr>
        <p:spPr>
          <a:xfrm>
            <a:off x="6292901" y="3794760"/>
            <a:ext cx="5493714" cy="1995221"/>
          </a:xfrm>
          <a:prstGeom prst="rect">
            <a:avLst/>
          </a:prstGeom>
          <a:solidFill>
            <a:srgbClr val="FFFFFF"/>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7" name="Card heading">
            <a:extLst>
              <a:ext uri="{FF2B5EF4-FFF2-40B4-BE49-F238E27FC236}">
                <a16:creationId xmlns:a16="http://schemas.microsoft.com/office/drawing/2014/main" id="{F8889C2C-25C9-80D1-E79B-B022A1BE7355}"/>
              </a:ext>
            </a:extLst>
          </p:cNvPr>
          <p:cNvSpPr txBox="1"/>
          <p:nvPr/>
        </p:nvSpPr>
        <p:spPr>
          <a:xfrm>
            <a:off x="6439205" y="3941063"/>
            <a:ext cx="5201107" cy="44196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Example</a:t>
            </a:r>
          </a:p>
        </p:txBody>
      </p:sp>
      <p:sp>
        <p:nvSpPr>
          <p:cNvPr id="18" name="Card body">
            <a:extLst>
              <a:ext uri="{FF2B5EF4-FFF2-40B4-BE49-F238E27FC236}">
                <a16:creationId xmlns:a16="http://schemas.microsoft.com/office/drawing/2014/main" id="{81E2098A-DD4E-7B5E-396E-D064DA39C5EB}"/>
              </a:ext>
            </a:extLst>
          </p:cNvPr>
          <p:cNvSpPr txBox="1"/>
          <p:nvPr/>
        </p:nvSpPr>
        <p:spPr>
          <a:xfrm>
            <a:off x="6439205" y="4529328"/>
            <a:ext cx="5201107" cy="1114349"/>
          </a:xfrm>
          <a:prstGeom prst="rect">
            <a:avLst/>
          </a:prstGeom>
          <a:noFill/>
        </p:spPr>
        <p:txBody>
          <a:bodyPr vert="horz" lIns="0" tIns="0" rIns="0" bIns="0" rtlCol="0" anchor="t">
            <a:noAutofit/>
          </a:bodyPr>
          <a:lstStyle/>
          <a:p>
            <a:pPr>
              <a:spcAft>
                <a:spcPts val="700"/>
              </a:spcAft>
            </a:pPr>
            <a:r>
              <a:rPr lang="en-US" sz="2200">
                <a:solidFill>
                  <a:srgbClr val="000000"/>
                </a:solidFill>
                <a:latin typeface="Fira Sans" panose="020B0503050000020004" pitchFamily="34" charset="0"/>
              </a:rPr>
              <a:t>A custom agent could interpret results from an approved API tool.</a:t>
            </a:r>
            <a:endParaRPr lang="en-CA" sz="2200">
              <a:solidFill>
                <a:srgbClr val="000000"/>
              </a:solidFill>
              <a:latin typeface="Fira Sans" panose="020B0503050000020004" pitchFamily="34" charset="0"/>
            </a:endParaRPr>
          </a:p>
        </p:txBody>
      </p:sp>
      <p:sp>
        <p:nvSpPr>
          <p:cNvPr id="19" name="Draft Flag">
            <a:extLst>
              <a:ext uri="{FF2B5EF4-FFF2-40B4-BE49-F238E27FC236}">
                <a16:creationId xmlns:a16="http://schemas.microsoft.com/office/drawing/2014/main" id="{AE60C13C-A857-4816-6678-92768DA4F710}"/>
              </a:ext>
            </a:extLst>
          </p:cNvPr>
          <p:cNvSpPr txBox="1"/>
          <p:nvPr/>
        </p:nvSpPr>
        <p:spPr>
          <a:xfrm>
            <a:off x="338328" y="5908853"/>
            <a:ext cx="11503152" cy="274320"/>
          </a:xfrm>
          <a:prstGeom prst="rect">
            <a:avLst/>
          </a:prstGeom>
          <a:noFill/>
        </p:spPr>
        <p:txBody>
          <a:bodyPr vert="horz" lIns="0" tIns="0" rIns="0" bIns="0" rtlCol="0" anchor="t">
            <a:noAutofit/>
          </a:bodyPr>
          <a:lstStyle/>
          <a:p>
            <a:pPr>
              <a:spcAft>
                <a:spcPts val="700"/>
              </a:spcAft>
            </a:pPr>
            <a:r>
              <a:rPr lang="en-US" sz="1300">
                <a:solidFill>
                  <a:srgbClr val="000000"/>
                </a:solidFill>
                <a:latin typeface="Fira Sans" panose="020B0503050000020004" pitchFamily="34" charset="0"/>
              </a:rPr>
              <a:t>Illustrative architecture, not a released WK integration</a:t>
            </a:r>
            <a:endParaRPr lang="en-CA" sz="13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2730217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5809E1F-0324-AA14-8900-C04E780BC059}"/>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Agent 365 provides oversight of agents</a:t>
            </a:r>
            <a:endParaRPr lang="en-CA" sz="3200">
              <a:solidFill>
                <a:srgbClr val="000000"/>
              </a:solidFill>
              <a:latin typeface="Fira Sans Light" panose="020B0403050000020004" pitchFamily="34" charset="0"/>
            </a:endParaRPr>
          </a:p>
        </p:txBody>
      </p:sp>
      <p:sp>
        <p:nvSpPr>
          <p:cNvPr id="6" name="Slide Number Placeholder 5">
            <a:extLst>
              <a:ext uri="{FF2B5EF4-FFF2-40B4-BE49-F238E27FC236}">
                <a16:creationId xmlns:a16="http://schemas.microsoft.com/office/drawing/2014/main" id="{0E1694F6-F423-CDE6-68E9-A1E9C6C7A319}"/>
              </a:ext>
            </a:extLst>
          </p:cNvPr>
          <p:cNvSpPr>
            <a:spLocks noGrp="1"/>
          </p:cNvSpPr>
          <p:nvPr>
            <p:ph type="sldNum" sz="quarter" idx="13"/>
          </p:nvPr>
        </p:nvSpPr>
        <p:spPr/>
        <p:txBody>
          <a:bodyPr/>
          <a:lstStyle/>
          <a:p>
            <a:fld id="{C3C3236D-FB65-584A-8227-5A449D06E62A}" type="slidenum">
              <a:rPr lang="en-US" smtClean="0"/>
              <a:pPr/>
              <a:t>24</a:t>
            </a:fld>
            <a:endParaRPr lang="en-US"/>
          </a:p>
        </p:txBody>
      </p:sp>
      <p:sp>
        <p:nvSpPr>
          <p:cNvPr id="7" name="Footer Placeholder 6">
            <a:extLst>
              <a:ext uri="{FF2B5EF4-FFF2-40B4-BE49-F238E27FC236}">
                <a16:creationId xmlns:a16="http://schemas.microsoft.com/office/drawing/2014/main" id="{B3517B9B-8B98-19F8-9EC2-221FD495A8BF}"/>
              </a:ext>
            </a:extLst>
          </p:cNvPr>
          <p:cNvSpPr>
            <a:spLocks noGrp="1"/>
          </p:cNvSpPr>
          <p:nvPr>
            <p:ph type="ftr" sz="quarter" idx="18"/>
          </p:nvPr>
        </p:nvSpPr>
        <p:spPr/>
        <p:txBody>
          <a:bodyPr/>
          <a:lstStyle/>
          <a:p>
            <a:r>
              <a:rPr lang="en-US"/>
              <a:t>#CCHConnections</a:t>
            </a:r>
            <a:endParaRPr lang="en-US" dirty="0"/>
          </a:p>
        </p:txBody>
      </p:sp>
      <p:sp>
        <p:nvSpPr>
          <p:cNvPr id="8" name="Card heading">
            <a:extLst>
              <a:ext uri="{FF2B5EF4-FFF2-40B4-BE49-F238E27FC236}">
                <a16:creationId xmlns:a16="http://schemas.microsoft.com/office/drawing/2014/main" id="{ABF60E39-9A37-BDE7-16B3-AE0C7BA55D43}"/>
              </a:ext>
            </a:extLst>
          </p:cNvPr>
          <p:cNvSpPr txBox="1"/>
          <p:nvPr/>
        </p:nvSpPr>
        <p:spPr>
          <a:xfrm>
            <a:off x="335585" y="1572767"/>
            <a:ext cx="3510381"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Observe</a:t>
            </a:r>
          </a:p>
        </p:txBody>
      </p:sp>
      <p:sp>
        <p:nvSpPr>
          <p:cNvPr id="9" name="Card body">
            <a:extLst>
              <a:ext uri="{FF2B5EF4-FFF2-40B4-BE49-F238E27FC236}">
                <a16:creationId xmlns:a16="http://schemas.microsoft.com/office/drawing/2014/main" id="{EE41FE4D-0AEC-76AD-6678-1CD8950F9082}"/>
              </a:ext>
            </a:extLst>
          </p:cNvPr>
          <p:cNvSpPr txBox="1"/>
          <p:nvPr/>
        </p:nvSpPr>
        <p:spPr>
          <a:xfrm>
            <a:off x="335585" y="2206751"/>
            <a:ext cx="3510381" cy="37834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Understand agent adoption, activity and health.</a:t>
            </a:r>
            <a:endParaRPr lang="en-CA">
              <a:solidFill>
                <a:srgbClr val="000000"/>
              </a:solidFill>
              <a:latin typeface="Fira Sans" panose="020B0503050000020004" pitchFamily="34" charset="0"/>
            </a:endParaRPr>
          </a:p>
        </p:txBody>
      </p:sp>
      <p:sp>
        <p:nvSpPr>
          <p:cNvPr id="10" name="Card heading">
            <a:extLst>
              <a:ext uri="{FF2B5EF4-FFF2-40B4-BE49-F238E27FC236}">
                <a16:creationId xmlns:a16="http://schemas.microsoft.com/office/drawing/2014/main" id="{B7F84192-97A0-E318-33C3-06122E27C870}"/>
              </a:ext>
            </a:extLst>
          </p:cNvPr>
          <p:cNvSpPr txBox="1"/>
          <p:nvPr/>
        </p:nvSpPr>
        <p:spPr>
          <a:xfrm>
            <a:off x="4334256" y="1572767"/>
            <a:ext cx="3570732"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Govern</a:t>
            </a:r>
          </a:p>
        </p:txBody>
      </p:sp>
      <p:sp>
        <p:nvSpPr>
          <p:cNvPr id="11" name="Card body">
            <a:extLst>
              <a:ext uri="{FF2B5EF4-FFF2-40B4-BE49-F238E27FC236}">
                <a16:creationId xmlns:a16="http://schemas.microsoft.com/office/drawing/2014/main" id="{D798B74C-40CE-343F-8DFA-234EF4839F77}"/>
              </a:ext>
            </a:extLst>
          </p:cNvPr>
          <p:cNvSpPr txBox="1"/>
          <p:nvPr/>
        </p:nvSpPr>
        <p:spPr>
          <a:xfrm>
            <a:off x="4334256" y="2206751"/>
            <a:ext cx="3570732" cy="37834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Manage lifecycle, access and policy.</a:t>
            </a:r>
            <a:endParaRPr lang="en-CA">
              <a:solidFill>
                <a:srgbClr val="000000"/>
              </a:solidFill>
              <a:latin typeface="Fira Sans" panose="020B0503050000020004" pitchFamily="34" charset="0"/>
            </a:endParaRPr>
          </a:p>
        </p:txBody>
      </p:sp>
      <p:sp>
        <p:nvSpPr>
          <p:cNvPr id="12" name="Card heading">
            <a:extLst>
              <a:ext uri="{FF2B5EF4-FFF2-40B4-BE49-F238E27FC236}">
                <a16:creationId xmlns:a16="http://schemas.microsoft.com/office/drawing/2014/main" id="{59011F5D-067A-CB46-E016-549503F94C21}"/>
              </a:ext>
            </a:extLst>
          </p:cNvPr>
          <p:cNvSpPr txBox="1"/>
          <p:nvPr/>
        </p:nvSpPr>
        <p:spPr>
          <a:xfrm>
            <a:off x="8394192" y="1572767"/>
            <a:ext cx="3351276"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Secure</a:t>
            </a:r>
          </a:p>
        </p:txBody>
      </p:sp>
      <p:sp>
        <p:nvSpPr>
          <p:cNvPr id="13" name="Card body">
            <a:extLst>
              <a:ext uri="{FF2B5EF4-FFF2-40B4-BE49-F238E27FC236}">
                <a16:creationId xmlns:a16="http://schemas.microsoft.com/office/drawing/2014/main" id="{F66F6ED9-9624-5061-7734-F5BB1F3F61A3}"/>
              </a:ext>
            </a:extLst>
          </p:cNvPr>
          <p:cNvSpPr txBox="1"/>
          <p:nvPr/>
        </p:nvSpPr>
        <p:spPr>
          <a:xfrm>
            <a:off x="8394192" y="2206751"/>
            <a:ext cx="3351276" cy="37834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Apply identity, data and threat protections.</a:t>
            </a:r>
            <a:endParaRPr lang="en-CA">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40921769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89B87-BCDC-6419-50D3-906FD35AC46C}"/>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The development loop still includes testing and revision</a:t>
            </a:r>
            <a:endParaRPr lang="en-CA" sz="3200">
              <a:solidFill>
                <a:srgbClr val="000000"/>
              </a:solidFill>
              <a:latin typeface="Fira Sans Light" panose="020B0403050000020004" pitchFamily="34" charset="0"/>
            </a:endParaRPr>
          </a:p>
        </p:txBody>
      </p:sp>
      <p:sp>
        <p:nvSpPr>
          <p:cNvPr id="4" name="Slide Number Placeholder 3">
            <a:extLst>
              <a:ext uri="{FF2B5EF4-FFF2-40B4-BE49-F238E27FC236}">
                <a16:creationId xmlns:a16="http://schemas.microsoft.com/office/drawing/2014/main" id="{05DCB07D-4DFF-B40E-97E0-63A633E05404}"/>
              </a:ext>
            </a:extLst>
          </p:cNvPr>
          <p:cNvSpPr>
            <a:spLocks noGrp="1"/>
          </p:cNvSpPr>
          <p:nvPr>
            <p:ph type="sldNum" sz="quarter" idx="13"/>
          </p:nvPr>
        </p:nvSpPr>
        <p:spPr/>
        <p:txBody>
          <a:bodyPr/>
          <a:lstStyle/>
          <a:p>
            <a:fld id="{C3C3236D-FB65-584A-8227-5A449D06E62A}" type="slidenum">
              <a:rPr lang="en-US" smtClean="0"/>
              <a:pPr/>
              <a:t>25</a:t>
            </a:fld>
            <a:endParaRPr lang="en-US"/>
          </a:p>
        </p:txBody>
      </p:sp>
      <p:sp>
        <p:nvSpPr>
          <p:cNvPr id="5" name="Footer Placeholder 4">
            <a:extLst>
              <a:ext uri="{FF2B5EF4-FFF2-40B4-BE49-F238E27FC236}">
                <a16:creationId xmlns:a16="http://schemas.microsoft.com/office/drawing/2014/main" id="{D3DA3EDE-AF4B-27EC-300A-D2F28EAA0D65}"/>
              </a:ext>
            </a:extLst>
          </p:cNvPr>
          <p:cNvSpPr>
            <a:spLocks noGrp="1"/>
          </p:cNvSpPr>
          <p:nvPr>
            <p:ph type="ftr" sz="quarter" idx="18"/>
          </p:nvPr>
        </p:nvSpPr>
        <p:spPr/>
        <p:txBody>
          <a:bodyPr/>
          <a:lstStyle/>
          <a:p>
            <a:r>
              <a:rPr lang="en-US"/>
              <a:t>#CCHConnections</a:t>
            </a:r>
            <a:endParaRPr lang="en-US" dirty="0"/>
          </a:p>
        </p:txBody>
      </p:sp>
      <p:sp>
        <p:nvSpPr>
          <p:cNvPr id="6" name="Rectangle 5">
            <a:extLst>
              <a:ext uri="{FF2B5EF4-FFF2-40B4-BE49-F238E27FC236}">
                <a16:creationId xmlns:a16="http://schemas.microsoft.com/office/drawing/2014/main" id="{EBBDD759-77AE-2B84-2531-7DCCDC7F4D2A}"/>
              </a:ext>
            </a:extLst>
          </p:cNvPr>
          <p:cNvSpPr/>
          <p:nvPr/>
        </p:nvSpPr>
        <p:spPr>
          <a:xfrm>
            <a:off x="529438" y="1616659"/>
            <a:ext cx="3453688" cy="1572768"/>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7" name="Flow step">
            <a:extLst>
              <a:ext uri="{FF2B5EF4-FFF2-40B4-BE49-F238E27FC236}">
                <a16:creationId xmlns:a16="http://schemas.microsoft.com/office/drawing/2014/main" id="{78FA88C0-1B79-58BD-8A86-7BCD8A7511C3}"/>
              </a:ext>
            </a:extLst>
          </p:cNvPr>
          <p:cNvSpPr txBox="1"/>
          <p:nvPr/>
        </p:nvSpPr>
        <p:spPr>
          <a:xfrm>
            <a:off x="648310" y="1781250"/>
            <a:ext cx="3215945"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Describe</a:t>
            </a:r>
          </a:p>
        </p:txBody>
      </p:sp>
      <p:sp>
        <p:nvSpPr>
          <p:cNvPr id="8" name="Flow explanation">
            <a:extLst>
              <a:ext uri="{FF2B5EF4-FFF2-40B4-BE49-F238E27FC236}">
                <a16:creationId xmlns:a16="http://schemas.microsoft.com/office/drawing/2014/main" id="{4C6EBBD9-AC0A-CE51-904C-1B6D6DC9ABB5}"/>
              </a:ext>
            </a:extLst>
          </p:cNvPr>
          <p:cNvSpPr txBox="1"/>
          <p:nvPr/>
        </p:nvSpPr>
        <p:spPr>
          <a:xfrm>
            <a:off x="648310" y="2512770"/>
            <a:ext cx="3215945" cy="539496"/>
          </a:xfrm>
          <a:prstGeom prst="rect">
            <a:avLst/>
          </a:prstGeom>
          <a:noFill/>
        </p:spPr>
        <p:txBody>
          <a:bodyPr vert="horz" lIns="0" tIns="0" rIns="0" bIns="0" rtlCol="0" anchor="t">
            <a:noAutofit/>
          </a:bodyPr>
          <a:lstStyle/>
          <a:p>
            <a:pPr>
              <a:spcAft>
                <a:spcPts val="700"/>
              </a:spcAft>
            </a:pPr>
            <a:r>
              <a:rPr lang="en-CA" sz="1900">
                <a:solidFill>
                  <a:srgbClr val="000000"/>
                </a:solidFill>
                <a:latin typeface="Fira Sans" panose="020B0503050000020004" pitchFamily="34" charset="0"/>
              </a:rPr>
              <a:t>State the workflow.</a:t>
            </a:r>
          </a:p>
        </p:txBody>
      </p:sp>
      <p:cxnSp>
        <p:nvCxnSpPr>
          <p:cNvPr id="9" name="Straight Connector 8">
            <a:extLst>
              <a:ext uri="{FF2B5EF4-FFF2-40B4-BE49-F238E27FC236}">
                <a16:creationId xmlns:a16="http://schemas.microsoft.com/office/drawing/2014/main" id="{B741C090-4385-F683-CA91-85468C5ECF7F}"/>
              </a:ext>
            </a:extLst>
          </p:cNvPr>
          <p:cNvCxnSpPr/>
          <p:nvPr/>
        </p:nvCxnSpPr>
        <p:spPr>
          <a:xfrm>
            <a:off x="4010558" y="2403043"/>
            <a:ext cx="265176"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EF0E805E-79E5-DF29-4C6C-DAEEBDA48A05}"/>
              </a:ext>
            </a:extLst>
          </p:cNvPr>
          <p:cNvSpPr/>
          <p:nvPr/>
        </p:nvSpPr>
        <p:spPr>
          <a:xfrm>
            <a:off x="4303166" y="1616659"/>
            <a:ext cx="3453689" cy="1572768"/>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1" name="Flow step">
            <a:extLst>
              <a:ext uri="{FF2B5EF4-FFF2-40B4-BE49-F238E27FC236}">
                <a16:creationId xmlns:a16="http://schemas.microsoft.com/office/drawing/2014/main" id="{9C13EDC2-11C4-565F-FA03-CD2CB248C9C6}"/>
              </a:ext>
            </a:extLst>
          </p:cNvPr>
          <p:cNvSpPr txBox="1"/>
          <p:nvPr/>
        </p:nvSpPr>
        <p:spPr>
          <a:xfrm>
            <a:off x="4422038" y="1781250"/>
            <a:ext cx="3215945"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Ground</a:t>
            </a:r>
          </a:p>
        </p:txBody>
      </p:sp>
      <p:sp>
        <p:nvSpPr>
          <p:cNvPr id="12" name="Flow explanation">
            <a:extLst>
              <a:ext uri="{FF2B5EF4-FFF2-40B4-BE49-F238E27FC236}">
                <a16:creationId xmlns:a16="http://schemas.microsoft.com/office/drawing/2014/main" id="{C971D5E4-77BD-147B-9AA1-A473BB61A943}"/>
              </a:ext>
            </a:extLst>
          </p:cNvPr>
          <p:cNvSpPr txBox="1"/>
          <p:nvPr/>
        </p:nvSpPr>
        <p:spPr>
          <a:xfrm>
            <a:off x="4422038" y="2512771"/>
            <a:ext cx="3215945" cy="539496"/>
          </a:xfrm>
          <a:prstGeom prst="rect">
            <a:avLst/>
          </a:prstGeom>
          <a:noFill/>
        </p:spPr>
        <p:txBody>
          <a:bodyPr vert="horz" lIns="0" tIns="0" rIns="0" bIns="0" rtlCol="0" anchor="t">
            <a:noAutofit/>
          </a:bodyPr>
          <a:lstStyle/>
          <a:p>
            <a:pPr>
              <a:spcAft>
                <a:spcPts val="700"/>
              </a:spcAft>
            </a:pPr>
            <a:r>
              <a:rPr lang="en-CA" sz="1900">
                <a:solidFill>
                  <a:srgbClr val="000000"/>
                </a:solidFill>
                <a:latin typeface="Fira Sans" panose="020B0503050000020004" pitchFamily="34" charset="0"/>
              </a:rPr>
              <a:t>Read the API definitions.</a:t>
            </a:r>
          </a:p>
        </p:txBody>
      </p:sp>
      <p:cxnSp>
        <p:nvCxnSpPr>
          <p:cNvPr id="13" name="Straight Connector 12">
            <a:extLst>
              <a:ext uri="{FF2B5EF4-FFF2-40B4-BE49-F238E27FC236}">
                <a16:creationId xmlns:a16="http://schemas.microsoft.com/office/drawing/2014/main" id="{961C45D5-C392-D55F-7C14-71B9ED1D562B}"/>
              </a:ext>
            </a:extLst>
          </p:cNvPr>
          <p:cNvCxnSpPr/>
          <p:nvPr/>
        </p:nvCxnSpPr>
        <p:spPr>
          <a:xfrm>
            <a:off x="7784287" y="2403043"/>
            <a:ext cx="265176"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5E3E05AB-9738-53B9-5AD9-97EF1CCB268F}"/>
              </a:ext>
            </a:extLst>
          </p:cNvPr>
          <p:cNvSpPr/>
          <p:nvPr/>
        </p:nvSpPr>
        <p:spPr>
          <a:xfrm>
            <a:off x="8076895" y="1616659"/>
            <a:ext cx="3453690" cy="1572768"/>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5" name="Flow step">
            <a:extLst>
              <a:ext uri="{FF2B5EF4-FFF2-40B4-BE49-F238E27FC236}">
                <a16:creationId xmlns:a16="http://schemas.microsoft.com/office/drawing/2014/main" id="{58712E7C-4B41-8798-0CD5-A2628EEC119B}"/>
              </a:ext>
            </a:extLst>
          </p:cNvPr>
          <p:cNvSpPr txBox="1"/>
          <p:nvPr/>
        </p:nvSpPr>
        <p:spPr>
          <a:xfrm>
            <a:off x="8195767" y="1781250"/>
            <a:ext cx="3215945"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Build</a:t>
            </a:r>
          </a:p>
        </p:txBody>
      </p:sp>
      <p:sp>
        <p:nvSpPr>
          <p:cNvPr id="16" name="Flow explanation">
            <a:extLst>
              <a:ext uri="{FF2B5EF4-FFF2-40B4-BE49-F238E27FC236}">
                <a16:creationId xmlns:a16="http://schemas.microsoft.com/office/drawing/2014/main" id="{330B556D-3145-0A25-AD9A-E7A29E063F2E}"/>
              </a:ext>
            </a:extLst>
          </p:cNvPr>
          <p:cNvSpPr txBox="1"/>
          <p:nvPr/>
        </p:nvSpPr>
        <p:spPr>
          <a:xfrm>
            <a:off x="8195767" y="2512770"/>
            <a:ext cx="3215945" cy="539496"/>
          </a:xfrm>
          <a:prstGeom prst="rect">
            <a:avLst/>
          </a:prstGeom>
          <a:noFill/>
        </p:spPr>
        <p:txBody>
          <a:bodyPr vert="horz" lIns="0" tIns="0" rIns="0" bIns="0" rtlCol="0" anchor="t">
            <a:noAutofit/>
          </a:bodyPr>
          <a:lstStyle/>
          <a:p>
            <a:pPr>
              <a:spcAft>
                <a:spcPts val="700"/>
              </a:spcAft>
            </a:pPr>
            <a:r>
              <a:rPr lang="en-CA" sz="1900">
                <a:solidFill>
                  <a:srgbClr val="000000"/>
                </a:solidFill>
                <a:latin typeface="Fira Sans" panose="020B0503050000020004" pitchFamily="34" charset="0"/>
              </a:rPr>
              <a:t>Create a candidate.</a:t>
            </a:r>
          </a:p>
        </p:txBody>
      </p:sp>
      <p:cxnSp>
        <p:nvCxnSpPr>
          <p:cNvPr id="17" name="Straight Connector 16">
            <a:extLst>
              <a:ext uri="{FF2B5EF4-FFF2-40B4-BE49-F238E27FC236}">
                <a16:creationId xmlns:a16="http://schemas.microsoft.com/office/drawing/2014/main" id="{605A9335-BB89-BC2D-755E-37B570F84E93}"/>
              </a:ext>
            </a:extLst>
          </p:cNvPr>
          <p:cNvCxnSpPr/>
          <p:nvPr/>
        </p:nvCxnSpPr>
        <p:spPr>
          <a:xfrm>
            <a:off x="9803740" y="3216859"/>
            <a:ext cx="0" cy="402336"/>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60CA0BB2-F938-CD4C-A475-924BCCF65F77}"/>
              </a:ext>
            </a:extLst>
          </p:cNvPr>
          <p:cNvSpPr/>
          <p:nvPr/>
        </p:nvSpPr>
        <p:spPr>
          <a:xfrm>
            <a:off x="8076895" y="3646627"/>
            <a:ext cx="3453690" cy="1572768"/>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9" name="Flow step">
            <a:extLst>
              <a:ext uri="{FF2B5EF4-FFF2-40B4-BE49-F238E27FC236}">
                <a16:creationId xmlns:a16="http://schemas.microsoft.com/office/drawing/2014/main" id="{C6FA9C1F-AC2B-6B85-4A40-CA38493B14EE}"/>
              </a:ext>
            </a:extLst>
          </p:cNvPr>
          <p:cNvSpPr txBox="1"/>
          <p:nvPr/>
        </p:nvSpPr>
        <p:spPr>
          <a:xfrm>
            <a:off x="8195767" y="3811218"/>
            <a:ext cx="3215945"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Test</a:t>
            </a:r>
          </a:p>
        </p:txBody>
      </p:sp>
      <p:sp>
        <p:nvSpPr>
          <p:cNvPr id="20" name="Flow explanation">
            <a:extLst>
              <a:ext uri="{FF2B5EF4-FFF2-40B4-BE49-F238E27FC236}">
                <a16:creationId xmlns:a16="http://schemas.microsoft.com/office/drawing/2014/main" id="{CDFF2560-3737-1BB3-5F93-FA50263DF17F}"/>
              </a:ext>
            </a:extLst>
          </p:cNvPr>
          <p:cNvSpPr txBox="1"/>
          <p:nvPr/>
        </p:nvSpPr>
        <p:spPr>
          <a:xfrm>
            <a:off x="8195767" y="4542738"/>
            <a:ext cx="3215945" cy="539496"/>
          </a:xfrm>
          <a:prstGeom prst="rect">
            <a:avLst/>
          </a:prstGeom>
          <a:noFill/>
        </p:spPr>
        <p:txBody>
          <a:bodyPr vert="horz" lIns="0" tIns="0" rIns="0" bIns="0" rtlCol="0" anchor="t">
            <a:noAutofit/>
          </a:bodyPr>
          <a:lstStyle/>
          <a:p>
            <a:pPr>
              <a:spcAft>
                <a:spcPts val="700"/>
              </a:spcAft>
            </a:pPr>
            <a:r>
              <a:rPr lang="en-CA" sz="1900">
                <a:solidFill>
                  <a:srgbClr val="000000"/>
                </a:solidFill>
                <a:latin typeface="Fira Sans" panose="020B0503050000020004" pitchFamily="34" charset="0"/>
              </a:rPr>
              <a:t>Use the demo firm.</a:t>
            </a:r>
          </a:p>
        </p:txBody>
      </p:sp>
      <p:cxnSp>
        <p:nvCxnSpPr>
          <p:cNvPr id="21" name="Straight Connector 20">
            <a:extLst>
              <a:ext uri="{FF2B5EF4-FFF2-40B4-BE49-F238E27FC236}">
                <a16:creationId xmlns:a16="http://schemas.microsoft.com/office/drawing/2014/main" id="{243DCFDC-0961-78B8-E8EE-CA473F7F81A7}"/>
              </a:ext>
            </a:extLst>
          </p:cNvPr>
          <p:cNvCxnSpPr/>
          <p:nvPr/>
        </p:nvCxnSpPr>
        <p:spPr>
          <a:xfrm flipH="1">
            <a:off x="7784287" y="4433011"/>
            <a:ext cx="265176"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15A11AD7-A075-6645-C6B1-39868FAE012A}"/>
              </a:ext>
            </a:extLst>
          </p:cNvPr>
          <p:cNvSpPr/>
          <p:nvPr/>
        </p:nvSpPr>
        <p:spPr>
          <a:xfrm>
            <a:off x="4303166" y="3646627"/>
            <a:ext cx="3453689" cy="1572768"/>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23" name="Flow step">
            <a:extLst>
              <a:ext uri="{FF2B5EF4-FFF2-40B4-BE49-F238E27FC236}">
                <a16:creationId xmlns:a16="http://schemas.microsoft.com/office/drawing/2014/main" id="{7383B3DD-AD84-C67A-C066-3961E7999124}"/>
              </a:ext>
            </a:extLst>
          </p:cNvPr>
          <p:cNvSpPr txBox="1"/>
          <p:nvPr/>
        </p:nvSpPr>
        <p:spPr>
          <a:xfrm>
            <a:off x="4422038" y="3811218"/>
            <a:ext cx="3215945"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Review</a:t>
            </a:r>
          </a:p>
        </p:txBody>
      </p:sp>
      <p:sp>
        <p:nvSpPr>
          <p:cNvPr id="24" name="Flow explanation">
            <a:extLst>
              <a:ext uri="{FF2B5EF4-FFF2-40B4-BE49-F238E27FC236}">
                <a16:creationId xmlns:a16="http://schemas.microsoft.com/office/drawing/2014/main" id="{3E578489-DE8D-6A02-58C4-2604B536F0E5}"/>
              </a:ext>
            </a:extLst>
          </p:cNvPr>
          <p:cNvSpPr txBox="1"/>
          <p:nvPr/>
        </p:nvSpPr>
        <p:spPr>
          <a:xfrm>
            <a:off x="4422038" y="4542739"/>
            <a:ext cx="3215945" cy="539496"/>
          </a:xfrm>
          <a:prstGeom prst="rect">
            <a:avLst/>
          </a:prstGeom>
          <a:noFill/>
        </p:spPr>
        <p:txBody>
          <a:bodyPr vert="horz" lIns="0" tIns="0" rIns="0" bIns="0" rtlCol="0" anchor="t">
            <a:noAutofit/>
          </a:bodyPr>
          <a:lstStyle/>
          <a:p>
            <a:pPr>
              <a:spcAft>
                <a:spcPts val="700"/>
              </a:spcAft>
            </a:pPr>
            <a:r>
              <a:rPr lang="en-CA" sz="1900">
                <a:solidFill>
                  <a:srgbClr val="000000"/>
                </a:solidFill>
                <a:latin typeface="Fira Sans" panose="020B0503050000020004" pitchFamily="34" charset="0"/>
              </a:rPr>
              <a:t>Inspect behavior and results.</a:t>
            </a:r>
          </a:p>
        </p:txBody>
      </p:sp>
      <p:cxnSp>
        <p:nvCxnSpPr>
          <p:cNvPr id="25" name="Straight Connector 24">
            <a:extLst>
              <a:ext uri="{FF2B5EF4-FFF2-40B4-BE49-F238E27FC236}">
                <a16:creationId xmlns:a16="http://schemas.microsoft.com/office/drawing/2014/main" id="{01EC773C-1F02-F5AF-DB95-D228B6EEC949}"/>
              </a:ext>
            </a:extLst>
          </p:cNvPr>
          <p:cNvCxnSpPr/>
          <p:nvPr/>
        </p:nvCxnSpPr>
        <p:spPr>
          <a:xfrm flipH="1">
            <a:off x="4010558" y="4433011"/>
            <a:ext cx="265176"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227702ED-BBC3-E6C8-BD09-8FF330F03AF8}"/>
              </a:ext>
            </a:extLst>
          </p:cNvPr>
          <p:cNvSpPr/>
          <p:nvPr/>
        </p:nvSpPr>
        <p:spPr>
          <a:xfrm>
            <a:off x="529438" y="3646627"/>
            <a:ext cx="3453688" cy="1572768"/>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27" name="Flow step">
            <a:extLst>
              <a:ext uri="{FF2B5EF4-FFF2-40B4-BE49-F238E27FC236}">
                <a16:creationId xmlns:a16="http://schemas.microsoft.com/office/drawing/2014/main" id="{42B4C06C-766C-A608-C91B-716CAF04FD4C}"/>
              </a:ext>
            </a:extLst>
          </p:cNvPr>
          <p:cNvSpPr txBox="1"/>
          <p:nvPr/>
        </p:nvSpPr>
        <p:spPr>
          <a:xfrm>
            <a:off x="648310" y="3811218"/>
            <a:ext cx="3215945"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Revise</a:t>
            </a:r>
          </a:p>
        </p:txBody>
      </p:sp>
      <p:sp>
        <p:nvSpPr>
          <p:cNvPr id="28" name="Flow explanation">
            <a:extLst>
              <a:ext uri="{FF2B5EF4-FFF2-40B4-BE49-F238E27FC236}">
                <a16:creationId xmlns:a16="http://schemas.microsoft.com/office/drawing/2014/main" id="{002E08FC-D36E-5C2A-55CC-6D15753EA3B5}"/>
              </a:ext>
            </a:extLst>
          </p:cNvPr>
          <p:cNvSpPr txBox="1"/>
          <p:nvPr/>
        </p:nvSpPr>
        <p:spPr>
          <a:xfrm>
            <a:off x="648310" y="4542738"/>
            <a:ext cx="3215945" cy="539496"/>
          </a:xfrm>
          <a:prstGeom prst="rect">
            <a:avLst/>
          </a:prstGeom>
          <a:noFill/>
        </p:spPr>
        <p:txBody>
          <a:bodyPr vert="horz" lIns="0" tIns="0" rIns="0" bIns="0" rtlCol="0" anchor="t">
            <a:noAutofit/>
          </a:bodyPr>
          <a:lstStyle/>
          <a:p>
            <a:pPr>
              <a:spcAft>
                <a:spcPts val="700"/>
              </a:spcAft>
            </a:pPr>
            <a:r>
              <a:rPr lang="en-CA" sz="1900">
                <a:solidFill>
                  <a:srgbClr val="000000"/>
                </a:solidFill>
                <a:latin typeface="Fira Sans" panose="020B0503050000020004" pitchFamily="34" charset="0"/>
              </a:rPr>
              <a:t>Correct and repeat.</a:t>
            </a:r>
          </a:p>
        </p:txBody>
      </p:sp>
      <p:cxnSp>
        <p:nvCxnSpPr>
          <p:cNvPr id="29" name="Straight Connector 28">
            <a:extLst>
              <a:ext uri="{FF2B5EF4-FFF2-40B4-BE49-F238E27FC236}">
                <a16:creationId xmlns:a16="http://schemas.microsoft.com/office/drawing/2014/main" id="{C71BFC90-A66C-2F5F-6BA0-5117762B399C}"/>
              </a:ext>
            </a:extLst>
          </p:cNvPr>
          <p:cNvCxnSpPr/>
          <p:nvPr/>
        </p:nvCxnSpPr>
        <p:spPr>
          <a:xfrm flipH="1">
            <a:off x="328270" y="4433011"/>
            <a:ext cx="201168"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1BFC197-B590-1334-3656-7B5B0D924FB7}"/>
              </a:ext>
            </a:extLst>
          </p:cNvPr>
          <p:cNvCxnSpPr/>
          <p:nvPr/>
        </p:nvCxnSpPr>
        <p:spPr>
          <a:xfrm flipV="1">
            <a:off x="328270" y="2403043"/>
            <a:ext cx="0" cy="2029968"/>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29EE113A-3BC0-1C22-5B97-808329945399}"/>
              </a:ext>
            </a:extLst>
          </p:cNvPr>
          <p:cNvCxnSpPr/>
          <p:nvPr/>
        </p:nvCxnSpPr>
        <p:spPr>
          <a:xfrm>
            <a:off x="328270" y="2403043"/>
            <a:ext cx="201168"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5962500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6862BB8-DB7A-6E7C-F99B-AF13279E9717}"/>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Give the coding agent the information it needs</a:t>
            </a:r>
            <a:endParaRPr lang="en-CA" sz="3200">
              <a:solidFill>
                <a:srgbClr val="000000"/>
              </a:solidFill>
              <a:latin typeface="Fira Sans Light" panose="020B0403050000020004" pitchFamily="34" charset="0"/>
            </a:endParaRPr>
          </a:p>
        </p:txBody>
      </p:sp>
      <p:sp>
        <p:nvSpPr>
          <p:cNvPr id="6" name="Slide Number Placeholder 5">
            <a:extLst>
              <a:ext uri="{FF2B5EF4-FFF2-40B4-BE49-F238E27FC236}">
                <a16:creationId xmlns:a16="http://schemas.microsoft.com/office/drawing/2014/main" id="{0E953F59-C4F6-7EA3-8D46-212DC8B82508}"/>
              </a:ext>
            </a:extLst>
          </p:cNvPr>
          <p:cNvSpPr>
            <a:spLocks noGrp="1"/>
          </p:cNvSpPr>
          <p:nvPr>
            <p:ph type="sldNum" sz="quarter" idx="13"/>
          </p:nvPr>
        </p:nvSpPr>
        <p:spPr/>
        <p:txBody>
          <a:bodyPr/>
          <a:lstStyle/>
          <a:p>
            <a:fld id="{C3C3236D-FB65-584A-8227-5A449D06E62A}" type="slidenum">
              <a:rPr lang="en-US" smtClean="0"/>
              <a:pPr/>
              <a:t>26</a:t>
            </a:fld>
            <a:endParaRPr lang="en-US"/>
          </a:p>
        </p:txBody>
      </p:sp>
      <p:sp>
        <p:nvSpPr>
          <p:cNvPr id="7" name="Footer Placeholder 6">
            <a:extLst>
              <a:ext uri="{FF2B5EF4-FFF2-40B4-BE49-F238E27FC236}">
                <a16:creationId xmlns:a16="http://schemas.microsoft.com/office/drawing/2014/main" id="{35FBF068-B6D3-8886-AE2D-446EB0E28D7F}"/>
              </a:ext>
            </a:extLst>
          </p:cNvPr>
          <p:cNvSpPr>
            <a:spLocks noGrp="1"/>
          </p:cNvSpPr>
          <p:nvPr>
            <p:ph type="ftr" sz="quarter" idx="18"/>
          </p:nvPr>
        </p:nvSpPr>
        <p:spPr/>
        <p:txBody>
          <a:bodyPr/>
          <a:lstStyle/>
          <a:p>
            <a:r>
              <a:rPr lang="en-US"/>
              <a:t>#CCHConnections</a:t>
            </a:r>
            <a:endParaRPr lang="en-US" dirty="0"/>
          </a:p>
        </p:txBody>
      </p:sp>
      <p:sp>
        <p:nvSpPr>
          <p:cNvPr id="8" name="Card heading">
            <a:extLst>
              <a:ext uri="{FF2B5EF4-FFF2-40B4-BE49-F238E27FC236}">
                <a16:creationId xmlns:a16="http://schemas.microsoft.com/office/drawing/2014/main" id="{4E018294-1755-ED4B-3795-D2858A09399C}"/>
              </a:ext>
            </a:extLst>
          </p:cNvPr>
          <p:cNvSpPr txBox="1"/>
          <p:nvPr/>
        </p:nvSpPr>
        <p:spPr>
          <a:xfrm>
            <a:off x="335585" y="1572767"/>
            <a:ext cx="3510381"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API definitions</a:t>
            </a:r>
          </a:p>
        </p:txBody>
      </p:sp>
      <p:sp>
        <p:nvSpPr>
          <p:cNvPr id="9" name="Card body">
            <a:extLst>
              <a:ext uri="{FF2B5EF4-FFF2-40B4-BE49-F238E27FC236}">
                <a16:creationId xmlns:a16="http://schemas.microsoft.com/office/drawing/2014/main" id="{872F2A48-66C8-07A9-692E-BC4267DBB67E}"/>
              </a:ext>
            </a:extLst>
          </p:cNvPr>
          <p:cNvSpPr txBox="1"/>
          <p:nvPr/>
        </p:nvSpPr>
        <p:spPr>
          <a:xfrm>
            <a:off x="335585" y="2206751"/>
            <a:ext cx="3510381" cy="37834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What requests and responses the service supports.</a:t>
            </a:r>
            <a:endParaRPr lang="en-CA">
              <a:solidFill>
                <a:srgbClr val="000000"/>
              </a:solidFill>
              <a:latin typeface="Fira Sans" panose="020B0503050000020004" pitchFamily="34" charset="0"/>
            </a:endParaRPr>
          </a:p>
        </p:txBody>
      </p:sp>
      <p:sp>
        <p:nvSpPr>
          <p:cNvPr id="10" name="Card heading">
            <a:extLst>
              <a:ext uri="{FF2B5EF4-FFF2-40B4-BE49-F238E27FC236}">
                <a16:creationId xmlns:a16="http://schemas.microsoft.com/office/drawing/2014/main" id="{0CF48E4B-96EF-A476-8EA2-09FB188A2594}"/>
              </a:ext>
            </a:extLst>
          </p:cNvPr>
          <p:cNvSpPr txBox="1"/>
          <p:nvPr/>
        </p:nvSpPr>
        <p:spPr>
          <a:xfrm>
            <a:off x="4334256" y="1572767"/>
            <a:ext cx="3570732"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Project guidance</a:t>
            </a:r>
          </a:p>
        </p:txBody>
      </p:sp>
      <p:sp>
        <p:nvSpPr>
          <p:cNvPr id="11" name="Card body">
            <a:extLst>
              <a:ext uri="{FF2B5EF4-FFF2-40B4-BE49-F238E27FC236}">
                <a16:creationId xmlns:a16="http://schemas.microsoft.com/office/drawing/2014/main" id="{D80A2BEE-5EC4-0685-9C8B-F0F85B7B52B4}"/>
              </a:ext>
            </a:extLst>
          </p:cNvPr>
          <p:cNvSpPr txBox="1"/>
          <p:nvPr/>
        </p:nvSpPr>
        <p:spPr>
          <a:xfrm>
            <a:off x="4334256" y="2206751"/>
            <a:ext cx="3570732" cy="37834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How this sample is organized and used.</a:t>
            </a:r>
            <a:endParaRPr lang="en-CA">
              <a:solidFill>
                <a:srgbClr val="000000"/>
              </a:solidFill>
              <a:latin typeface="Fira Sans" panose="020B0503050000020004" pitchFamily="34" charset="0"/>
            </a:endParaRPr>
          </a:p>
        </p:txBody>
      </p:sp>
      <p:sp>
        <p:nvSpPr>
          <p:cNvPr id="12" name="Card heading">
            <a:extLst>
              <a:ext uri="{FF2B5EF4-FFF2-40B4-BE49-F238E27FC236}">
                <a16:creationId xmlns:a16="http://schemas.microsoft.com/office/drawing/2014/main" id="{4B7FE9C4-2786-E40E-997F-56D3D4A03ADC}"/>
              </a:ext>
            </a:extLst>
          </p:cNvPr>
          <p:cNvSpPr txBox="1"/>
          <p:nvPr/>
        </p:nvSpPr>
        <p:spPr>
          <a:xfrm>
            <a:off x="8394192" y="1572767"/>
            <a:ext cx="3351276"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Repository skill</a:t>
            </a:r>
          </a:p>
        </p:txBody>
      </p:sp>
      <p:sp>
        <p:nvSpPr>
          <p:cNvPr id="13" name="Card body">
            <a:extLst>
              <a:ext uri="{FF2B5EF4-FFF2-40B4-BE49-F238E27FC236}">
                <a16:creationId xmlns:a16="http://schemas.microsoft.com/office/drawing/2014/main" id="{2BFDDC0F-923F-7CC1-184A-8768CAC921EB}"/>
              </a:ext>
            </a:extLst>
          </p:cNvPr>
          <p:cNvSpPr txBox="1"/>
          <p:nvPr/>
        </p:nvSpPr>
        <p:spPr>
          <a:xfrm>
            <a:off x="8394192" y="2206751"/>
            <a:ext cx="3351276" cy="37834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Guidance for working with this project.</a:t>
            </a:r>
            <a:endParaRPr lang="en-CA">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22472979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8E4F57-6BB1-054B-C256-FEF3CBBF93F4}"/>
              </a:ext>
            </a:extLst>
          </p:cNvPr>
          <p:cNvSpPr>
            <a:spLocks noGrp="1"/>
          </p:cNvSpPr>
          <p:nvPr>
            <p:ph type="sldNum" sz="quarter" idx="13"/>
          </p:nvPr>
        </p:nvSpPr>
        <p:spPr/>
        <p:txBody>
          <a:bodyPr/>
          <a:lstStyle/>
          <a:p>
            <a:fld id="{C3C3236D-FB65-584A-8227-5A449D06E62A}" type="slidenum">
              <a:rPr lang="en-US" smtClean="0"/>
              <a:pPr/>
              <a:t>27</a:t>
            </a:fld>
            <a:endParaRPr lang="en-US"/>
          </a:p>
        </p:txBody>
      </p:sp>
      <p:sp>
        <p:nvSpPr>
          <p:cNvPr id="3" name="Footer Placeholder 2">
            <a:extLst>
              <a:ext uri="{FF2B5EF4-FFF2-40B4-BE49-F238E27FC236}">
                <a16:creationId xmlns:a16="http://schemas.microsoft.com/office/drawing/2014/main" id="{80857119-1ED3-FC00-7297-F8140FC1A1E2}"/>
              </a:ext>
            </a:extLst>
          </p:cNvPr>
          <p:cNvSpPr>
            <a:spLocks noGrp="1"/>
          </p:cNvSpPr>
          <p:nvPr>
            <p:ph type="ftr" sz="quarter" idx="18"/>
          </p:nvPr>
        </p:nvSpPr>
        <p:spPr/>
        <p:txBody>
          <a:bodyPr/>
          <a:lstStyle/>
          <a:p>
            <a:r>
              <a:rPr lang="en-US"/>
              <a:t>#CCHConnections</a:t>
            </a:r>
            <a:endParaRPr lang="en-US" dirty="0"/>
          </a:p>
        </p:txBody>
      </p:sp>
      <p:sp>
        <p:nvSpPr>
          <p:cNvPr id="4" name="Title 3">
            <a:extLst>
              <a:ext uri="{FF2B5EF4-FFF2-40B4-BE49-F238E27FC236}">
                <a16:creationId xmlns:a16="http://schemas.microsoft.com/office/drawing/2014/main" id="{BDCC4270-57F1-6389-FAE9-624454914557}"/>
              </a:ext>
            </a:extLst>
          </p:cNvPr>
          <p:cNvSpPr>
            <a:spLocks noGrp="1"/>
          </p:cNvSpPr>
          <p:nvPr>
            <p:ph type="title"/>
          </p:nvPr>
        </p:nvSpPr>
        <p:spPr/>
        <p:txBody>
          <a:bodyPr lIns="91440" tIns="0" rIns="0" bIns="0" anchor="t"/>
          <a:lstStyle/>
          <a:p>
            <a:pPr>
              <a:spcAft>
                <a:spcPts val="700"/>
              </a:spcAft>
            </a:pPr>
            <a:r>
              <a:rPr lang="en-US" sz="3200">
                <a:solidFill>
                  <a:srgbClr val="FFFFFF"/>
                </a:solidFill>
                <a:latin typeface="Fira Sans Light" panose="020B0403050000020004" pitchFamily="34" charset="0"/>
              </a:rPr>
              <a:t>Describe the result and the boundaries in the request</a:t>
            </a:r>
            <a:endParaRPr lang="en-CA" sz="3200">
              <a:solidFill>
                <a:srgbClr val="FFFFFF"/>
              </a:solidFill>
              <a:latin typeface="Fira Sans Light" panose="020B0403050000020004" pitchFamily="34" charset="0"/>
            </a:endParaRPr>
          </a:p>
        </p:txBody>
      </p:sp>
      <p:sp>
        <p:nvSpPr>
          <p:cNvPr id="6" name="Prompt label">
            <a:extLst>
              <a:ext uri="{FF2B5EF4-FFF2-40B4-BE49-F238E27FC236}">
                <a16:creationId xmlns:a16="http://schemas.microsoft.com/office/drawing/2014/main" id="{9199EF72-F9D9-6DB1-C482-81F1771E4956}"/>
              </a:ext>
            </a:extLst>
          </p:cNvPr>
          <p:cNvSpPr txBox="1"/>
          <p:nvPr/>
        </p:nvSpPr>
        <p:spPr>
          <a:xfrm>
            <a:off x="4370832" y="822959"/>
            <a:ext cx="7223760" cy="685800"/>
          </a:xfrm>
          <a:prstGeom prst="rect">
            <a:avLst/>
          </a:prstGeom>
          <a:noFill/>
        </p:spPr>
        <p:txBody>
          <a:bodyPr vert="horz" lIns="0" tIns="0" rIns="0" bIns="0" rtlCol="0" anchor="t">
            <a:noAutofit/>
          </a:bodyPr>
          <a:lstStyle/>
          <a:p>
            <a:pPr>
              <a:spcAft>
                <a:spcPts val="700"/>
              </a:spcAft>
            </a:pPr>
            <a:r>
              <a:rPr lang="en-CA" b="1">
                <a:solidFill>
                  <a:srgbClr val="FFFFFF"/>
                </a:solidFill>
                <a:latin typeface="Fira Sans" panose="020B0503050000020004" pitchFamily="34" charset="0"/>
              </a:rPr>
              <a:t>Proposed lab request</a:t>
            </a:r>
          </a:p>
        </p:txBody>
      </p:sp>
      <p:sp>
        <p:nvSpPr>
          <p:cNvPr id="7" name="Example request">
            <a:extLst>
              <a:ext uri="{FF2B5EF4-FFF2-40B4-BE49-F238E27FC236}">
                <a16:creationId xmlns:a16="http://schemas.microsoft.com/office/drawing/2014/main" id="{06CA355E-14E3-583B-66A3-4835CF7403C8}"/>
              </a:ext>
            </a:extLst>
          </p:cNvPr>
          <p:cNvSpPr txBox="1"/>
          <p:nvPr/>
        </p:nvSpPr>
        <p:spPr>
          <a:xfrm>
            <a:off x="4370832" y="1783080"/>
            <a:ext cx="7223760" cy="3584448"/>
          </a:xfrm>
          <a:prstGeom prst="rect">
            <a:avLst/>
          </a:prstGeom>
          <a:noFill/>
        </p:spPr>
        <p:txBody>
          <a:bodyPr vert="horz" lIns="0" tIns="0" rIns="0" bIns="0" rtlCol="0" anchor="t">
            <a:noAutofit/>
          </a:bodyPr>
          <a:lstStyle/>
          <a:p>
            <a:pPr>
              <a:spcAft>
                <a:spcPts val="700"/>
              </a:spcAft>
            </a:pPr>
            <a:r>
              <a:rPr lang="en-US" sz="2500">
                <a:solidFill>
                  <a:srgbClr val="FFFFFF"/>
                </a:solidFill>
                <a:latin typeface="Fira Sans" panose="020B0503050000020004" pitchFamily="34" charset="0"/>
              </a:rPr>
              <a:t>List returns for the agreed demo-firm scope. Show their return status in a simple report.</a:t>
            </a:r>
          </a:p>
          <a:p>
            <a:pPr>
              <a:spcAft>
                <a:spcPts val="700"/>
              </a:spcAft>
            </a:pPr>
            <a:endParaRPr lang="en-US" sz="2500">
              <a:solidFill>
                <a:srgbClr val="FFFFFF"/>
              </a:solidFill>
              <a:latin typeface="Fira Sans" panose="020B0503050000020004" pitchFamily="34" charset="0"/>
            </a:endParaRPr>
          </a:p>
          <a:p>
            <a:pPr>
              <a:spcAft>
                <a:spcPts val="700"/>
              </a:spcAft>
            </a:pPr>
            <a:r>
              <a:rPr lang="en-US" sz="2500">
                <a:solidFill>
                  <a:srgbClr val="FFFFFF"/>
                </a:solidFill>
                <a:latin typeface="Fira Sans" panose="020B0503050000020004" pitchFamily="34" charset="0"/>
              </a:rPr>
              <a:t>Start read-only. Do not change any return data.</a:t>
            </a:r>
          </a:p>
          <a:p>
            <a:pPr>
              <a:spcAft>
                <a:spcPts val="700"/>
              </a:spcAft>
            </a:pPr>
            <a:endParaRPr lang="en-US" sz="2500">
              <a:solidFill>
                <a:srgbClr val="FFFFFF"/>
              </a:solidFill>
              <a:latin typeface="Fira Sans" panose="020B0503050000020004" pitchFamily="34" charset="0"/>
            </a:endParaRPr>
          </a:p>
          <a:p>
            <a:pPr>
              <a:spcAft>
                <a:spcPts val="700"/>
              </a:spcAft>
            </a:pPr>
            <a:r>
              <a:rPr lang="en-US" sz="2500">
                <a:solidFill>
                  <a:srgbClr val="FFFFFF"/>
                </a:solidFill>
                <a:latin typeface="Fira Sans" panose="020B0503050000020004" pitchFamily="34" charset="0"/>
              </a:rPr>
              <a:t>Use only the approved demo firm and explain how the result will be checked.</a:t>
            </a:r>
            <a:endParaRPr lang="en-CA" sz="2500">
              <a:solidFill>
                <a:srgbClr val="FFFFFF"/>
              </a:solidFill>
              <a:latin typeface="Fira Sans" panose="020B0503050000020004" pitchFamily="34" charset="0"/>
            </a:endParaRPr>
          </a:p>
        </p:txBody>
      </p:sp>
      <p:sp>
        <p:nvSpPr>
          <p:cNvPr id="8" name="Draft Flag">
            <a:extLst>
              <a:ext uri="{FF2B5EF4-FFF2-40B4-BE49-F238E27FC236}">
                <a16:creationId xmlns:a16="http://schemas.microsoft.com/office/drawing/2014/main" id="{623DAE62-F386-FD58-3905-0B5314323510}"/>
              </a:ext>
            </a:extLst>
          </p:cNvPr>
          <p:cNvSpPr txBox="1"/>
          <p:nvPr/>
        </p:nvSpPr>
        <p:spPr>
          <a:xfrm>
            <a:off x="4216298" y="5907938"/>
            <a:ext cx="7640727" cy="274320"/>
          </a:xfrm>
          <a:prstGeom prst="rect">
            <a:avLst/>
          </a:prstGeom>
          <a:noFill/>
        </p:spPr>
        <p:txBody>
          <a:bodyPr vert="horz" lIns="0" tIns="0" rIns="0" bIns="0" rtlCol="0" anchor="t">
            <a:noAutofit/>
          </a:bodyPr>
          <a:lstStyle/>
          <a:p>
            <a:pPr>
              <a:spcAft>
                <a:spcPts val="700"/>
              </a:spcAft>
            </a:pPr>
            <a:r>
              <a:rPr lang="en-CA" sz="1300">
                <a:solidFill>
                  <a:srgbClr val="FFFFFF"/>
                </a:solidFill>
                <a:latin typeface="Fira Sans" panose="020B0503050000020004" pitchFamily="34" charset="0"/>
              </a:rPr>
              <a:t>Example prompt; return-status lab choice remains provisional</a:t>
            </a:r>
          </a:p>
        </p:txBody>
      </p:sp>
    </p:spTree>
    <p:custDataLst>
      <p:tags r:id="rId1"/>
    </p:custDataLst>
    <p:extLst>
      <p:ext uri="{BB962C8B-B14F-4D97-AF65-F5344CB8AC3E}">
        <p14:creationId xmlns:p14="http://schemas.microsoft.com/office/powerpoint/2010/main" val="35336618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A132C-BA78-708D-9897-E509A19B73F9}"/>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Review behavior before approving any update</a:t>
            </a:r>
            <a:endParaRPr lang="en-CA" sz="3200">
              <a:solidFill>
                <a:srgbClr val="000000"/>
              </a:solidFill>
              <a:latin typeface="Fira Sans Light" panose="020B0403050000020004" pitchFamily="34" charset="0"/>
            </a:endParaRPr>
          </a:p>
        </p:txBody>
      </p:sp>
      <p:sp>
        <p:nvSpPr>
          <p:cNvPr id="4" name="Slide Number Placeholder 3">
            <a:extLst>
              <a:ext uri="{FF2B5EF4-FFF2-40B4-BE49-F238E27FC236}">
                <a16:creationId xmlns:a16="http://schemas.microsoft.com/office/drawing/2014/main" id="{3FA289DB-ED67-0CEC-5C1A-DDC1AEDB7FDC}"/>
              </a:ext>
            </a:extLst>
          </p:cNvPr>
          <p:cNvSpPr>
            <a:spLocks noGrp="1"/>
          </p:cNvSpPr>
          <p:nvPr>
            <p:ph type="sldNum" sz="quarter" idx="13"/>
          </p:nvPr>
        </p:nvSpPr>
        <p:spPr/>
        <p:txBody>
          <a:bodyPr/>
          <a:lstStyle/>
          <a:p>
            <a:fld id="{C3C3236D-FB65-584A-8227-5A449D06E62A}" type="slidenum">
              <a:rPr lang="en-US" smtClean="0"/>
              <a:pPr/>
              <a:t>28</a:t>
            </a:fld>
            <a:endParaRPr lang="en-US"/>
          </a:p>
        </p:txBody>
      </p:sp>
      <p:sp>
        <p:nvSpPr>
          <p:cNvPr id="5" name="Footer Placeholder 4">
            <a:extLst>
              <a:ext uri="{FF2B5EF4-FFF2-40B4-BE49-F238E27FC236}">
                <a16:creationId xmlns:a16="http://schemas.microsoft.com/office/drawing/2014/main" id="{C816B858-A0DE-0CEA-AE70-D44725EC6F4A}"/>
              </a:ext>
            </a:extLst>
          </p:cNvPr>
          <p:cNvSpPr>
            <a:spLocks noGrp="1"/>
          </p:cNvSpPr>
          <p:nvPr>
            <p:ph type="ftr" sz="quarter" idx="18"/>
          </p:nvPr>
        </p:nvSpPr>
        <p:spPr/>
        <p:txBody>
          <a:bodyPr/>
          <a:lstStyle/>
          <a:p>
            <a:r>
              <a:rPr lang="en-US"/>
              <a:t>#CCHConnections</a:t>
            </a:r>
            <a:endParaRPr lang="en-US" dirty="0"/>
          </a:p>
        </p:txBody>
      </p:sp>
      <p:sp>
        <p:nvSpPr>
          <p:cNvPr id="6" name="List content">
            <a:extLst>
              <a:ext uri="{FF2B5EF4-FFF2-40B4-BE49-F238E27FC236}">
                <a16:creationId xmlns:a16="http://schemas.microsoft.com/office/drawing/2014/main" id="{E427C72D-F24F-BB51-F686-DA5E4B907FAF}"/>
              </a:ext>
            </a:extLst>
          </p:cNvPr>
          <p:cNvSpPr txBox="1"/>
          <p:nvPr/>
        </p:nvSpPr>
        <p:spPr>
          <a:xfrm>
            <a:off x="4289451" y="779983"/>
            <a:ext cx="7430415" cy="5191963"/>
          </a:xfrm>
          <a:prstGeom prst="rect">
            <a:avLst/>
          </a:prstGeom>
          <a:noFill/>
        </p:spPr>
        <p:txBody>
          <a:bodyPr vert="horz" lIns="0" tIns="0" rIns="0" bIns="0" rtlCol="0" anchor="t">
            <a:noAutofit/>
          </a:bodyPr>
          <a:lstStyle/>
          <a:p>
            <a:pPr>
              <a:spcAft>
                <a:spcPts val="1500"/>
              </a:spcAft>
            </a:pPr>
            <a:r>
              <a:rPr lang="en-US">
                <a:solidFill>
                  <a:srgbClr val="000000"/>
                </a:solidFill>
                <a:latin typeface="Fira Sans" panose="020B0503050000020004" pitchFamily="34" charset="0"/>
              </a:rPr>
              <a:t>Use test data and the designated test firm.</a:t>
            </a:r>
          </a:p>
          <a:p>
            <a:pPr>
              <a:spcAft>
                <a:spcPts val="1500"/>
              </a:spcAft>
            </a:pPr>
            <a:r>
              <a:rPr lang="en-US">
                <a:solidFill>
                  <a:srgbClr val="000000"/>
                </a:solidFill>
                <a:latin typeface="Fira Sans" panose="020B0503050000020004" pitchFamily="34" charset="0"/>
              </a:rPr>
              <a:t>Limit access to what the workflow needs.</a:t>
            </a:r>
          </a:p>
          <a:p>
            <a:pPr>
              <a:spcAft>
                <a:spcPts val="1500"/>
              </a:spcAft>
            </a:pPr>
            <a:r>
              <a:rPr lang="en-US">
                <a:solidFill>
                  <a:srgbClr val="000000"/>
                </a:solidFill>
                <a:latin typeface="Fira Sans" panose="020B0503050000020004" pitchFamily="34" charset="0"/>
              </a:rPr>
              <a:t>Inspect the proposed changes before applying them.</a:t>
            </a:r>
          </a:p>
          <a:p>
            <a:pPr>
              <a:spcAft>
                <a:spcPts val="1500"/>
              </a:spcAft>
            </a:pPr>
            <a:r>
              <a:rPr lang="en-US">
                <a:solidFill>
                  <a:srgbClr val="000000"/>
                </a:solidFill>
                <a:latin typeface="Fira Sans" panose="020B0503050000020004" pitchFamily="34" charset="0"/>
              </a:rPr>
              <a:t>Confirm the result with a read-back.</a:t>
            </a:r>
          </a:p>
          <a:p>
            <a:pPr>
              <a:spcAft>
                <a:spcPts val="1500"/>
              </a:spcAft>
            </a:pPr>
            <a:r>
              <a:rPr lang="en-US">
                <a:solidFill>
                  <a:srgbClr val="000000"/>
                </a:solidFill>
                <a:latin typeface="Fira Sans" panose="020B0503050000020004" pitchFamily="34" charset="0"/>
              </a:rPr>
              <a:t>Keep credentials outside source control.</a:t>
            </a:r>
            <a:endParaRPr lang="en-CA">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10938378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739197-49CD-B4D7-8A95-3A7292CED10A}"/>
              </a:ext>
            </a:extLst>
          </p:cNvPr>
          <p:cNvSpPr>
            <a:spLocks noGrp="1"/>
          </p:cNvSpPr>
          <p:nvPr>
            <p:ph type="sldNum" sz="quarter" idx="13"/>
          </p:nvPr>
        </p:nvSpPr>
        <p:spPr/>
        <p:txBody>
          <a:bodyPr/>
          <a:lstStyle/>
          <a:p>
            <a:fld id="{C3C3236D-FB65-584A-8227-5A449D06E62A}" type="slidenum">
              <a:rPr lang="en-US" smtClean="0"/>
              <a:pPr/>
              <a:t>29</a:t>
            </a:fld>
            <a:endParaRPr lang="en-US"/>
          </a:p>
        </p:txBody>
      </p:sp>
      <p:sp>
        <p:nvSpPr>
          <p:cNvPr id="3" name="Footer Placeholder 2">
            <a:extLst>
              <a:ext uri="{FF2B5EF4-FFF2-40B4-BE49-F238E27FC236}">
                <a16:creationId xmlns:a16="http://schemas.microsoft.com/office/drawing/2014/main" id="{F2BC21D4-8C7D-68CA-4457-E7C4E156D550}"/>
              </a:ext>
            </a:extLst>
          </p:cNvPr>
          <p:cNvSpPr>
            <a:spLocks noGrp="1"/>
          </p:cNvSpPr>
          <p:nvPr>
            <p:ph type="ftr" sz="quarter" idx="18"/>
          </p:nvPr>
        </p:nvSpPr>
        <p:spPr/>
        <p:txBody>
          <a:bodyPr/>
          <a:lstStyle/>
          <a:p>
            <a:r>
              <a:rPr lang="en-US"/>
              <a:t>#CCHConnections</a:t>
            </a:r>
            <a:endParaRPr lang="en-US" dirty="0"/>
          </a:p>
        </p:txBody>
      </p:sp>
      <p:sp>
        <p:nvSpPr>
          <p:cNvPr id="4" name="Title 3">
            <a:extLst>
              <a:ext uri="{FF2B5EF4-FFF2-40B4-BE49-F238E27FC236}">
                <a16:creationId xmlns:a16="http://schemas.microsoft.com/office/drawing/2014/main" id="{1BD2BCCE-118B-EB66-F6AD-01DA4B61CA20}"/>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Watch one request become a reviewed application change</a:t>
            </a:r>
            <a:endParaRPr lang="en-CA" sz="3200">
              <a:solidFill>
                <a:srgbClr val="000000"/>
              </a:solidFill>
              <a:latin typeface="Fira Sans Light" panose="020B0403050000020004" pitchFamily="34" charset="0"/>
            </a:endParaRPr>
          </a:p>
        </p:txBody>
      </p:sp>
      <p:sp>
        <p:nvSpPr>
          <p:cNvPr id="6" name="List content">
            <a:extLst>
              <a:ext uri="{FF2B5EF4-FFF2-40B4-BE49-F238E27FC236}">
                <a16:creationId xmlns:a16="http://schemas.microsoft.com/office/drawing/2014/main" id="{30B10B7B-5372-744B-26D1-F8FEB256305A}"/>
              </a:ext>
            </a:extLst>
          </p:cNvPr>
          <p:cNvSpPr txBox="1"/>
          <p:nvPr/>
        </p:nvSpPr>
        <p:spPr>
          <a:xfrm>
            <a:off x="4289451" y="752551"/>
            <a:ext cx="7430415" cy="4826203"/>
          </a:xfrm>
          <a:prstGeom prst="rect">
            <a:avLst/>
          </a:prstGeom>
          <a:noFill/>
        </p:spPr>
        <p:txBody>
          <a:bodyPr vert="horz" lIns="0" tIns="0" rIns="0" bIns="0" rtlCol="0" anchor="t">
            <a:noAutofit/>
          </a:bodyPr>
          <a:lstStyle/>
          <a:p>
            <a:pPr>
              <a:spcAft>
                <a:spcPts val="1500"/>
              </a:spcAft>
            </a:pPr>
            <a:r>
              <a:rPr lang="en-US">
                <a:solidFill>
                  <a:srgbClr val="000000"/>
                </a:solidFill>
                <a:latin typeface="Fira Sans" panose="020B0503050000020004" pitchFamily="34" charset="0"/>
              </a:rPr>
              <a:t>Begin with the prepared project and a small request.</a:t>
            </a:r>
          </a:p>
          <a:p>
            <a:pPr>
              <a:spcAft>
                <a:spcPts val="1500"/>
              </a:spcAft>
            </a:pPr>
            <a:r>
              <a:rPr lang="en-US">
                <a:solidFill>
                  <a:srgbClr val="000000"/>
                </a:solidFill>
                <a:latin typeface="Fira Sans" panose="020B0503050000020004" pitchFamily="34" charset="0"/>
              </a:rPr>
              <a:t>Show what Copilot proposes and which guidance it reads.</a:t>
            </a:r>
          </a:p>
          <a:p>
            <a:pPr>
              <a:spcAft>
                <a:spcPts val="1500"/>
              </a:spcAft>
            </a:pPr>
            <a:r>
              <a:rPr lang="en-US">
                <a:solidFill>
                  <a:srgbClr val="000000"/>
                </a:solidFill>
                <a:latin typeface="Fira Sans" panose="020B0503050000020004" pitchFamily="34" charset="0"/>
              </a:rPr>
              <a:t>Run the result against the test firm.</a:t>
            </a:r>
          </a:p>
          <a:p>
            <a:pPr>
              <a:spcAft>
                <a:spcPts val="1500"/>
              </a:spcAft>
            </a:pPr>
            <a:r>
              <a:rPr lang="en-US">
                <a:solidFill>
                  <a:srgbClr val="000000"/>
                </a:solidFill>
                <a:latin typeface="Fira Sans" panose="020B0503050000020004" pitchFamily="34" charset="0"/>
              </a:rPr>
              <a:t>Review the change and explain what still needs work.</a:t>
            </a:r>
            <a:endParaRPr lang="en-CA">
              <a:solidFill>
                <a:srgbClr val="000000"/>
              </a:solidFill>
              <a:latin typeface="Fira Sans" panose="020B0503050000020004" pitchFamily="34" charset="0"/>
            </a:endParaRPr>
          </a:p>
        </p:txBody>
      </p:sp>
      <p:sp>
        <p:nvSpPr>
          <p:cNvPr id="7" name="Draft Flag">
            <a:extLst>
              <a:ext uri="{FF2B5EF4-FFF2-40B4-BE49-F238E27FC236}">
                <a16:creationId xmlns:a16="http://schemas.microsoft.com/office/drawing/2014/main" id="{DDEAC31F-EE72-91C1-7718-3E050B8D78AC}"/>
              </a:ext>
            </a:extLst>
          </p:cNvPr>
          <p:cNvSpPr txBox="1"/>
          <p:nvPr/>
        </p:nvSpPr>
        <p:spPr>
          <a:xfrm>
            <a:off x="4216298" y="5907938"/>
            <a:ext cx="7640727" cy="274320"/>
          </a:xfrm>
          <a:prstGeom prst="rect">
            <a:avLst/>
          </a:prstGeom>
          <a:noFill/>
        </p:spPr>
        <p:txBody>
          <a:bodyPr vert="horz" lIns="0" tIns="0" rIns="0" bIns="0" rtlCol="0" anchor="t">
            <a:noAutofit/>
          </a:bodyPr>
          <a:lstStyle/>
          <a:p>
            <a:pPr>
              <a:spcAft>
                <a:spcPts val="700"/>
              </a:spcAft>
            </a:pPr>
            <a:r>
              <a:rPr lang="en-US" sz="1300">
                <a:solidFill>
                  <a:srgbClr val="000000"/>
                </a:solidFill>
                <a:latin typeface="Fira Sans" panose="020B0503050000020004" pitchFamily="34" charset="0"/>
              </a:rPr>
              <a:t>Build-demo cue; add rehearsed recording or screenshots</a:t>
            </a:r>
            <a:endParaRPr lang="en-CA" sz="13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20709667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D8A00-541A-5DCD-2AA4-EFE9621DDB6E}"/>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The lab turns one workflow into a small prototype</a:t>
            </a:r>
            <a:endParaRPr lang="en-CA" sz="3200">
              <a:solidFill>
                <a:srgbClr val="000000"/>
              </a:solidFill>
              <a:latin typeface="Fira Sans Light" panose="020B0403050000020004" pitchFamily="34" charset="0"/>
            </a:endParaRPr>
          </a:p>
        </p:txBody>
      </p:sp>
      <p:sp>
        <p:nvSpPr>
          <p:cNvPr id="4" name="Slide Number Placeholder 3">
            <a:extLst>
              <a:ext uri="{FF2B5EF4-FFF2-40B4-BE49-F238E27FC236}">
                <a16:creationId xmlns:a16="http://schemas.microsoft.com/office/drawing/2014/main" id="{2F1D2928-D31B-BB19-A7B9-307DEEB66EBF}"/>
              </a:ext>
            </a:extLst>
          </p:cNvPr>
          <p:cNvSpPr>
            <a:spLocks noGrp="1"/>
          </p:cNvSpPr>
          <p:nvPr>
            <p:ph type="sldNum" sz="quarter" idx="13"/>
          </p:nvPr>
        </p:nvSpPr>
        <p:spPr/>
        <p:txBody>
          <a:bodyPr/>
          <a:lstStyle/>
          <a:p>
            <a:fld id="{C3C3236D-FB65-584A-8227-5A449D06E62A}" type="slidenum">
              <a:rPr lang="en-US" smtClean="0"/>
              <a:pPr/>
              <a:t>30</a:t>
            </a:fld>
            <a:endParaRPr lang="en-US"/>
          </a:p>
        </p:txBody>
      </p:sp>
      <p:sp>
        <p:nvSpPr>
          <p:cNvPr id="5" name="Footer Placeholder 4">
            <a:extLst>
              <a:ext uri="{FF2B5EF4-FFF2-40B4-BE49-F238E27FC236}">
                <a16:creationId xmlns:a16="http://schemas.microsoft.com/office/drawing/2014/main" id="{F2928984-4D39-2D8D-A5AF-998AD20960D5}"/>
              </a:ext>
            </a:extLst>
          </p:cNvPr>
          <p:cNvSpPr>
            <a:spLocks noGrp="1"/>
          </p:cNvSpPr>
          <p:nvPr>
            <p:ph type="ftr" sz="quarter" idx="18"/>
          </p:nvPr>
        </p:nvSpPr>
        <p:spPr/>
        <p:txBody>
          <a:bodyPr/>
          <a:lstStyle/>
          <a:p>
            <a:r>
              <a:rPr lang="en-US"/>
              <a:t>#CCHConnections</a:t>
            </a:r>
            <a:endParaRPr lang="en-US" dirty="0"/>
          </a:p>
        </p:txBody>
      </p:sp>
      <p:sp>
        <p:nvSpPr>
          <p:cNvPr id="6" name="Rectangle 5">
            <a:extLst>
              <a:ext uri="{FF2B5EF4-FFF2-40B4-BE49-F238E27FC236}">
                <a16:creationId xmlns:a16="http://schemas.microsoft.com/office/drawing/2014/main" id="{5849D1EA-B20C-3BAD-7E47-AD49C76F3CF1}"/>
              </a:ext>
            </a:extLst>
          </p:cNvPr>
          <p:cNvSpPr/>
          <p:nvPr/>
        </p:nvSpPr>
        <p:spPr>
          <a:xfrm>
            <a:off x="346558" y="2606040"/>
            <a:ext cx="2649702"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7" name="Flow step">
            <a:extLst>
              <a:ext uri="{FF2B5EF4-FFF2-40B4-BE49-F238E27FC236}">
                <a16:creationId xmlns:a16="http://schemas.microsoft.com/office/drawing/2014/main" id="{B8DF32F3-697F-8414-F0B8-D1A67570B132}"/>
              </a:ext>
            </a:extLst>
          </p:cNvPr>
          <p:cNvSpPr txBox="1"/>
          <p:nvPr/>
        </p:nvSpPr>
        <p:spPr>
          <a:xfrm>
            <a:off x="465430" y="2770631"/>
            <a:ext cx="2411959"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Describe</a:t>
            </a:r>
          </a:p>
        </p:txBody>
      </p:sp>
      <p:sp>
        <p:nvSpPr>
          <p:cNvPr id="8" name="Flow explanation">
            <a:extLst>
              <a:ext uri="{FF2B5EF4-FFF2-40B4-BE49-F238E27FC236}">
                <a16:creationId xmlns:a16="http://schemas.microsoft.com/office/drawing/2014/main" id="{78851EE0-17DD-A750-9C06-EAE479E0D9A9}"/>
              </a:ext>
            </a:extLst>
          </p:cNvPr>
          <p:cNvSpPr txBox="1"/>
          <p:nvPr/>
        </p:nvSpPr>
        <p:spPr>
          <a:xfrm>
            <a:off x="465430" y="3502151"/>
            <a:ext cx="2411959" cy="1298448"/>
          </a:xfrm>
          <a:prstGeom prst="rect">
            <a:avLst/>
          </a:prstGeom>
          <a:noFill/>
        </p:spPr>
        <p:txBody>
          <a:bodyPr vert="horz" lIns="0" tIns="0" rIns="0" bIns="0" rtlCol="0" anchor="t">
            <a:noAutofit/>
          </a:bodyPr>
          <a:lstStyle/>
          <a:p>
            <a:pPr>
              <a:spcAft>
                <a:spcPts val="700"/>
              </a:spcAft>
            </a:pPr>
            <a:r>
              <a:rPr lang="en-US" sz="1900">
                <a:solidFill>
                  <a:srgbClr val="000000"/>
                </a:solidFill>
                <a:latin typeface="Fira Sans" panose="020B0503050000020004" pitchFamily="34" charset="0"/>
              </a:rPr>
              <a:t>Describe a workflow in plain language.</a:t>
            </a:r>
            <a:endParaRPr lang="en-CA" sz="1900">
              <a:solidFill>
                <a:srgbClr val="000000"/>
              </a:solidFill>
              <a:latin typeface="Fira Sans" panose="020B0503050000020004" pitchFamily="34" charset="0"/>
            </a:endParaRPr>
          </a:p>
        </p:txBody>
      </p:sp>
      <p:cxnSp>
        <p:nvCxnSpPr>
          <p:cNvPr id="9" name="Straight Connector 8">
            <a:extLst>
              <a:ext uri="{FF2B5EF4-FFF2-40B4-BE49-F238E27FC236}">
                <a16:creationId xmlns:a16="http://schemas.microsoft.com/office/drawing/2014/main" id="{F48A90E2-44A2-1253-0B30-F17EC95CC9DF}"/>
              </a:ext>
            </a:extLst>
          </p:cNvPr>
          <p:cNvCxnSpPr/>
          <p:nvPr/>
        </p:nvCxnSpPr>
        <p:spPr>
          <a:xfrm>
            <a:off x="3023692" y="3771900"/>
            <a:ext cx="201168"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5E03C246-0234-17B2-B66D-8A0FFAAA3E17}"/>
              </a:ext>
            </a:extLst>
          </p:cNvPr>
          <p:cNvSpPr/>
          <p:nvPr/>
        </p:nvSpPr>
        <p:spPr>
          <a:xfrm>
            <a:off x="3252292" y="2606040"/>
            <a:ext cx="2649703"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1" name="Flow step">
            <a:extLst>
              <a:ext uri="{FF2B5EF4-FFF2-40B4-BE49-F238E27FC236}">
                <a16:creationId xmlns:a16="http://schemas.microsoft.com/office/drawing/2014/main" id="{F40E16FE-C3FF-ADB5-D493-07C27BD31DDC}"/>
              </a:ext>
            </a:extLst>
          </p:cNvPr>
          <p:cNvSpPr txBox="1"/>
          <p:nvPr/>
        </p:nvSpPr>
        <p:spPr>
          <a:xfrm>
            <a:off x="3371164" y="2770631"/>
            <a:ext cx="2411959"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Build</a:t>
            </a:r>
          </a:p>
        </p:txBody>
      </p:sp>
      <p:sp>
        <p:nvSpPr>
          <p:cNvPr id="12" name="Flow explanation">
            <a:extLst>
              <a:ext uri="{FF2B5EF4-FFF2-40B4-BE49-F238E27FC236}">
                <a16:creationId xmlns:a16="http://schemas.microsoft.com/office/drawing/2014/main" id="{C8211B26-2574-0713-5363-88A77D81C57F}"/>
              </a:ext>
            </a:extLst>
          </p:cNvPr>
          <p:cNvSpPr txBox="1"/>
          <p:nvPr/>
        </p:nvSpPr>
        <p:spPr>
          <a:xfrm>
            <a:off x="3371164" y="3502151"/>
            <a:ext cx="2411959" cy="1298448"/>
          </a:xfrm>
          <a:prstGeom prst="rect">
            <a:avLst/>
          </a:prstGeom>
          <a:noFill/>
        </p:spPr>
        <p:txBody>
          <a:bodyPr vert="horz" lIns="0" tIns="0" rIns="0" bIns="0" rtlCol="0" anchor="t">
            <a:noAutofit/>
          </a:bodyPr>
          <a:lstStyle/>
          <a:p>
            <a:pPr>
              <a:spcAft>
                <a:spcPts val="700"/>
              </a:spcAft>
            </a:pPr>
            <a:r>
              <a:rPr lang="en-US" sz="1900">
                <a:solidFill>
                  <a:srgbClr val="000000"/>
                </a:solidFill>
                <a:latin typeface="Fira Sans" panose="020B0503050000020004" pitchFamily="34" charset="0"/>
              </a:rPr>
              <a:t>Use GitHub Copilot with the starter project.</a:t>
            </a:r>
            <a:endParaRPr lang="en-CA" sz="1900">
              <a:solidFill>
                <a:srgbClr val="000000"/>
              </a:solidFill>
              <a:latin typeface="Fira Sans" panose="020B0503050000020004" pitchFamily="34" charset="0"/>
            </a:endParaRPr>
          </a:p>
        </p:txBody>
      </p:sp>
      <p:cxnSp>
        <p:nvCxnSpPr>
          <p:cNvPr id="13" name="Straight Connector 12">
            <a:extLst>
              <a:ext uri="{FF2B5EF4-FFF2-40B4-BE49-F238E27FC236}">
                <a16:creationId xmlns:a16="http://schemas.microsoft.com/office/drawing/2014/main" id="{71AA12FD-DCD0-8D31-60C4-D62E6A2F60D9}"/>
              </a:ext>
            </a:extLst>
          </p:cNvPr>
          <p:cNvCxnSpPr/>
          <p:nvPr/>
        </p:nvCxnSpPr>
        <p:spPr>
          <a:xfrm>
            <a:off x="5929427" y="3771900"/>
            <a:ext cx="201168"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925DC254-C122-616C-BCAA-ABCFF05E9DE0}"/>
              </a:ext>
            </a:extLst>
          </p:cNvPr>
          <p:cNvSpPr/>
          <p:nvPr/>
        </p:nvSpPr>
        <p:spPr>
          <a:xfrm>
            <a:off x="6158027" y="2606040"/>
            <a:ext cx="2649702"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5" name="Flow step">
            <a:extLst>
              <a:ext uri="{FF2B5EF4-FFF2-40B4-BE49-F238E27FC236}">
                <a16:creationId xmlns:a16="http://schemas.microsoft.com/office/drawing/2014/main" id="{C272A268-CD54-C034-407F-D9A91BEDC6E6}"/>
              </a:ext>
            </a:extLst>
          </p:cNvPr>
          <p:cNvSpPr txBox="1"/>
          <p:nvPr/>
        </p:nvSpPr>
        <p:spPr>
          <a:xfrm>
            <a:off x="6276899" y="2770631"/>
            <a:ext cx="2411959"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Test</a:t>
            </a:r>
          </a:p>
        </p:txBody>
      </p:sp>
      <p:sp>
        <p:nvSpPr>
          <p:cNvPr id="16" name="Flow explanation">
            <a:extLst>
              <a:ext uri="{FF2B5EF4-FFF2-40B4-BE49-F238E27FC236}">
                <a16:creationId xmlns:a16="http://schemas.microsoft.com/office/drawing/2014/main" id="{AD153CC7-3247-9DF0-EBE4-BB7B8F3EB440}"/>
              </a:ext>
            </a:extLst>
          </p:cNvPr>
          <p:cNvSpPr txBox="1"/>
          <p:nvPr/>
        </p:nvSpPr>
        <p:spPr>
          <a:xfrm>
            <a:off x="6276899" y="3502152"/>
            <a:ext cx="2411959" cy="1298448"/>
          </a:xfrm>
          <a:prstGeom prst="rect">
            <a:avLst/>
          </a:prstGeom>
          <a:noFill/>
        </p:spPr>
        <p:txBody>
          <a:bodyPr vert="horz" lIns="0" tIns="0" rIns="0" bIns="0" rtlCol="0" anchor="t">
            <a:noAutofit/>
          </a:bodyPr>
          <a:lstStyle/>
          <a:p>
            <a:pPr>
              <a:spcAft>
                <a:spcPts val="700"/>
              </a:spcAft>
            </a:pPr>
            <a:r>
              <a:rPr lang="en-US" sz="1900">
                <a:solidFill>
                  <a:srgbClr val="000000"/>
                </a:solidFill>
                <a:latin typeface="Fira Sans" panose="020B0503050000020004" pitchFamily="34" charset="0"/>
              </a:rPr>
              <a:t>Test the application against a demo firm.</a:t>
            </a:r>
            <a:endParaRPr lang="en-CA" sz="1900">
              <a:solidFill>
                <a:srgbClr val="000000"/>
              </a:solidFill>
              <a:latin typeface="Fira Sans" panose="020B0503050000020004" pitchFamily="34" charset="0"/>
            </a:endParaRPr>
          </a:p>
        </p:txBody>
      </p:sp>
      <p:cxnSp>
        <p:nvCxnSpPr>
          <p:cNvPr id="17" name="Straight Connector 16">
            <a:extLst>
              <a:ext uri="{FF2B5EF4-FFF2-40B4-BE49-F238E27FC236}">
                <a16:creationId xmlns:a16="http://schemas.microsoft.com/office/drawing/2014/main" id="{98D9E9E7-90B9-5416-C270-819D77857DE0}"/>
              </a:ext>
            </a:extLst>
          </p:cNvPr>
          <p:cNvCxnSpPr/>
          <p:nvPr/>
        </p:nvCxnSpPr>
        <p:spPr>
          <a:xfrm>
            <a:off x="8835161" y="3771900"/>
            <a:ext cx="201168" cy="0"/>
          </a:xfrm>
          <a:prstGeom prst="line">
            <a:avLst/>
          </a:prstGeom>
          <a:ln w="15875">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10B9CE3D-49A4-9174-DD83-3513002B98D1}"/>
              </a:ext>
            </a:extLst>
          </p:cNvPr>
          <p:cNvSpPr/>
          <p:nvPr/>
        </p:nvSpPr>
        <p:spPr>
          <a:xfrm>
            <a:off x="9063761" y="2606040"/>
            <a:ext cx="2649703" cy="2331720"/>
          </a:xfrm>
          <a:prstGeom prst="rect">
            <a:avLst/>
          </a:prstGeom>
          <a:solidFill>
            <a:srgbClr val="EDEDED"/>
          </a:solidFill>
          <a:ln w="9525">
            <a:solidFill>
              <a:schemeClr val="tx1"/>
            </a:solidFill>
          </a:ln>
        </p:spPr>
        <p:style>
          <a:lnRef idx="2">
            <a:schemeClr val="dk1">
              <a:shade val="50000"/>
            </a:schemeClr>
          </a:lnRef>
          <a:fillRef idx="1">
            <a:schemeClr val="dk1"/>
          </a:fillRef>
          <a:effectRef idx="0">
            <a:schemeClr val="dk1"/>
          </a:effectRef>
          <a:fontRef idx="minor">
            <a:schemeClr val="lt1"/>
          </a:fontRef>
        </p:style>
        <p:txBody>
          <a:bodyPr tIns="90000" bIns="90000" rtlCol="0" anchor="t"/>
          <a:lstStyle/>
          <a:p>
            <a:pPr algn="l"/>
            <a:endParaRPr lang="en-CA" sz="1800" dirty="0">
              <a:solidFill>
                <a:schemeClr val="tx1"/>
              </a:solidFill>
            </a:endParaRPr>
          </a:p>
        </p:txBody>
      </p:sp>
      <p:sp>
        <p:nvSpPr>
          <p:cNvPr id="19" name="Flow step">
            <a:extLst>
              <a:ext uri="{FF2B5EF4-FFF2-40B4-BE49-F238E27FC236}">
                <a16:creationId xmlns:a16="http://schemas.microsoft.com/office/drawing/2014/main" id="{93647153-22D8-96FB-4520-9E1F44C1D9D4}"/>
              </a:ext>
            </a:extLst>
          </p:cNvPr>
          <p:cNvSpPr txBox="1"/>
          <p:nvPr/>
        </p:nvSpPr>
        <p:spPr>
          <a:xfrm>
            <a:off x="9182633" y="2770631"/>
            <a:ext cx="2411959" cy="548640"/>
          </a:xfrm>
          <a:prstGeom prst="rect">
            <a:avLst/>
          </a:prstGeom>
          <a:noFill/>
        </p:spPr>
        <p:txBody>
          <a:bodyPr vert="horz" lIns="0" tIns="0" rIns="0" bIns="0" rtlCol="0" anchor="t">
            <a:noAutofit/>
          </a:bodyPr>
          <a:lstStyle/>
          <a:p>
            <a:pPr>
              <a:spcAft>
                <a:spcPts val="700"/>
              </a:spcAft>
            </a:pPr>
            <a:r>
              <a:rPr lang="en-CA" sz="2300" b="1">
                <a:solidFill>
                  <a:srgbClr val="000000"/>
                </a:solidFill>
                <a:latin typeface="Fira Sans" panose="020B0503050000020004" pitchFamily="34" charset="0"/>
              </a:rPr>
              <a:t>Take home</a:t>
            </a:r>
          </a:p>
        </p:txBody>
      </p:sp>
      <p:sp>
        <p:nvSpPr>
          <p:cNvPr id="20" name="Flow explanation">
            <a:extLst>
              <a:ext uri="{FF2B5EF4-FFF2-40B4-BE49-F238E27FC236}">
                <a16:creationId xmlns:a16="http://schemas.microsoft.com/office/drawing/2014/main" id="{459137E4-AE2E-B2AC-7407-EDF2DCC1EC78}"/>
              </a:ext>
            </a:extLst>
          </p:cNvPr>
          <p:cNvSpPr txBox="1"/>
          <p:nvPr/>
        </p:nvSpPr>
        <p:spPr>
          <a:xfrm>
            <a:off x="9182633" y="3502152"/>
            <a:ext cx="2411959" cy="1298448"/>
          </a:xfrm>
          <a:prstGeom prst="rect">
            <a:avLst/>
          </a:prstGeom>
          <a:noFill/>
        </p:spPr>
        <p:txBody>
          <a:bodyPr vert="horz" lIns="0" tIns="0" rIns="0" bIns="0" rtlCol="0" anchor="t">
            <a:noAutofit/>
          </a:bodyPr>
          <a:lstStyle/>
          <a:p>
            <a:pPr>
              <a:spcAft>
                <a:spcPts val="700"/>
              </a:spcAft>
            </a:pPr>
            <a:r>
              <a:rPr lang="en-US" sz="1900">
                <a:solidFill>
                  <a:srgbClr val="000000"/>
                </a:solidFill>
                <a:latin typeface="Fira Sans" panose="020B0503050000020004" pitchFamily="34" charset="0"/>
              </a:rPr>
              <a:t>Leave with a prototype and a starting point for further work.</a:t>
            </a:r>
            <a:endParaRPr lang="en-CA" sz="19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4112245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C54C307-D139-8B07-DBF2-AA8347BCBAD0}"/>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Start with return-status reporting, then add only what is ready</a:t>
            </a:r>
            <a:endParaRPr lang="en-CA" sz="3200">
              <a:solidFill>
                <a:srgbClr val="000000"/>
              </a:solidFill>
              <a:latin typeface="Fira Sans Light" panose="020B0403050000020004" pitchFamily="34" charset="0"/>
            </a:endParaRPr>
          </a:p>
        </p:txBody>
      </p:sp>
      <p:sp>
        <p:nvSpPr>
          <p:cNvPr id="6" name="Slide Number Placeholder 5">
            <a:extLst>
              <a:ext uri="{FF2B5EF4-FFF2-40B4-BE49-F238E27FC236}">
                <a16:creationId xmlns:a16="http://schemas.microsoft.com/office/drawing/2014/main" id="{459461C9-630B-1F6D-D9B4-55E74B922DBB}"/>
              </a:ext>
            </a:extLst>
          </p:cNvPr>
          <p:cNvSpPr>
            <a:spLocks noGrp="1"/>
          </p:cNvSpPr>
          <p:nvPr>
            <p:ph type="sldNum" sz="quarter" idx="13"/>
          </p:nvPr>
        </p:nvSpPr>
        <p:spPr/>
        <p:txBody>
          <a:bodyPr/>
          <a:lstStyle/>
          <a:p>
            <a:fld id="{C3C3236D-FB65-584A-8227-5A449D06E62A}" type="slidenum">
              <a:rPr lang="en-US" smtClean="0"/>
              <a:pPr/>
              <a:t>31</a:t>
            </a:fld>
            <a:endParaRPr lang="en-US"/>
          </a:p>
        </p:txBody>
      </p:sp>
      <p:sp>
        <p:nvSpPr>
          <p:cNvPr id="7" name="Footer Placeholder 6">
            <a:extLst>
              <a:ext uri="{FF2B5EF4-FFF2-40B4-BE49-F238E27FC236}">
                <a16:creationId xmlns:a16="http://schemas.microsoft.com/office/drawing/2014/main" id="{88B0916A-D3DC-E2F0-2723-D9591A047019}"/>
              </a:ext>
            </a:extLst>
          </p:cNvPr>
          <p:cNvSpPr>
            <a:spLocks noGrp="1"/>
          </p:cNvSpPr>
          <p:nvPr>
            <p:ph type="ftr" sz="quarter" idx="18"/>
          </p:nvPr>
        </p:nvSpPr>
        <p:spPr/>
        <p:txBody>
          <a:bodyPr/>
          <a:lstStyle/>
          <a:p>
            <a:r>
              <a:rPr lang="en-US"/>
              <a:t>#CCHConnections</a:t>
            </a:r>
            <a:endParaRPr lang="en-US" dirty="0"/>
          </a:p>
        </p:txBody>
      </p:sp>
      <p:sp>
        <p:nvSpPr>
          <p:cNvPr id="8" name="Card heading">
            <a:extLst>
              <a:ext uri="{FF2B5EF4-FFF2-40B4-BE49-F238E27FC236}">
                <a16:creationId xmlns:a16="http://schemas.microsoft.com/office/drawing/2014/main" id="{2EF11867-E656-AEC6-327B-0BEB33F04218}"/>
              </a:ext>
            </a:extLst>
          </p:cNvPr>
          <p:cNvSpPr txBox="1"/>
          <p:nvPr/>
        </p:nvSpPr>
        <p:spPr>
          <a:xfrm>
            <a:off x="335585" y="1572767"/>
            <a:ext cx="3510381"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Proposed core</a:t>
            </a:r>
          </a:p>
        </p:txBody>
      </p:sp>
      <p:sp>
        <p:nvSpPr>
          <p:cNvPr id="9" name="Card body">
            <a:extLst>
              <a:ext uri="{FF2B5EF4-FFF2-40B4-BE49-F238E27FC236}">
                <a16:creationId xmlns:a16="http://schemas.microsoft.com/office/drawing/2014/main" id="{D81F69EF-F507-89C2-F6F2-5E6F03862C43}"/>
              </a:ext>
            </a:extLst>
          </p:cNvPr>
          <p:cNvSpPr txBox="1"/>
          <p:nvPr/>
        </p:nvSpPr>
        <p:spPr>
          <a:xfrm>
            <a:off x="335585" y="2206751"/>
            <a:ext cx="3510381" cy="33262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Show returns and their return status.</a:t>
            </a:r>
            <a:endParaRPr lang="en-CA">
              <a:solidFill>
                <a:srgbClr val="000000"/>
              </a:solidFill>
              <a:latin typeface="Fira Sans" panose="020B0503050000020004" pitchFamily="34" charset="0"/>
            </a:endParaRPr>
          </a:p>
        </p:txBody>
      </p:sp>
      <p:sp>
        <p:nvSpPr>
          <p:cNvPr id="10" name="Card heading">
            <a:extLst>
              <a:ext uri="{FF2B5EF4-FFF2-40B4-BE49-F238E27FC236}">
                <a16:creationId xmlns:a16="http://schemas.microsoft.com/office/drawing/2014/main" id="{31BE5774-AF6B-BCD5-1FDE-BC72CDF6B5AF}"/>
              </a:ext>
            </a:extLst>
          </p:cNvPr>
          <p:cNvSpPr txBox="1"/>
          <p:nvPr/>
        </p:nvSpPr>
        <p:spPr>
          <a:xfrm>
            <a:off x="4334256" y="1572767"/>
            <a:ext cx="3570732"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Optional starter</a:t>
            </a:r>
          </a:p>
        </p:txBody>
      </p:sp>
      <p:sp>
        <p:nvSpPr>
          <p:cNvPr id="11" name="Card body">
            <a:extLst>
              <a:ext uri="{FF2B5EF4-FFF2-40B4-BE49-F238E27FC236}">
                <a16:creationId xmlns:a16="http://schemas.microsoft.com/office/drawing/2014/main" id="{2ED77B55-9A4C-EEE3-7735-2C8498315EDC}"/>
              </a:ext>
            </a:extLst>
          </p:cNvPr>
          <p:cNvSpPr txBox="1"/>
          <p:nvPr/>
        </p:nvSpPr>
        <p:spPr>
          <a:xfrm>
            <a:off x="4334256" y="2206751"/>
            <a:ext cx="3570732" cy="3326282"/>
          </a:xfrm>
          <a:prstGeom prst="rect">
            <a:avLst/>
          </a:prstGeom>
          <a:noFill/>
        </p:spPr>
        <p:txBody>
          <a:bodyPr vert="horz" lIns="0" tIns="0" rIns="0" bIns="0" rtlCol="0" anchor="t">
            <a:noAutofit/>
          </a:bodyPr>
          <a:lstStyle/>
          <a:p>
            <a:pPr>
              <a:spcAft>
                <a:spcPts val="700"/>
              </a:spcAft>
            </a:pPr>
            <a:r>
              <a:rPr lang="en-CA">
                <a:solidFill>
                  <a:srgbClr val="000000"/>
                </a:solidFill>
                <a:latin typeface="Fira Sans" panose="020B0503050000020004" pitchFamily="34" charset="0"/>
              </a:rPr>
              <a:t>Export selected client contact information.</a:t>
            </a:r>
          </a:p>
        </p:txBody>
      </p:sp>
      <p:sp>
        <p:nvSpPr>
          <p:cNvPr id="12" name="Card heading">
            <a:extLst>
              <a:ext uri="{FF2B5EF4-FFF2-40B4-BE49-F238E27FC236}">
                <a16:creationId xmlns:a16="http://schemas.microsoft.com/office/drawing/2014/main" id="{A3E3541D-161E-54C6-067A-60326A821DBE}"/>
              </a:ext>
            </a:extLst>
          </p:cNvPr>
          <p:cNvSpPr txBox="1"/>
          <p:nvPr/>
        </p:nvSpPr>
        <p:spPr>
          <a:xfrm>
            <a:off x="8394192" y="1572767"/>
            <a:ext cx="3351276"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Optional extension</a:t>
            </a:r>
          </a:p>
        </p:txBody>
      </p:sp>
      <p:sp>
        <p:nvSpPr>
          <p:cNvPr id="13" name="Card body">
            <a:extLst>
              <a:ext uri="{FF2B5EF4-FFF2-40B4-BE49-F238E27FC236}">
                <a16:creationId xmlns:a16="http://schemas.microsoft.com/office/drawing/2014/main" id="{F38CACED-A036-E2C3-6064-ED5EC51AAE5F}"/>
              </a:ext>
            </a:extLst>
          </p:cNvPr>
          <p:cNvSpPr txBox="1"/>
          <p:nvPr/>
        </p:nvSpPr>
        <p:spPr>
          <a:xfrm>
            <a:off x="8394192" y="2206751"/>
            <a:ext cx="3351276" cy="33262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Combine contact information with return status.</a:t>
            </a:r>
            <a:endParaRPr lang="en-CA">
              <a:solidFill>
                <a:srgbClr val="000000"/>
              </a:solidFill>
              <a:latin typeface="Fira Sans" panose="020B0503050000020004" pitchFamily="34" charset="0"/>
            </a:endParaRPr>
          </a:p>
        </p:txBody>
      </p:sp>
      <p:sp>
        <p:nvSpPr>
          <p:cNvPr id="14" name="Draft Flag">
            <a:extLst>
              <a:ext uri="{FF2B5EF4-FFF2-40B4-BE49-F238E27FC236}">
                <a16:creationId xmlns:a16="http://schemas.microsoft.com/office/drawing/2014/main" id="{A1B3EDEF-CCB9-E0C6-B76C-F11E0A3D7428}"/>
              </a:ext>
            </a:extLst>
          </p:cNvPr>
          <p:cNvSpPr txBox="1"/>
          <p:nvPr/>
        </p:nvSpPr>
        <p:spPr>
          <a:xfrm>
            <a:off x="338328" y="5908853"/>
            <a:ext cx="11503152" cy="274320"/>
          </a:xfrm>
          <a:prstGeom prst="rect">
            <a:avLst/>
          </a:prstGeom>
          <a:noFill/>
        </p:spPr>
        <p:txBody>
          <a:bodyPr vert="horz" lIns="0" tIns="0" rIns="0" bIns="0" rtlCol="0" anchor="t">
            <a:noAutofit/>
          </a:bodyPr>
          <a:lstStyle/>
          <a:p>
            <a:pPr>
              <a:spcAft>
                <a:spcPts val="700"/>
              </a:spcAft>
            </a:pPr>
            <a:r>
              <a:rPr lang="en-US" sz="1300">
                <a:solidFill>
                  <a:srgbClr val="000000"/>
                </a:solidFill>
                <a:latin typeface="Fira Sans" panose="020B0503050000020004" pitchFamily="34" charset="0"/>
              </a:rPr>
              <a:t>Proposed lab sequence; Nathan and the lab team to confirm</a:t>
            </a:r>
            <a:endParaRPr lang="en-CA" sz="13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21867792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9F002-BE30-9DF5-106A-64CBC80A1BFF}"/>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Confirm the lab access before you arrive</a:t>
            </a:r>
            <a:endParaRPr lang="en-CA" sz="3200">
              <a:solidFill>
                <a:srgbClr val="000000"/>
              </a:solidFill>
              <a:latin typeface="Fira Sans Light" panose="020B0403050000020004" pitchFamily="34" charset="0"/>
            </a:endParaRPr>
          </a:p>
        </p:txBody>
      </p:sp>
      <p:sp>
        <p:nvSpPr>
          <p:cNvPr id="4" name="Slide Number Placeholder 3">
            <a:extLst>
              <a:ext uri="{FF2B5EF4-FFF2-40B4-BE49-F238E27FC236}">
                <a16:creationId xmlns:a16="http://schemas.microsoft.com/office/drawing/2014/main" id="{75310CAD-B242-4CD5-024B-51BCF96D6A83}"/>
              </a:ext>
            </a:extLst>
          </p:cNvPr>
          <p:cNvSpPr>
            <a:spLocks noGrp="1"/>
          </p:cNvSpPr>
          <p:nvPr>
            <p:ph type="sldNum" sz="quarter" idx="13"/>
          </p:nvPr>
        </p:nvSpPr>
        <p:spPr/>
        <p:txBody>
          <a:bodyPr/>
          <a:lstStyle/>
          <a:p>
            <a:fld id="{C3C3236D-FB65-584A-8227-5A449D06E62A}" type="slidenum">
              <a:rPr lang="en-US" smtClean="0"/>
              <a:pPr/>
              <a:t>32</a:t>
            </a:fld>
            <a:endParaRPr lang="en-US"/>
          </a:p>
        </p:txBody>
      </p:sp>
      <p:sp>
        <p:nvSpPr>
          <p:cNvPr id="5" name="Footer Placeholder 4">
            <a:extLst>
              <a:ext uri="{FF2B5EF4-FFF2-40B4-BE49-F238E27FC236}">
                <a16:creationId xmlns:a16="http://schemas.microsoft.com/office/drawing/2014/main" id="{DA2FBAA1-5E4A-A82D-62AC-CEF76ACB4AB6}"/>
              </a:ext>
            </a:extLst>
          </p:cNvPr>
          <p:cNvSpPr>
            <a:spLocks noGrp="1"/>
          </p:cNvSpPr>
          <p:nvPr>
            <p:ph type="ftr" sz="quarter" idx="18"/>
          </p:nvPr>
        </p:nvSpPr>
        <p:spPr/>
        <p:txBody>
          <a:bodyPr/>
          <a:lstStyle/>
          <a:p>
            <a:r>
              <a:rPr lang="en-US"/>
              <a:t>#CCHConnections</a:t>
            </a:r>
            <a:endParaRPr lang="en-US" dirty="0"/>
          </a:p>
        </p:txBody>
      </p:sp>
      <p:sp>
        <p:nvSpPr>
          <p:cNvPr id="6" name="List content">
            <a:extLst>
              <a:ext uri="{FF2B5EF4-FFF2-40B4-BE49-F238E27FC236}">
                <a16:creationId xmlns:a16="http://schemas.microsoft.com/office/drawing/2014/main" id="{E9624139-3BA1-71CF-4E46-DF8FE4DE5163}"/>
              </a:ext>
            </a:extLst>
          </p:cNvPr>
          <p:cNvSpPr txBox="1"/>
          <p:nvPr/>
        </p:nvSpPr>
        <p:spPr>
          <a:xfrm>
            <a:off x="4289451" y="779983"/>
            <a:ext cx="7430415" cy="5191963"/>
          </a:xfrm>
          <a:prstGeom prst="rect">
            <a:avLst/>
          </a:prstGeom>
          <a:noFill/>
        </p:spPr>
        <p:txBody>
          <a:bodyPr vert="horz" lIns="0" tIns="0" rIns="0" bIns="0" rtlCol="0" anchor="t">
            <a:noAutofit/>
          </a:bodyPr>
          <a:lstStyle/>
          <a:p>
            <a:pPr>
              <a:spcAft>
                <a:spcPts val="1500"/>
              </a:spcAft>
            </a:pPr>
            <a:r>
              <a:rPr lang="en-US">
                <a:solidFill>
                  <a:srgbClr val="000000"/>
                </a:solidFill>
                <a:latin typeface="Fira Sans" panose="020B0503050000020004" pitchFamily="34" charset="0"/>
              </a:rPr>
              <a:t>Check the lab team instructions for GitHub account preparation.</a:t>
            </a:r>
          </a:p>
          <a:p>
            <a:pPr>
              <a:spcAft>
                <a:spcPts val="1500"/>
              </a:spcAft>
            </a:pPr>
            <a:r>
              <a:rPr lang="en-US">
                <a:solidFill>
                  <a:srgbClr val="000000"/>
                </a:solidFill>
                <a:latin typeface="Fira Sans" panose="020B0503050000020004" pitchFamily="34" charset="0"/>
              </a:rPr>
              <a:t>Confirm the required GitHub Copilot and environment access.</a:t>
            </a:r>
          </a:p>
          <a:p>
            <a:pPr>
              <a:spcAft>
                <a:spcPts val="1500"/>
              </a:spcAft>
            </a:pPr>
            <a:r>
              <a:rPr lang="en-US">
                <a:solidFill>
                  <a:srgbClr val="000000"/>
                </a:solidFill>
                <a:latin typeface="Fira Sans" panose="020B0503050000020004" pitchFamily="34" charset="0"/>
              </a:rPr>
              <a:t>Use the provided demo-firm connection.</a:t>
            </a:r>
          </a:p>
          <a:p>
            <a:pPr>
              <a:spcAft>
                <a:spcPts val="1500"/>
              </a:spcAft>
            </a:pPr>
            <a:r>
              <a:rPr lang="en-US">
                <a:solidFill>
                  <a:srgbClr val="000000"/>
                </a:solidFill>
                <a:latin typeface="Fira Sans" panose="020B0503050000020004" pitchFamily="34" charset="0"/>
              </a:rPr>
              <a:t>Bring one workflow idea from your firm.</a:t>
            </a:r>
            <a:endParaRPr lang="en-CA">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70633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22B0B2-A66D-4DA3-67BE-4B41B5F32851}"/>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Use the starter project as the next step</a:t>
            </a:r>
            <a:endParaRPr lang="en-CA" sz="3200">
              <a:solidFill>
                <a:srgbClr val="000000"/>
              </a:solidFill>
              <a:latin typeface="Fira Sans Light" panose="020B0403050000020004" pitchFamily="34" charset="0"/>
            </a:endParaRPr>
          </a:p>
        </p:txBody>
      </p:sp>
      <p:sp>
        <p:nvSpPr>
          <p:cNvPr id="6" name="Slide Number Placeholder 5">
            <a:extLst>
              <a:ext uri="{FF2B5EF4-FFF2-40B4-BE49-F238E27FC236}">
                <a16:creationId xmlns:a16="http://schemas.microsoft.com/office/drawing/2014/main" id="{869C937A-6B6F-67EC-2211-07D67231AFD5}"/>
              </a:ext>
            </a:extLst>
          </p:cNvPr>
          <p:cNvSpPr>
            <a:spLocks noGrp="1"/>
          </p:cNvSpPr>
          <p:nvPr>
            <p:ph type="sldNum" sz="quarter" idx="13"/>
          </p:nvPr>
        </p:nvSpPr>
        <p:spPr/>
        <p:txBody>
          <a:bodyPr/>
          <a:lstStyle/>
          <a:p>
            <a:fld id="{C3C3236D-FB65-584A-8227-5A449D06E62A}" type="slidenum">
              <a:rPr lang="en-US" smtClean="0"/>
              <a:pPr/>
              <a:t>33</a:t>
            </a:fld>
            <a:endParaRPr lang="en-US"/>
          </a:p>
        </p:txBody>
      </p:sp>
      <p:sp>
        <p:nvSpPr>
          <p:cNvPr id="7" name="Footer Placeholder 6">
            <a:extLst>
              <a:ext uri="{FF2B5EF4-FFF2-40B4-BE49-F238E27FC236}">
                <a16:creationId xmlns:a16="http://schemas.microsoft.com/office/drawing/2014/main" id="{B954AF5F-4548-9DEE-448C-77F63A670F86}"/>
              </a:ext>
            </a:extLst>
          </p:cNvPr>
          <p:cNvSpPr>
            <a:spLocks noGrp="1"/>
          </p:cNvSpPr>
          <p:nvPr>
            <p:ph type="ftr" sz="quarter" idx="18"/>
          </p:nvPr>
        </p:nvSpPr>
        <p:spPr/>
        <p:txBody>
          <a:bodyPr/>
          <a:lstStyle/>
          <a:p>
            <a:r>
              <a:rPr lang="en-US"/>
              <a:t>#CCHConnections</a:t>
            </a:r>
            <a:endParaRPr lang="en-US" dirty="0"/>
          </a:p>
        </p:txBody>
      </p:sp>
      <p:sp>
        <p:nvSpPr>
          <p:cNvPr id="8" name="Card heading">
            <a:extLst>
              <a:ext uri="{FF2B5EF4-FFF2-40B4-BE49-F238E27FC236}">
                <a16:creationId xmlns:a16="http://schemas.microsoft.com/office/drawing/2014/main" id="{4ADDF76F-15E3-34FE-7634-63C4F2B3F715}"/>
              </a:ext>
            </a:extLst>
          </p:cNvPr>
          <p:cNvSpPr txBox="1"/>
          <p:nvPr/>
        </p:nvSpPr>
        <p:spPr>
          <a:xfrm>
            <a:off x="335585" y="1572767"/>
            <a:ext cx="3510381"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Repository</a:t>
            </a:r>
          </a:p>
        </p:txBody>
      </p:sp>
      <p:sp>
        <p:nvSpPr>
          <p:cNvPr id="9" name="Card body">
            <a:extLst>
              <a:ext uri="{FF2B5EF4-FFF2-40B4-BE49-F238E27FC236}">
                <a16:creationId xmlns:a16="http://schemas.microsoft.com/office/drawing/2014/main" id="{8D173EF5-A66C-43D5-CF68-CC6378018DB5}"/>
              </a:ext>
            </a:extLst>
          </p:cNvPr>
          <p:cNvSpPr txBox="1"/>
          <p:nvPr/>
        </p:nvSpPr>
        <p:spPr>
          <a:xfrm>
            <a:off x="335585" y="2206751"/>
            <a:ext cx="3510381" cy="3783482"/>
          </a:xfrm>
          <a:prstGeom prst="rect">
            <a:avLst/>
          </a:prstGeom>
          <a:noFill/>
        </p:spPr>
        <p:txBody>
          <a:bodyPr vert="horz" lIns="0" tIns="0" rIns="0" bIns="0" rtlCol="0" anchor="t">
            <a:noAutofit/>
          </a:bodyPr>
          <a:lstStyle/>
          <a:p>
            <a:pPr>
              <a:spcAft>
                <a:spcPts val="700"/>
              </a:spcAft>
            </a:pPr>
            <a:r>
              <a:rPr lang="en-CA">
                <a:solidFill>
                  <a:srgbClr val="000000"/>
                </a:solidFill>
                <a:latin typeface="Fira Sans" panose="020B0503050000020004" pitchFamily="34" charset="0"/>
              </a:rPr>
              <a:t>nathandyck/wk-tax-api</a:t>
            </a:r>
          </a:p>
        </p:txBody>
      </p:sp>
      <p:sp>
        <p:nvSpPr>
          <p:cNvPr id="10" name="Card heading">
            <a:extLst>
              <a:ext uri="{FF2B5EF4-FFF2-40B4-BE49-F238E27FC236}">
                <a16:creationId xmlns:a16="http://schemas.microsoft.com/office/drawing/2014/main" id="{5AA8BD8C-BEE4-947D-2DD3-AA1158C4D87D}"/>
              </a:ext>
            </a:extLst>
          </p:cNvPr>
          <p:cNvSpPr txBox="1"/>
          <p:nvPr/>
        </p:nvSpPr>
        <p:spPr>
          <a:xfrm>
            <a:off x="4334256" y="1572768"/>
            <a:ext cx="3570732" cy="883920"/>
          </a:xfrm>
          <a:prstGeom prst="rect">
            <a:avLst/>
          </a:prstGeom>
          <a:noFill/>
        </p:spPr>
        <p:txBody>
          <a:bodyPr vert="horz" lIns="0" tIns="0" rIns="0" bIns="0" rtlCol="0" anchor="t">
            <a:noAutofit/>
          </a:bodyPr>
          <a:lstStyle/>
          <a:p>
            <a:pPr>
              <a:spcAft>
                <a:spcPts val="700"/>
              </a:spcAft>
            </a:pPr>
            <a:r>
              <a:rPr lang="en-US" sz="2600" b="1">
                <a:solidFill>
                  <a:srgbClr val="000000"/>
                </a:solidFill>
                <a:latin typeface="Fira Sans" panose="020B0503050000020004" pitchFamily="34" charset="0"/>
              </a:rPr>
              <a:t>Before using your own firm</a:t>
            </a:r>
            <a:endParaRPr lang="en-CA" sz="2600" b="1">
              <a:solidFill>
                <a:srgbClr val="000000"/>
              </a:solidFill>
              <a:latin typeface="Fira Sans" panose="020B0503050000020004" pitchFamily="34" charset="0"/>
            </a:endParaRPr>
          </a:p>
        </p:txBody>
      </p:sp>
      <p:sp>
        <p:nvSpPr>
          <p:cNvPr id="11" name="Card body">
            <a:extLst>
              <a:ext uri="{FF2B5EF4-FFF2-40B4-BE49-F238E27FC236}">
                <a16:creationId xmlns:a16="http://schemas.microsoft.com/office/drawing/2014/main" id="{52589F78-AF8B-0E83-CA08-E65EF1CC59D9}"/>
              </a:ext>
            </a:extLst>
          </p:cNvPr>
          <p:cNvSpPr txBox="1"/>
          <p:nvPr/>
        </p:nvSpPr>
        <p:spPr>
          <a:xfrm>
            <a:off x="4334256" y="2602991"/>
            <a:ext cx="3570732" cy="338724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Confirm licensing, permissions and the review process.</a:t>
            </a:r>
            <a:endParaRPr lang="en-CA">
              <a:solidFill>
                <a:srgbClr val="000000"/>
              </a:solidFill>
              <a:latin typeface="Fira Sans" panose="020B0503050000020004" pitchFamily="34" charset="0"/>
            </a:endParaRPr>
          </a:p>
        </p:txBody>
      </p:sp>
      <p:sp>
        <p:nvSpPr>
          <p:cNvPr id="12" name="Card heading">
            <a:extLst>
              <a:ext uri="{FF2B5EF4-FFF2-40B4-BE49-F238E27FC236}">
                <a16:creationId xmlns:a16="http://schemas.microsoft.com/office/drawing/2014/main" id="{8C62BDC3-D232-9331-62E0-FA149802F183}"/>
              </a:ext>
            </a:extLst>
          </p:cNvPr>
          <p:cNvSpPr txBox="1"/>
          <p:nvPr/>
        </p:nvSpPr>
        <p:spPr>
          <a:xfrm>
            <a:off x="8394192" y="1572767"/>
            <a:ext cx="3351276" cy="487680"/>
          </a:xfrm>
          <a:prstGeom prst="rect">
            <a:avLst/>
          </a:prstGeom>
          <a:noFill/>
        </p:spPr>
        <p:txBody>
          <a:bodyPr vert="horz" lIns="0" tIns="0" rIns="0" bIns="0" rtlCol="0" anchor="t">
            <a:noAutofit/>
          </a:bodyPr>
          <a:lstStyle/>
          <a:p>
            <a:pPr>
              <a:spcAft>
                <a:spcPts val="700"/>
              </a:spcAft>
            </a:pPr>
            <a:r>
              <a:rPr lang="en-CA" sz="2600" b="1">
                <a:solidFill>
                  <a:srgbClr val="000000"/>
                </a:solidFill>
                <a:latin typeface="Fira Sans" panose="020B0503050000020004" pitchFamily="34" charset="0"/>
              </a:rPr>
              <a:t>Local settings</a:t>
            </a:r>
          </a:p>
        </p:txBody>
      </p:sp>
      <p:sp>
        <p:nvSpPr>
          <p:cNvPr id="13" name="Card body">
            <a:extLst>
              <a:ext uri="{FF2B5EF4-FFF2-40B4-BE49-F238E27FC236}">
                <a16:creationId xmlns:a16="http://schemas.microsoft.com/office/drawing/2014/main" id="{C8C13C31-47C5-B5E7-BA3B-DD2A646856C0}"/>
              </a:ext>
            </a:extLst>
          </p:cNvPr>
          <p:cNvSpPr txBox="1"/>
          <p:nvPr/>
        </p:nvSpPr>
        <p:spPr>
          <a:xfrm>
            <a:off x="8394192" y="2206751"/>
            <a:ext cx="3351276" cy="3783482"/>
          </a:xfrm>
          <a:prstGeom prst="rect">
            <a:avLst/>
          </a:prstGeom>
          <a:noFill/>
        </p:spPr>
        <p:txBody>
          <a:bodyPr vert="horz" lIns="0" tIns="0" rIns="0" bIns="0" rtlCol="0" anchor="t">
            <a:noAutofit/>
          </a:bodyPr>
          <a:lstStyle/>
          <a:p>
            <a:pPr>
              <a:spcAft>
                <a:spcPts val="700"/>
              </a:spcAft>
            </a:pPr>
            <a:r>
              <a:rPr lang="en-US">
                <a:solidFill>
                  <a:srgbClr val="000000"/>
                </a:solidFill>
                <a:latin typeface="Fira Sans" panose="020B0503050000020004" pitchFamily="34" charset="0"/>
              </a:rPr>
              <a:t>Keep API credentials out of source control.</a:t>
            </a:r>
            <a:endParaRPr lang="en-CA">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3545067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375CF-554D-4D90-F263-F904F43DAC4F}"/>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Q&amp;A</a:t>
            </a:r>
            <a:endParaRPr lang="en-US" sz="3200" dirty="0">
              <a:solidFill>
                <a:srgbClr val="000000"/>
              </a:solidFill>
              <a:latin typeface="Fira Sans Light" panose="020B0403050000020004" pitchFamily="34" charset="0"/>
            </a:endParaRPr>
          </a:p>
        </p:txBody>
      </p:sp>
      <p:sp>
        <p:nvSpPr>
          <p:cNvPr id="4" name="Slide Number Placeholder 3">
            <a:extLst>
              <a:ext uri="{FF2B5EF4-FFF2-40B4-BE49-F238E27FC236}">
                <a16:creationId xmlns:a16="http://schemas.microsoft.com/office/drawing/2014/main" id="{FC5427FC-D430-8770-F39F-377A93B8FCC7}"/>
              </a:ext>
            </a:extLst>
          </p:cNvPr>
          <p:cNvSpPr>
            <a:spLocks noGrp="1"/>
          </p:cNvSpPr>
          <p:nvPr>
            <p:ph type="sldNum" sz="quarter" idx="13"/>
          </p:nvPr>
        </p:nvSpPr>
        <p:spPr/>
        <p:txBody>
          <a:bodyPr/>
          <a:lstStyle/>
          <a:p>
            <a:fld id="{C3C3236D-FB65-584A-8227-5A449D06E62A}" type="slidenum">
              <a:rPr lang="en-US" smtClean="0"/>
              <a:pPr/>
              <a:t>34</a:t>
            </a:fld>
            <a:endParaRPr lang="en-US"/>
          </a:p>
        </p:txBody>
      </p:sp>
      <p:sp>
        <p:nvSpPr>
          <p:cNvPr id="5" name="Footer Placeholder 4">
            <a:extLst>
              <a:ext uri="{FF2B5EF4-FFF2-40B4-BE49-F238E27FC236}">
                <a16:creationId xmlns:a16="http://schemas.microsoft.com/office/drawing/2014/main" id="{2370CCD0-D019-9E63-75C0-D6A60AAA64D8}"/>
              </a:ext>
            </a:extLst>
          </p:cNvPr>
          <p:cNvSpPr>
            <a:spLocks noGrp="1"/>
          </p:cNvSpPr>
          <p:nvPr>
            <p:ph type="ftr" sz="quarter" idx="18"/>
          </p:nvPr>
        </p:nvSpPr>
        <p:spPr/>
        <p:txBody>
          <a:bodyPr/>
          <a:lstStyle/>
          <a:p>
            <a:r>
              <a:rPr lang="en-US"/>
              <a:t>#CCHConnections</a:t>
            </a:r>
            <a:endParaRPr lang="en-US" dirty="0"/>
          </a:p>
        </p:txBody>
      </p:sp>
      <p:pic>
        <p:nvPicPr>
          <p:cNvPr id="6" name="Graphic 5">
            <a:extLst>
              <a:ext uri="{FF2B5EF4-FFF2-40B4-BE49-F238E27FC236}">
                <a16:creationId xmlns:a16="http://schemas.microsoft.com/office/drawing/2014/main" id="{FB0C5F8F-1EBE-2189-313F-856CB994C1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86400" y="1783080"/>
            <a:ext cx="6400800" cy="3600450"/>
          </a:xfrm>
          <a:prstGeom prst="rect">
            <a:avLst/>
          </a:prstGeom>
        </p:spPr>
      </p:pic>
      <p:sp>
        <p:nvSpPr>
          <p:cNvPr id="3" name="Original discussion question">
            <a:extLst>
              <a:ext uri="{FF2B5EF4-FFF2-40B4-BE49-F238E27FC236}">
                <a16:creationId xmlns:a16="http://schemas.microsoft.com/office/drawing/2014/main" id="{8CCD32DB-C1BB-6619-20C7-795EAC0C2320}"/>
              </a:ext>
            </a:extLst>
          </p:cNvPr>
          <p:cNvSpPr txBox="1"/>
          <p:nvPr/>
        </p:nvSpPr>
        <p:spPr>
          <a:xfrm>
            <a:off x="411480" y="1664207"/>
            <a:ext cx="5212080" cy="868680"/>
          </a:xfrm>
          <a:prstGeom prst="rect">
            <a:avLst/>
          </a:prstGeom>
          <a:noFill/>
        </p:spPr>
        <p:txBody>
          <a:bodyPr vert="horz" lIns="0" tIns="0" rIns="0" bIns="0" rtlCol="0" anchor="t">
            <a:noAutofit/>
          </a:bodyPr>
          <a:lstStyle/>
          <a:p>
            <a:pPr>
              <a:spcAft>
                <a:spcPts val="700"/>
              </a:spcAft>
            </a:pPr>
            <a:r>
              <a:rPr lang="en-US" sz="2600" b="1">
                <a:solidFill>
                  <a:srgbClr val="000000"/>
                </a:solidFill>
                <a:latin typeface="Fira Sans" panose="020B0503050000020004" pitchFamily="34" charset="0"/>
              </a:rPr>
              <a:t>Which workflow would you like to discuss?</a:t>
            </a:r>
            <a:endParaRPr lang="en-CA" sz="2600" b="1">
              <a:solidFill>
                <a:srgbClr val="000000"/>
              </a:solidFill>
              <a:latin typeface="Fira Sans" panose="020B0503050000020004" pitchFamily="34" charset="0"/>
            </a:endParaRPr>
          </a:p>
        </p:txBody>
      </p:sp>
      <p:sp>
        <p:nvSpPr>
          <p:cNvPr id="7" name="List content">
            <a:extLst>
              <a:ext uri="{FF2B5EF4-FFF2-40B4-BE49-F238E27FC236}">
                <a16:creationId xmlns:a16="http://schemas.microsoft.com/office/drawing/2014/main" id="{6B54735A-5009-94FB-B964-C80E31EB989B}"/>
              </a:ext>
            </a:extLst>
          </p:cNvPr>
          <p:cNvSpPr txBox="1"/>
          <p:nvPr/>
        </p:nvSpPr>
        <p:spPr>
          <a:xfrm>
            <a:off x="411480" y="2788920"/>
            <a:ext cx="5029200" cy="3200400"/>
          </a:xfrm>
          <a:prstGeom prst="rect">
            <a:avLst/>
          </a:prstGeom>
          <a:noFill/>
        </p:spPr>
        <p:txBody>
          <a:bodyPr vert="horz" lIns="0" tIns="0" rIns="0" bIns="0" rtlCol="0" anchor="t">
            <a:noAutofit/>
          </a:bodyPr>
          <a:lstStyle/>
          <a:p>
            <a:pPr>
              <a:spcAft>
                <a:spcPts val="1500"/>
              </a:spcAft>
            </a:pPr>
            <a:r>
              <a:rPr lang="en-US" sz="2300">
                <a:solidFill>
                  <a:srgbClr val="000000"/>
                </a:solidFill>
                <a:latin typeface="Fira Sans" panose="020B0503050000020004" pitchFamily="34" charset="0"/>
              </a:rPr>
              <a:t>What information do you need?</a:t>
            </a:r>
          </a:p>
          <a:p>
            <a:pPr>
              <a:spcAft>
                <a:spcPts val="1500"/>
              </a:spcAft>
            </a:pPr>
            <a:r>
              <a:rPr lang="en-US" sz="2300">
                <a:solidFill>
                  <a:srgbClr val="000000"/>
                </a:solidFill>
                <a:latin typeface="Fira Sans" panose="020B0503050000020004" pitchFamily="34" charset="0"/>
              </a:rPr>
              <a:t>Which result or action should the workflow produce?</a:t>
            </a:r>
          </a:p>
          <a:p>
            <a:pPr>
              <a:spcAft>
                <a:spcPts val="1500"/>
              </a:spcAft>
            </a:pPr>
            <a:r>
              <a:rPr lang="en-US" sz="2300">
                <a:solidFill>
                  <a:srgbClr val="000000"/>
                </a:solidFill>
                <a:latin typeface="Fira Sans" panose="020B0503050000020004" pitchFamily="34" charset="0"/>
              </a:rPr>
              <a:t>Where should a person review or approve it?</a:t>
            </a:r>
          </a:p>
          <a:p>
            <a:pPr>
              <a:spcAft>
                <a:spcPts val="1500"/>
              </a:spcAft>
            </a:pPr>
            <a:r>
              <a:rPr lang="en-US" sz="2300">
                <a:solidFill>
                  <a:srgbClr val="000000"/>
                </a:solidFill>
                <a:latin typeface="Fira Sans" panose="020B0503050000020004" pitchFamily="34" charset="0"/>
              </a:rPr>
              <a:t>Which tool has your firm approved?</a:t>
            </a:r>
            <a:endParaRPr lang="en-CA" sz="23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3270913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C72E7-F2FD-1494-7B3F-5CF7CE138469}"/>
              </a:ext>
            </a:extLst>
          </p:cNvPr>
          <p:cNvSpPr>
            <a:spLocks noGrp="1"/>
          </p:cNvSpPr>
          <p:nvPr>
            <p:ph type="title"/>
          </p:nvPr>
        </p:nvSpPr>
        <p:spPr/>
        <p:txBody>
          <a:bodyPr lIns="91440" tIns="0" rIns="0" bIns="0" anchor="t"/>
          <a:lstStyle/>
          <a:p>
            <a:pPr>
              <a:spcAft>
                <a:spcPts val="700"/>
              </a:spcAft>
            </a:pPr>
            <a:r>
              <a:rPr lang="en-US" sz="3200">
                <a:solidFill>
                  <a:srgbClr val="FFFFFF"/>
                </a:solidFill>
                <a:latin typeface="Fira Sans Light" panose="020B0403050000020004" pitchFamily="34" charset="0"/>
              </a:rPr>
              <a:t>Thank you</a:t>
            </a:r>
            <a:endParaRPr lang="en-US" sz="3200" dirty="0">
              <a:solidFill>
                <a:srgbClr val="FFFFFF"/>
              </a:solidFill>
              <a:latin typeface="Fira Sans Light" panose="020B0403050000020004" pitchFamily="34" charset="0"/>
            </a:endParaRPr>
          </a:p>
        </p:txBody>
      </p:sp>
      <p:sp>
        <p:nvSpPr>
          <p:cNvPr id="4" name="Content Placeholder 2">
            <a:extLst>
              <a:ext uri="{FF2B5EF4-FFF2-40B4-BE49-F238E27FC236}">
                <a16:creationId xmlns:a16="http://schemas.microsoft.com/office/drawing/2014/main" id="{D94A5D97-99FB-CCFE-DE96-2B428DD5A7BC}"/>
              </a:ext>
            </a:extLst>
          </p:cNvPr>
          <p:cNvSpPr txBox="1">
            <a:spLocks/>
          </p:cNvSpPr>
          <p:nvPr/>
        </p:nvSpPr>
        <p:spPr>
          <a:xfrm>
            <a:off x="242969" y="5075456"/>
            <a:ext cx="7749165" cy="933935"/>
          </a:xfrm>
          <a:prstGeom prst="rect">
            <a:avLst/>
          </a:prstGeom>
        </p:spPr>
        <p:txBody>
          <a:bodyPr vert="horz" lIns="90000" tIns="46800" rIns="90000" bIns="46800" rtlCol="0">
            <a:noAutofit/>
          </a:bodyPr>
          <a:lstStyle>
            <a:lvl1pPr marL="334390" indent="-293751" algn="l" defTabSz="609585" rtl="0" eaLnBrk="1" latinLnBrk="0" hangingPunct="1">
              <a:spcBef>
                <a:spcPts val="1080"/>
              </a:spcBef>
              <a:buClrTx/>
              <a:buFont typeface="Arial" panose="020B0604020202020204" pitchFamily="34" charset="0"/>
              <a:buChar char="•"/>
              <a:defRPr sz="2000" b="0" i="0" kern="1200">
                <a:solidFill>
                  <a:schemeClr val="bg1"/>
                </a:solidFill>
                <a:latin typeface="+mn-lt"/>
                <a:ea typeface="Fira Sans" panose="020B0503050000020004" pitchFamily="34" charset="0"/>
                <a:cs typeface="+mn-cs"/>
              </a:defRPr>
            </a:lvl1pPr>
            <a:lvl2pPr marL="648460" indent="-293751" algn="l" defTabSz="609585" rtl="0" eaLnBrk="1" latinLnBrk="0" hangingPunct="1">
              <a:spcBef>
                <a:spcPts val="1080"/>
              </a:spcBef>
              <a:buClrTx/>
              <a:buFont typeface="Arial" panose="020B0604020202020204" pitchFamily="34" charset="0"/>
              <a:buChar char="•"/>
              <a:defRPr sz="2000" b="0" i="0" kern="1200">
                <a:solidFill>
                  <a:schemeClr val="bg1"/>
                </a:solidFill>
                <a:latin typeface="+mn-lt"/>
                <a:ea typeface="Fira Sans" panose="020B0503050000020004" pitchFamily="34" charset="0"/>
                <a:cs typeface="+mn-cs"/>
              </a:defRPr>
            </a:lvl2pPr>
            <a:lvl3pPr marL="954403" indent="-293751" algn="l" defTabSz="609585" rtl="0" eaLnBrk="1" latinLnBrk="0" hangingPunct="1">
              <a:spcBef>
                <a:spcPts val="1080"/>
              </a:spcBef>
              <a:buClrTx/>
              <a:buFont typeface="Arial" panose="020B0604020202020204" pitchFamily="34" charset="0"/>
              <a:buChar char="•"/>
              <a:defRPr sz="2000" b="0" i="0" kern="1200">
                <a:solidFill>
                  <a:schemeClr val="bg1"/>
                </a:solidFill>
                <a:latin typeface="+mn-lt"/>
                <a:ea typeface="Fira Sans" panose="020B0503050000020004" pitchFamily="34" charset="0"/>
                <a:cs typeface="+mn-cs"/>
              </a:defRPr>
            </a:lvl3pPr>
            <a:lvl4pPr marL="1248154" indent="-293751" algn="l" defTabSz="609585" rtl="0" eaLnBrk="1" latinLnBrk="0" hangingPunct="1">
              <a:spcBef>
                <a:spcPts val="1080"/>
              </a:spcBef>
              <a:buClrTx/>
              <a:buFont typeface="Arial" panose="020B0604020202020204" pitchFamily="34" charset="0"/>
              <a:buChar char="•"/>
              <a:defRPr sz="2000" b="0" i="0" kern="1200">
                <a:solidFill>
                  <a:schemeClr val="bg1"/>
                </a:solidFill>
                <a:latin typeface="+mn-lt"/>
                <a:ea typeface="Fira Sans" panose="020B0503050000020004" pitchFamily="34" charset="0"/>
                <a:cs typeface="+mn-cs"/>
              </a:defRPr>
            </a:lvl4pPr>
            <a:lvl5pPr marL="1544400" indent="-295200" algn="l" defTabSz="609585" rtl="0" eaLnBrk="1" latinLnBrk="0" hangingPunct="1">
              <a:spcBef>
                <a:spcPts val="1080"/>
              </a:spcBef>
              <a:buClrTx/>
              <a:buFont typeface="Arial" panose="020B0604020202020204" pitchFamily="34" charset="0"/>
              <a:buChar char="•"/>
              <a:defRPr sz="2000" kern="1200">
                <a:solidFill>
                  <a:schemeClr val="bg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40639" indent="0">
              <a:buNone/>
            </a:pPr>
            <a:r>
              <a:rPr lang="en-US" sz="1800" b="1" dirty="0"/>
              <a:t>REMINDER: Please submit session feedback in the CCH Connections app!</a:t>
            </a:r>
            <a:endParaRPr lang="en-US" sz="1800" dirty="0"/>
          </a:p>
        </p:txBody>
      </p:sp>
      <p:sp>
        <p:nvSpPr>
          <p:cNvPr id="6" name="Content Placeholder 5">
            <a:extLst>
              <a:ext uri="{FF2B5EF4-FFF2-40B4-BE49-F238E27FC236}">
                <a16:creationId xmlns:a16="http://schemas.microsoft.com/office/drawing/2014/main" id="{AA76EBB6-69C8-DAF7-4CDD-DCF1487F0023}"/>
              </a:ext>
            </a:extLst>
          </p:cNvPr>
          <p:cNvSpPr>
            <a:spLocks noGrp="1"/>
          </p:cNvSpPr>
          <p:nvPr>
            <p:ph sz="quarter" idx="19"/>
          </p:nvPr>
        </p:nvSpPr>
        <p:spPr/>
        <p:txBody>
          <a:bodyPr/>
          <a:lstStyle/>
          <a:p>
            <a:endParaRPr lang="en-CA"/>
          </a:p>
        </p:txBody>
      </p:sp>
      <p:sp>
        <p:nvSpPr>
          <p:cNvPr id="7" name="Original next step">
            <a:extLst>
              <a:ext uri="{FF2B5EF4-FFF2-40B4-BE49-F238E27FC236}">
                <a16:creationId xmlns:a16="http://schemas.microsoft.com/office/drawing/2014/main" id="{5043114B-81CC-9152-AE17-1A8DA873E667}"/>
              </a:ext>
            </a:extLst>
          </p:cNvPr>
          <p:cNvSpPr txBox="1"/>
          <p:nvPr/>
        </p:nvSpPr>
        <p:spPr>
          <a:xfrm>
            <a:off x="365760" y="1591055"/>
            <a:ext cx="7406640" cy="548640"/>
          </a:xfrm>
          <a:prstGeom prst="rect">
            <a:avLst/>
          </a:prstGeom>
          <a:noFill/>
        </p:spPr>
        <p:txBody>
          <a:bodyPr vert="horz" lIns="0" tIns="0" rIns="0" bIns="0" rtlCol="0" anchor="t">
            <a:noAutofit/>
          </a:bodyPr>
          <a:lstStyle/>
          <a:p>
            <a:pPr>
              <a:spcAft>
                <a:spcPts val="700"/>
              </a:spcAft>
            </a:pPr>
            <a:r>
              <a:rPr lang="en-US" sz="2700" b="1">
                <a:solidFill>
                  <a:srgbClr val="FFFFFF"/>
                </a:solidFill>
                <a:latin typeface="Fira Sans" panose="020B0503050000020004" pitchFamily="34" charset="0"/>
              </a:rPr>
              <a:t>Choose one workflow and bring it to the lab</a:t>
            </a:r>
            <a:endParaRPr lang="en-CA" sz="2700" b="1">
              <a:solidFill>
                <a:srgbClr val="FFFFFF"/>
              </a:solidFill>
              <a:latin typeface="Fira Sans" panose="020B0503050000020004" pitchFamily="34" charset="0"/>
            </a:endParaRPr>
          </a:p>
        </p:txBody>
      </p:sp>
      <p:sp>
        <p:nvSpPr>
          <p:cNvPr id="8" name="List content">
            <a:extLst>
              <a:ext uri="{FF2B5EF4-FFF2-40B4-BE49-F238E27FC236}">
                <a16:creationId xmlns:a16="http://schemas.microsoft.com/office/drawing/2014/main" id="{64091EA8-C3ED-1FE2-38E7-5DB5F13D923F}"/>
              </a:ext>
            </a:extLst>
          </p:cNvPr>
          <p:cNvSpPr txBox="1"/>
          <p:nvPr/>
        </p:nvSpPr>
        <p:spPr>
          <a:xfrm>
            <a:off x="365760" y="2423160"/>
            <a:ext cx="7406640" cy="2468880"/>
          </a:xfrm>
          <a:prstGeom prst="rect">
            <a:avLst/>
          </a:prstGeom>
          <a:noFill/>
        </p:spPr>
        <p:txBody>
          <a:bodyPr vert="horz" lIns="0" tIns="0" rIns="0" bIns="0" rtlCol="0" anchor="t">
            <a:noAutofit/>
          </a:bodyPr>
          <a:lstStyle/>
          <a:p>
            <a:pPr>
              <a:spcAft>
                <a:spcPts val="1500"/>
              </a:spcAft>
            </a:pPr>
            <a:r>
              <a:rPr lang="en-US" sz="2100">
                <a:solidFill>
                  <a:srgbClr val="FFFFFF"/>
                </a:solidFill>
                <a:latin typeface="Fira Sans" panose="020B0503050000020004" pitchFamily="34" charset="0"/>
              </a:rPr>
              <a:t>Start with a task your firm understands.</a:t>
            </a:r>
          </a:p>
          <a:p>
            <a:pPr>
              <a:spcAft>
                <a:spcPts val="1500"/>
              </a:spcAft>
            </a:pPr>
            <a:r>
              <a:rPr lang="en-US" sz="2100">
                <a:solidFill>
                  <a:srgbClr val="FFFFFF"/>
                </a:solidFill>
                <a:latin typeface="Fira Sans" panose="020B0503050000020004" pitchFamily="34" charset="0"/>
              </a:rPr>
              <a:t>Check the API capability and required access.</a:t>
            </a:r>
          </a:p>
          <a:p>
            <a:pPr>
              <a:spcAft>
                <a:spcPts val="1500"/>
              </a:spcAft>
            </a:pPr>
            <a:r>
              <a:rPr lang="en-US" sz="2100">
                <a:solidFill>
                  <a:srgbClr val="FFFFFF"/>
                </a:solidFill>
                <a:latin typeface="Fira Sans" panose="020B0503050000020004" pitchFamily="34" charset="0"/>
              </a:rPr>
              <a:t>Build and test against a demo firm.</a:t>
            </a:r>
          </a:p>
          <a:p>
            <a:pPr>
              <a:spcAft>
                <a:spcPts val="1500"/>
              </a:spcAft>
            </a:pPr>
            <a:r>
              <a:rPr lang="en-US" sz="2100">
                <a:solidFill>
                  <a:srgbClr val="FFFFFF"/>
                </a:solidFill>
                <a:latin typeface="Fira Sans" panose="020B0503050000020004" pitchFamily="34" charset="0"/>
              </a:rPr>
              <a:t>Keep review and approval in the workflow.</a:t>
            </a:r>
            <a:endParaRPr lang="en-CA" sz="2100">
              <a:solidFill>
                <a:srgbClr val="FFFFFF"/>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4936177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C670C-E625-3C37-1F4E-C552B6148F09}"/>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Demo candidates from the submitted outline</a:t>
            </a:r>
            <a:endParaRPr lang="en-CA" sz="3200">
              <a:solidFill>
                <a:srgbClr val="000000"/>
              </a:solidFill>
              <a:latin typeface="Fira Sans Light" panose="020B0403050000020004" pitchFamily="34" charset="0"/>
            </a:endParaRPr>
          </a:p>
        </p:txBody>
      </p:sp>
      <p:sp>
        <p:nvSpPr>
          <p:cNvPr id="4" name="Slide Number Placeholder 3">
            <a:extLst>
              <a:ext uri="{FF2B5EF4-FFF2-40B4-BE49-F238E27FC236}">
                <a16:creationId xmlns:a16="http://schemas.microsoft.com/office/drawing/2014/main" id="{5521736B-13E7-49D6-4692-1533BBB98050}"/>
              </a:ext>
            </a:extLst>
          </p:cNvPr>
          <p:cNvSpPr>
            <a:spLocks noGrp="1"/>
          </p:cNvSpPr>
          <p:nvPr>
            <p:ph type="sldNum" sz="quarter" idx="13"/>
          </p:nvPr>
        </p:nvSpPr>
        <p:spPr/>
        <p:txBody>
          <a:bodyPr/>
          <a:lstStyle/>
          <a:p>
            <a:fld id="{C3C3236D-FB65-584A-8227-5A449D06E62A}" type="slidenum">
              <a:rPr lang="en-US" smtClean="0"/>
              <a:pPr/>
              <a:t>36</a:t>
            </a:fld>
            <a:endParaRPr lang="en-US"/>
          </a:p>
        </p:txBody>
      </p:sp>
      <p:sp>
        <p:nvSpPr>
          <p:cNvPr id="5" name="Footer Placeholder 4">
            <a:extLst>
              <a:ext uri="{FF2B5EF4-FFF2-40B4-BE49-F238E27FC236}">
                <a16:creationId xmlns:a16="http://schemas.microsoft.com/office/drawing/2014/main" id="{9670BDB2-EFD1-B78B-1F69-52F8640E4971}"/>
              </a:ext>
            </a:extLst>
          </p:cNvPr>
          <p:cNvSpPr>
            <a:spLocks noGrp="1"/>
          </p:cNvSpPr>
          <p:nvPr>
            <p:ph type="ftr" sz="quarter" idx="18"/>
          </p:nvPr>
        </p:nvSpPr>
        <p:spPr/>
        <p:txBody>
          <a:bodyPr/>
          <a:lstStyle/>
          <a:p>
            <a:r>
              <a:rPr lang="en-US"/>
              <a:t>#CCHConnections</a:t>
            </a:r>
            <a:endParaRPr lang="en-US" dirty="0"/>
          </a:p>
        </p:txBody>
      </p:sp>
      <p:graphicFrame>
        <p:nvGraphicFramePr>
          <p:cNvPr id="6" name="WK black-and-grey table">
            <a:extLst>
              <a:ext uri="{FF2B5EF4-FFF2-40B4-BE49-F238E27FC236}">
                <a16:creationId xmlns:a16="http://schemas.microsoft.com/office/drawing/2014/main" id="{7A87BD9D-0461-0F36-FCBC-B5E1DB0C3F5B}"/>
              </a:ext>
            </a:extLst>
          </p:cNvPr>
          <p:cNvGraphicFramePr>
            <a:graphicFrameLocks noGrp="1"/>
          </p:cNvGraphicFramePr>
          <p:nvPr>
            <p:extLst>
              <p:ext uri="{D42A27DB-BD31-4B8C-83A1-F6EECF244321}">
                <p14:modId xmlns:p14="http://schemas.microsoft.com/office/powerpoint/2010/main" val="3248283466"/>
              </p:ext>
            </p:extLst>
          </p:nvPr>
        </p:nvGraphicFramePr>
        <p:xfrm>
          <a:off x="411480" y="1682496"/>
          <a:ext cx="11064240" cy="406908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4133060190"/>
                    </a:ext>
                  </a:extLst>
                </a:gridCol>
                <a:gridCol w="4114800">
                  <a:extLst>
                    <a:ext uri="{9D8B030D-6E8A-4147-A177-3AD203B41FA5}">
                      <a16:colId xmlns:a16="http://schemas.microsoft.com/office/drawing/2014/main" val="2165071232"/>
                    </a:ext>
                  </a:extLst>
                </a:gridCol>
                <a:gridCol w="1645920">
                  <a:extLst>
                    <a:ext uri="{9D8B030D-6E8A-4147-A177-3AD203B41FA5}">
                      <a16:colId xmlns:a16="http://schemas.microsoft.com/office/drawing/2014/main" val="1356666761"/>
                    </a:ext>
                  </a:extLst>
                </a:gridCol>
                <a:gridCol w="1645920">
                  <a:extLst>
                    <a:ext uri="{9D8B030D-6E8A-4147-A177-3AD203B41FA5}">
                      <a16:colId xmlns:a16="http://schemas.microsoft.com/office/drawing/2014/main" val="793393648"/>
                    </a:ext>
                  </a:extLst>
                </a:gridCol>
              </a:tblGrid>
              <a:tr h="678180">
                <a:tc>
                  <a:txBody>
                    <a:bodyPr/>
                    <a:lstStyle/>
                    <a:p>
                      <a:pPr algn="l">
                        <a:spcBef>
                          <a:spcPts val="0"/>
                        </a:spcBef>
                        <a:spcAft>
                          <a:spcPts val="700"/>
                        </a:spcAft>
                        <a:buFontTx/>
                        <a:buNone/>
                      </a:pPr>
                      <a:r>
                        <a:rPr lang="en-CA" sz="1800" b="1">
                          <a:solidFill>
                            <a:srgbClr val="FFFFFF"/>
                          </a:solidFill>
                          <a:latin typeface="Fira Sans" panose="020B0503050000020004" pitchFamily="34" charset="0"/>
                        </a:rPr>
                        <a:t>Candidate</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000000"/>
                    </a:solidFill>
                  </a:tcPr>
                </a:tc>
                <a:tc>
                  <a:txBody>
                    <a:bodyPr/>
                    <a:lstStyle/>
                    <a:p>
                      <a:pPr algn="l">
                        <a:spcBef>
                          <a:spcPts val="0"/>
                        </a:spcBef>
                        <a:spcAft>
                          <a:spcPts val="700"/>
                        </a:spcAft>
                        <a:buFontTx/>
                        <a:buNone/>
                      </a:pPr>
                      <a:r>
                        <a:rPr lang="en-CA" sz="1800" b="1">
                          <a:solidFill>
                            <a:srgbClr val="FFFFFF"/>
                          </a:solidFill>
                          <a:latin typeface="Fira Sans" panose="020B0503050000020004" pitchFamily="34" charset="0"/>
                        </a:rPr>
                        <a:t>Proposed role</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000000"/>
                    </a:solidFill>
                  </a:tcPr>
                </a:tc>
                <a:tc>
                  <a:txBody>
                    <a:bodyPr/>
                    <a:lstStyle/>
                    <a:p>
                      <a:pPr algn="l">
                        <a:spcBef>
                          <a:spcPts val="0"/>
                        </a:spcBef>
                        <a:spcAft>
                          <a:spcPts val="700"/>
                        </a:spcAft>
                        <a:buFontTx/>
                        <a:buNone/>
                      </a:pPr>
                      <a:r>
                        <a:rPr lang="en-CA" sz="1800" b="1">
                          <a:solidFill>
                            <a:srgbClr val="FFFFFF"/>
                          </a:solidFill>
                          <a:latin typeface="Fira Sans" panose="020B0503050000020004" pitchFamily="34" charset="0"/>
                        </a:rPr>
                        <a:t>Usefulness</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000000"/>
                    </a:solidFill>
                  </a:tcPr>
                </a:tc>
                <a:tc>
                  <a:txBody>
                    <a:bodyPr/>
                    <a:lstStyle/>
                    <a:p>
                      <a:pPr algn="l">
                        <a:spcBef>
                          <a:spcPts val="0"/>
                        </a:spcBef>
                        <a:spcAft>
                          <a:spcPts val="700"/>
                        </a:spcAft>
                        <a:buFontTx/>
                        <a:buNone/>
                      </a:pPr>
                      <a:r>
                        <a:rPr lang="en-CA" sz="1800" b="1">
                          <a:solidFill>
                            <a:srgbClr val="FFFFFF"/>
                          </a:solidFill>
                          <a:latin typeface="Fira Sans" panose="020B0503050000020004" pitchFamily="34" charset="0"/>
                        </a:rPr>
                        <a:t>Complexity</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000000"/>
                    </a:solidFill>
                  </a:tcPr>
                </a:tc>
                <a:extLst>
                  <a:ext uri="{0D108BD9-81ED-4DB2-BD59-A6C34878D82A}">
                    <a16:rowId xmlns:a16="http://schemas.microsoft.com/office/drawing/2014/main" val="3708667678"/>
                  </a:ext>
                </a:extLst>
              </a:tr>
              <a:tr h="678180">
                <a:tc>
                  <a:txBody>
                    <a:bodyPr/>
                    <a:lstStyle/>
                    <a:p>
                      <a:pPr algn="l">
                        <a:spcBef>
                          <a:spcPts val="0"/>
                        </a:spcBef>
                        <a:spcAft>
                          <a:spcPts val="700"/>
                        </a:spcAft>
                        <a:buFontTx/>
                        <a:buNone/>
                      </a:pPr>
                      <a:r>
                        <a:rPr lang="en-CA" sz="1800" b="0">
                          <a:solidFill>
                            <a:srgbClr val="000000"/>
                          </a:solidFill>
                          <a:latin typeface="Fira Sans" panose="020B0503050000020004" pitchFamily="34" charset="0"/>
                        </a:rPr>
                        <a:t>Client address synchronization</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Main demo proposed</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5</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3</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extLst>
                  <a:ext uri="{0D108BD9-81ED-4DB2-BD59-A6C34878D82A}">
                    <a16:rowId xmlns:a16="http://schemas.microsoft.com/office/drawing/2014/main" val="233495257"/>
                  </a:ext>
                </a:extLst>
              </a:tr>
              <a:tr h="678180">
                <a:tc>
                  <a:txBody>
                    <a:bodyPr/>
                    <a:lstStyle/>
                    <a:p>
                      <a:pPr algn="l">
                        <a:spcBef>
                          <a:spcPts val="0"/>
                        </a:spcBef>
                        <a:spcAft>
                          <a:spcPts val="700"/>
                        </a:spcAft>
                        <a:buFontTx/>
                        <a:buNone/>
                      </a:pPr>
                      <a:r>
                        <a:rPr lang="en-CA" sz="1800" b="0">
                          <a:solidFill>
                            <a:srgbClr val="000000"/>
                          </a:solidFill>
                          <a:latin typeface="Fira Sans" panose="020B0503050000020004" pitchFamily="34" charset="0"/>
                        </a:rPr>
                        <a:t>Client contact export</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Lab starter proposed</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3</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3</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extLst>
                  <a:ext uri="{0D108BD9-81ED-4DB2-BD59-A6C34878D82A}">
                    <a16:rowId xmlns:a16="http://schemas.microsoft.com/office/drawing/2014/main" val="1768147890"/>
                  </a:ext>
                </a:extLst>
              </a:tr>
              <a:tr h="678180">
                <a:tc>
                  <a:txBody>
                    <a:bodyPr/>
                    <a:lstStyle/>
                    <a:p>
                      <a:pPr algn="l">
                        <a:spcBef>
                          <a:spcPts val="0"/>
                        </a:spcBef>
                        <a:spcAft>
                          <a:spcPts val="700"/>
                        </a:spcAft>
                        <a:buFontTx/>
                        <a:buNone/>
                      </a:pPr>
                      <a:r>
                        <a:rPr lang="en-CA" sz="1800" b="0">
                          <a:solidFill>
                            <a:srgbClr val="000000"/>
                          </a:solidFill>
                          <a:latin typeface="Fira Sans" panose="020B0503050000020004" pitchFamily="34" charset="0"/>
                        </a:rPr>
                        <a:t>Return-status reporting</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Lab core / backup demo</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4</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2</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extLst>
                  <a:ext uri="{0D108BD9-81ED-4DB2-BD59-A6C34878D82A}">
                    <a16:rowId xmlns:a16="http://schemas.microsoft.com/office/drawing/2014/main" val="753972834"/>
                  </a:ext>
                </a:extLst>
              </a:tr>
              <a:tr h="678180">
                <a:tc>
                  <a:txBody>
                    <a:bodyPr/>
                    <a:lstStyle/>
                    <a:p>
                      <a:pPr algn="l">
                        <a:spcBef>
                          <a:spcPts val="0"/>
                        </a:spcBef>
                        <a:spcAft>
                          <a:spcPts val="700"/>
                        </a:spcAft>
                        <a:buFontTx/>
                        <a:buNone/>
                      </a:pPr>
                      <a:r>
                        <a:rPr lang="en-CA" sz="1800" b="0">
                          <a:solidFill>
                            <a:srgbClr val="000000"/>
                          </a:solidFill>
                          <a:latin typeface="Fira Sans" panose="020B0503050000020004" pitchFamily="34" charset="0"/>
                        </a:rPr>
                        <a:t>Contact export plus return status</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Optional lab stretch</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5</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4</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extLst>
                  <a:ext uri="{0D108BD9-81ED-4DB2-BD59-A6C34878D82A}">
                    <a16:rowId xmlns:a16="http://schemas.microsoft.com/office/drawing/2014/main" val="1333538497"/>
                  </a:ext>
                </a:extLst>
              </a:tr>
              <a:tr h="678180">
                <a:tc>
                  <a:txBody>
                    <a:bodyPr/>
                    <a:lstStyle/>
                    <a:p>
                      <a:pPr algn="l">
                        <a:spcBef>
                          <a:spcPts val="0"/>
                        </a:spcBef>
                        <a:spcAft>
                          <a:spcPts val="700"/>
                        </a:spcAft>
                        <a:buFontTx/>
                        <a:buNone/>
                      </a:pPr>
                      <a:r>
                        <a:rPr lang="en-CA" sz="1800" b="0">
                          <a:solidFill>
                            <a:srgbClr val="000000"/>
                          </a:solidFill>
                          <a:latin typeface="Fira Sans" panose="020B0503050000020004" pitchFamily="34" charset="0"/>
                        </a:rPr>
                        <a:t>Workpaper-to-return automation</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Illustration only</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5</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CA" sz="1800" b="0">
                          <a:solidFill>
                            <a:srgbClr val="000000"/>
                          </a:solidFill>
                          <a:latin typeface="Fira Sans" panose="020B0503050000020004" pitchFamily="34" charset="0"/>
                        </a:rPr>
                        <a:t>5</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extLst>
                  <a:ext uri="{0D108BD9-81ED-4DB2-BD59-A6C34878D82A}">
                    <a16:rowId xmlns:a16="http://schemas.microsoft.com/office/drawing/2014/main" val="775525963"/>
                  </a:ext>
                </a:extLst>
              </a:tr>
            </a:tbl>
          </a:graphicData>
        </a:graphic>
      </p:graphicFrame>
      <p:sp>
        <p:nvSpPr>
          <p:cNvPr id="7" name="Ratings qualification">
            <a:extLst>
              <a:ext uri="{FF2B5EF4-FFF2-40B4-BE49-F238E27FC236}">
                <a16:creationId xmlns:a16="http://schemas.microsoft.com/office/drawing/2014/main" id="{3544D4F7-46A2-317B-2840-774A58036C6F}"/>
              </a:ext>
            </a:extLst>
          </p:cNvPr>
          <p:cNvSpPr txBox="1"/>
          <p:nvPr/>
        </p:nvSpPr>
        <p:spPr>
          <a:xfrm>
            <a:off x="411480" y="5879592"/>
            <a:ext cx="11064240" cy="256032"/>
          </a:xfrm>
          <a:prstGeom prst="rect">
            <a:avLst/>
          </a:prstGeom>
          <a:noFill/>
        </p:spPr>
        <p:txBody>
          <a:bodyPr vert="horz" lIns="0" tIns="0" rIns="0" bIns="0" rtlCol="0" anchor="t">
            <a:noAutofit/>
          </a:bodyPr>
          <a:lstStyle/>
          <a:p>
            <a:pPr>
              <a:spcAft>
                <a:spcPts val="700"/>
              </a:spcAft>
            </a:pPr>
            <a:r>
              <a:rPr lang="en-US" sz="1300">
                <a:solidFill>
                  <a:srgbClr val="000000"/>
                </a:solidFill>
                <a:latin typeface="Fira Sans" panose="020B0503050000020004" pitchFamily="34" charset="0"/>
              </a:rPr>
              <a:t>Planning ratings from the original outline; not measured business value or production readiness.</a:t>
            </a:r>
            <a:endParaRPr lang="en-CA" sz="13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35172671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CEF40-475A-BEE9-DA1A-3066CC10DA3B}"/>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Keep the likely-question answers within the evidence</a:t>
            </a:r>
            <a:endParaRPr lang="en-CA" sz="3200">
              <a:solidFill>
                <a:srgbClr val="000000"/>
              </a:solidFill>
              <a:latin typeface="Fira Sans Light" panose="020B0403050000020004" pitchFamily="34" charset="0"/>
            </a:endParaRPr>
          </a:p>
        </p:txBody>
      </p:sp>
      <p:sp>
        <p:nvSpPr>
          <p:cNvPr id="4" name="Slide Number Placeholder 3">
            <a:extLst>
              <a:ext uri="{FF2B5EF4-FFF2-40B4-BE49-F238E27FC236}">
                <a16:creationId xmlns:a16="http://schemas.microsoft.com/office/drawing/2014/main" id="{17E7A790-1080-179F-E74A-9315AA7FA194}"/>
              </a:ext>
            </a:extLst>
          </p:cNvPr>
          <p:cNvSpPr>
            <a:spLocks noGrp="1"/>
          </p:cNvSpPr>
          <p:nvPr>
            <p:ph type="sldNum" sz="quarter" idx="13"/>
          </p:nvPr>
        </p:nvSpPr>
        <p:spPr/>
        <p:txBody>
          <a:bodyPr/>
          <a:lstStyle/>
          <a:p>
            <a:fld id="{C3C3236D-FB65-584A-8227-5A449D06E62A}" type="slidenum">
              <a:rPr lang="en-US" smtClean="0"/>
              <a:pPr/>
              <a:t>37</a:t>
            </a:fld>
            <a:endParaRPr lang="en-US"/>
          </a:p>
        </p:txBody>
      </p:sp>
      <p:sp>
        <p:nvSpPr>
          <p:cNvPr id="5" name="Footer Placeholder 4">
            <a:extLst>
              <a:ext uri="{FF2B5EF4-FFF2-40B4-BE49-F238E27FC236}">
                <a16:creationId xmlns:a16="http://schemas.microsoft.com/office/drawing/2014/main" id="{AD32D2B9-84C1-98D0-FB48-C79A6469A5D1}"/>
              </a:ext>
            </a:extLst>
          </p:cNvPr>
          <p:cNvSpPr>
            <a:spLocks noGrp="1"/>
          </p:cNvSpPr>
          <p:nvPr>
            <p:ph type="ftr" sz="quarter" idx="18"/>
          </p:nvPr>
        </p:nvSpPr>
        <p:spPr/>
        <p:txBody>
          <a:bodyPr/>
          <a:lstStyle/>
          <a:p>
            <a:r>
              <a:rPr lang="en-US"/>
              <a:t>#CCHConnections</a:t>
            </a:r>
            <a:endParaRPr lang="en-US" dirty="0"/>
          </a:p>
        </p:txBody>
      </p:sp>
      <p:graphicFrame>
        <p:nvGraphicFramePr>
          <p:cNvPr id="6" name="WK black-and-grey table">
            <a:extLst>
              <a:ext uri="{FF2B5EF4-FFF2-40B4-BE49-F238E27FC236}">
                <a16:creationId xmlns:a16="http://schemas.microsoft.com/office/drawing/2014/main" id="{0DB68BB4-B3D3-B11A-5A4D-243A5CC5C11D}"/>
              </a:ext>
            </a:extLst>
          </p:cNvPr>
          <p:cNvGraphicFramePr>
            <a:graphicFrameLocks noGrp="1"/>
          </p:cNvGraphicFramePr>
          <p:nvPr>
            <p:extLst>
              <p:ext uri="{D42A27DB-BD31-4B8C-83A1-F6EECF244321}">
                <p14:modId xmlns:p14="http://schemas.microsoft.com/office/powerpoint/2010/main" val="2134349562"/>
              </p:ext>
            </p:extLst>
          </p:nvPr>
        </p:nvGraphicFramePr>
        <p:xfrm>
          <a:off x="411480" y="1682496"/>
          <a:ext cx="11064240" cy="434340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1741421956"/>
                    </a:ext>
                  </a:extLst>
                </a:gridCol>
                <a:gridCol w="8229600">
                  <a:extLst>
                    <a:ext uri="{9D8B030D-6E8A-4147-A177-3AD203B41FA5}">
                      <a16:colId xmlns:a16="http://schemas.microsoft.com/office/drawing/2014/main" val="720159786"/>
                    </a:ext>
                  </a:extLst>
                </a:gridCol>
              </a:tblGrid>
              <a:tr h="723900">
                <a:tc>
                  <a:txBody>
                    <a:bodyPr/>
                    <a:lstStyle/>
                    <a:p>
                      <a:pPr algn="l">
                        <a:spcBef>
                          <a:spcPts val="0"/>
                        </a:spcBef>
                        <a:spcAft>
                          <a:spcPts val="700"/>
                        </a:spcAft>
                        <a:buFontTx/>
                        <a:buNone/>
                      </a:pPr>
                      <a:r>
                        <a:rPr lang="en-CA" sz="1800" b="1">
                          <a:solidFill>
                            <a:srgbClr val="FFFFFF"/>
                          </a:solidFill>
                          <a:latin typeface="Fira Sans" panose="020B0503050000020004" pitchFamily="34" charset="0"/>
                        </a:rPr>
                        <a:t>Reference</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000000"/>
                    </a:solidFill>
                  </a:tcPr>
                </a:tc>
                <a:tc>
                  <a:txBody>
                    <a:bodyPr/>
                    <a:lstStyle/>
                    <a:p>
                      <a:pPr algn="l">
                        <a:spcBef>
                          <a:spcPts val="0"/>
                        </a:spcBef>
                        <a:spcAft>
                          <a:spcPts val="700"/>
                        </a:spcAft>
                        <a:buFontTx/>
                        <a:buNone/>
                      </a:pPr>
                      <a:r>
                        <a:rPr lang="en-CA" sz="1800" b="1">
                          <a:solidFill>
                            <a:srgbClr val="FFFFFF"/>
                          </a:solidFill>
                          <a:latin typeface="Fira Sans" panose="020B0503050000020004" pitchFamily="34" charset="0"/>
                        </a:rPr>
                        <a:t>Detail</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000000"/>
                    </a:solidFill>
                  </a:tcPr>
                </a:tc>
                <a:extLst>
                  <a:ext uri="{0D108BD9-81ED-4DB2-BD59-A6C34878D82A}">
                    <a16:rowId xmlns:a16="http://schemas.microsoft.com/office/drawing/2014/main" val="4135206191"/>
                  </a:ext>
                </a:extLst>
              </a:tr>
              <a:tr h="723900">
                <a:tc>
                  <a:txBody>
                    <a:bodyPr/>
                    <a:lstStyle/>
                    <a:p>
                      <a:pPr algn="l">
                        <a:spcBef>
                          <a:spcPts val="0"/>
                        </a:spcBef>
                        <a:spcAft>
                          <a:spcPts val="700"/>
                        </a:spcAft>
                        <a:buFontTx/>
                        <a:buNone/>
                      </a:pPr>
                      <a:r>
                        <a:rPr lang="en-CA" sz="1800" b="0">
                          <a:solidFill>
                            <a:srgbClr val="000000"/>
                          </a:solidFill>
                          <a:latin typeface="Fira Sans" panose="020B0503050000020004" pitchFamily="34" charset="0"/>
                        </a:rPr>
                        <a:t>AI cost</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US" sz="1800" b="0">
                          <a:solidFill>
                            <a:srgbClr val="000000"/>
                          </a:solidFill>
                          <a:latin typeface="Fira Sans" panose="020B0503050000020004" pitchFamily="34" charset="0"/>
                        </a:rPr>
                        <a:t>Distinguish development-time AI from run-time AI.</a:t>
                      </a:r>
                      <a:endParaRPr lang="en-CA" sz="18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extLst>
                  <a:ext uri="{0D108BD9-81ED-4DB2-BD59-A6C34878D82A}">
                    <a16:rowId xmlns:a16="http://schemas.microsoft.com/office/drawing/2014/main" val="3478661256"/>
                  </a:ext>
                </a:extLst>
              </a:tr>
              <a:tr h="723900">
                <a:tc>
                  <a:txBody>
                    <a:bodyPr/>
                    <a:lstStyle/>
                    <a:p>
                      <a:pPr algn="l">
                        <a:spcBef>
                          <a:spcPts val="0"/>
                        </a:spcBef>
                        <a:spcAft>
                          <a:spcPts val="700"/>
                        </a:spcAft>
                        <a:buFontTx/>
                        <a:buNone/>
                      </a:pPr>
                      <a:r>
                        <a:rPr lang="en-CA" sz="1800" b="0">
                          <a:solidFill>
                            <a:srgbClr val="000000"/>
                          </a:solidFill>
                          <a:latin typeface="Fira Sans" panose="020B0503050000020004" pitchFamily="34" charset="0"/>
                        </a:rPr>
                        <a:t>Developer support</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US" sz="1800" b="0">
                          <a:solidFill>
                            <a:srgbClr val="000000"/>
                          </a:solidFill>
                          <a:latin typeface="Fira Sans" panose="020B0503050000020004" pitchFamily="34" charset="0"/>
                        </a:rPr>
                        <a:t>Nathan covers portal, training and consulting; Sergey covers the build loop.</a:t>
                      </a:r>
                      <a:endParaRPr lang="en-CA" sz="18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extLst>
                  <a:ext uri="{0D108BD9-81ED-4DB2-BD59-A6C34878D82A}">
                    <a16:rowId xmlns:a16="http://schemas.microsoft.com/office/drawing/2014/main" val="2812025303"/>
                  </a:ext>
                </a:extLst>
              </a:tr>
              <a:tr h="723900">
                <a:tc>
                  <a:txBody>
                    <a:bodyPr/>
                    <a:lstStyle/>
                    <a:p>
                      <a:pPr algn="l">
                        <a:spcBef>
                          <a:spcPts val="0"/>
                        </a:spcBef>
                        <a:spcAft>
                          <a:spcPts val="700"/>
                        </a:spcAft>
                        <a:buFontTx/>
                        <a:buNone/>
                      </a:pPr>
                      <a:r>
                        <a:rPr lang="en-CA" sz="1800" b="0">
                          <a:solidFill>
                            <a:srgbClr val="000000"/>
                          </a:solidFill>
                          <a:latin typeface="Fira Sans" panose="020B0503050000020004" pitchFamily="34" charset="0"/>
                        </a:rPr>
                        <a:t>Safety</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US" sz="1800" b="0">
                          <a:solidFill>
                            <a:srgbClr val="000000"/>
                          </a:solidFill>
                          <a:latin typeface="Fira Sans" panose="020B0503050000020004" pitchFamily="34" charset="0"/>
                        </a:rPr>
                        <a:t>Test data, limited access and approval before changes.</a:t>
                      </a:r>
                      <a:endParaRPr lang="en-CA" sz="18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extLst>
                  <a:ext uri="{0D108BD9-81ED-4DB2-BD59-A6C34878D82A}">
                    <a16:rowId xmlns:a16="http://schemas.microsoft.com/office/drawing/2014/main" val="2014987769"/>
                  </a:ext>
                </a:extLst>
              </a:tr>
              <a:tr h="723900">
                <a:tc>
                  <a:txBody>
                    <a:bodyPr/>
                    <a:lstStyle/>
                    <a:p>
                      <a:pPr algn="l">
                        <a:spcBef>
                          <a:spcPts val="0"/>
                        </a:spcBef>
                        <a:spcAft>
                          <a:spcPts val="700"/>
                        </a:spcAft>
                        <a:buFontTx/>
                        <a:buNone/>
                      </a:pPr>
                      <a:r>
                        <a:rPr lang="en-CA" sz="1800" b="0">
                          <a:solidFill>
                            <a:srgbClr val="000000"/>
                          </a:solidFill>
                          <a:latin typeface="Fira Sans" panose="020B0503050000020004" pitchFamily="34" charset="0"/>
                        </a:rPr>
                        <a:t>Licensing</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US" sz="1800" b="0">
                          <a:solidFill>
                            <a:srgbClr val="000000"/>
                          </a:solidFill>
                          <a:latin typeface="Fira Sans" panose="020B0503050000020004" pitchFamily="34" charset="0"/>
                        </a:rPr>
                        <a:t>Nathan confirms core and additional access.</a:t>
                      </a:r>
                      <a:endParaRPr lang="en-CA" sz="18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extLst>
                  <a:ext uri="{0D108BD9-81ED-4DB2-BD59-A6C34878D82A}">
                    <a16:rowId xmlns:a16="http://schemas.microsoft.com/office/drawing/2014/main" val="1356290399"/>
                  </a:ext>
                </a:extLst>
              </a:tr>
              <a:tr h="723900">
                <a:tc>
                  <a:txBody>
                    <a:bodyPr/>
                    <a:lstStyle/>
                    <a:p>
                      <a:pPr algn="l">
                        <a:spcBef>
                          <a:spcPts val="0"/>
                        </a:spcBef>
                        <a:spcAft>
                          <a:spcPts val="700"/>
                        </a:spcAft>
                        <a:buFontTx/>
                        <a:buNone/>
                      </a:pPr>
                      <a:r>
                        <a:rPr lang="en-CA" sz="1800" b="0">
                          <a:solidFill>
                            <a:srgbClr val="000000"/>
                          </a:solidFill>
                          <a:latin typeface="Fira Sans" panose="020B0503050000020004" pitchFamily="34" charset="0"/>
                        </a:rPr>
                        <a:t>Workflow fit</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US" sz="1800" b="0">
                          <a:solidFill>
                            <a:srgbClr val="000000"/>
                          </a:solidFill>
                          <a:latin typeface="Fira Sans" panose="020B0503050000020004" pitchFamily="34" charset="0"/>
                        </a:rPr>
                        <a:t>Discuss the data, the required action and the tool.</a:t>
                      </a:r>
                      <a:endParaRPr lang="en-CA" sz="18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extLst>
                  <a:ext uri="{0D108BD9-81ED-4DB2-BD59-A6C34878D82A}">
                    <a16:rowId xmlns:a16="http://schemas.microsoft.com/office/drawing/2014/main" val="3250608374"/>
                  </a:ext>
                </a:extLst>
              </a:tr>
            </a:tbl>
          </a:graphicData>
        </a:graphic>
      </p:graphicFrame>
    </p:spTree>
    <p:custDataLst>
      <p:tags r:id="rId1"/>
    </p:custDataLst>
    <p:extLst>
      <p:ext uri="{BB962C8B-B14F-4D97-AF65-F5344CB8AC3E}">
        <p14:creationId xmlns:p14="http://schemas.microsoft.com/office/powerpoint/2010/main" val="6322241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AE1E0-C5C1-CAB7-FF5F-5F5467CA9C41}"/>
              </a:ext>
            </a:extLst>
          </p:cNvPr>
          <p:cNvSpPr>
            <a:spLocks noGrp="1"/>
          </p:cNvSpPr>
          <p:nvPr>
            <p:ph type="title"/>
          </p:nvPr>
        </p:nvSpPr>
        <p:spPr/>
        <p:txBody>
          <a:bodyPr lIns="91440" tIns="0" rIns="0" bIns="0" anchor="t"/>
          <a:lstStyle/>
          <a:p>
            <a:pPr>
              <a:spcAft>
                <a:spcPts val="700"/>
              </a:spcAft>
            </a:pPr>
            <a:r>
              <a:rPr lang="en-US" sz="3200">
                <a:solidFill>
                  <a:srgbClr val="000000"/>
                </a:solidFill>
                <a:latin typeface="Fira Sans Light" panose="020B0403050000020004" pitchFamily="34" charset="0"/>
              </a:rPr>
              <a:t>Resolve these items before the conference version</a:t>
            </a:r>
            <a:endParaRPr lang="en-CA" sz="3200">
              <a:solidFill>
                <a:srgbClr val="000000"/>
              </a:solidFill>
              <a:latin typeface="Fira Sans Light" panose="020B0403050000020004" pitchFamily="34" charset="0"/>
            </a:endParaRPr>
          </a:p>
        </p:txBody>
      </p:sp>
      <p:sp>
        <p:nvSpPr>
          <p:cNvPr id="4" name="Slide Number Placeholder 3">
            <a:extLst>
              <a:ext uri="{FF2B5EF4-FFF2-40B4-BE49-F238E27FC236}">
                <a16:creationId xmlns:a16="http://schemas.microsoft.com/office/drawing/2014/main" id="{5C269FBB-C344-26F1-89EB-0BB5B0EBF4DE}"/>
              </a:ext>
            </a:extLst>
          </p:cNvPr>
          <p:cNvSpPr>
            <a:spLocks noGrp="1"/>
          </p:cNvSpPr>
          <p:nvPr>
            <p:ph type="sldNum" sz="quarter" idx="13"/>
          </p:nvPr>
        </p:nvSpPr>
        <p:spPr/>
        <p:txBody>
          <a:bodyPr/>
          <a:lstStyle/>
          <a:p>
            <a:fld id="{C3C3236D-FB65-584A-8227-5A449D06E62A}" type="slidenum">
              <a:rPr lang="en-US" smtClean="0"/>
              <a:pPr/>
              <a:t>38</a:t>
            </a:fld>
            <a:endParaRPr lang="en-US"/>
          </a:p>
        </p:txBody>
      </p:sp>
      <p:sp>
        <p:nvSpPr>
          <p:cNvPr id="5" name="Footer Placeholder 4">
            <a:extLst>
              <a:ext uri="{FF2B5EF4-FFF2-40B4-BE49-F238E27FC236}">
                <a16:creationId xmlns:a16="http://schemas.microsoft.com/office/drawing/2014/main" id="{143B200B-2887-1555-FE50-19735F605BAB}"/>
              </a:ext>
            </a:extLst>
          </p:cNvPr>
          <p:cNvSpPr>
            <a:spLocks noGrp="1"/>
          </p:cNvSpPr>
          <p:nvPr>
            <p:ph type="ftr" sz="quarter" idx="18"/>
          </p:nvPr>
        </p:nvSpPr>
        <p:spPr/>
        <p:txBody>
          <a:bodyPr/>
          <a:lstStyle/>
          <a:p>
            <a:r>
              <a:rPr lang="en-US"/>
              <a:t>#CCHConnections</a:t>
            </a:r>
            <a:endParaRPr lang="en-US" dirty="0"/>
          </a:p>
        </p:txBody>
      </p:sp>
      <p:graphicFrame>
        <p:nvGraphicFramePr>
          <p:cNvPr id="6" name="WK black-and-grey table">
            <a:extLst>
              <a:ext uri="{FF2B5EF4-FFF2-40B4-BE49-F238E27FC236}">
                <a16:creationId xmlns:a16="http://schemas.microsoft.com/office/drawing/2014/main" id="{7A3F4A14-3233-340F-CD99-70F8C4C4143B}"/>
              </a:ext>
            </a:extLst>
          </p:cNvPr>
          <p:cNvGraphicFramePr>
            <a:graphicFrameLocks noGrp="1"/>
          </p:cNvGraphicFramePr>
          <p:nvPr>
            <p:extLst>
              <p:ext uri="{D42A27DB-BD31-4B8C-83A1-F6EECF244321}">
                <p14:modId xmlns:p14="http://schemas.microsoft.com/office/powerpoint/2010/main" val="2075686268"/>
              </p:ext>
            </p:extLst>
          </p:nvPr>
        </p:nvGraphicFramePr>
        <p:xfrm>
          <a:off x="411480" y="1682496"/>
          <a:ext cx="11064240" cy="356616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3610041807"/>
                    </a:ext>
                  </a:extLst>
                </a:gridCol>
                <a:gridCol w="8229600">
                  <a:extLst>
                    <a:ext uri="{9D8B030D-6E8A-4147-A177-3AD203B41FA5}">
                      <a16:colId xmlns:a16="http://schemas.microsoft.com/office/drawing/2014/main" val="460482880"/>
                    </a:ext>
                  </a:extLst>
                </a:gridCol>
              </a:tblGrid>
              <a:tr h="594360">
                <a:tc>
                  <a:txBody>
                    <a:bodyPr/>
                    <a:lstStyle/>
                    <a:p>
                      <a:pPr algn="l">
                        <a:spcBef>
                          <a:spcPts val="0"/>
                        </a:spcBef>
                        <a:spcAft>
                          <a:spcPts val="700"/>
                        </a:spcAft>
                        <a:buFontTx/>
                        <a:buNone/>
                      </a:pPr>
                      <a:r>
                        <a:rPr lang="en-CA" sz="1800" b="1">
                          <a:solidFill>
                            <a:srgbClr val="FFFFFF"/>
                          </a:solidFill>
                          <a:latin typeface="Fira Sans" panose="020B0503050000020004" pitchFamily="34" charset="0"/>
                        </a:rPr>
                        <a:t>Reference</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000000"/>
                    </a:solidFill>
                  </a:tcPr>
                </a:tc>
                <a:tc>
                  <a:txBody>
                    <a:bodyPr/>
                    <a:lstStyle/>
                    <a:p>
                      <a:pPr algn="l">
                        <a:spcBef>
                          <a:spcPts val="0"/>
                        </a:spcBef>
                        <a:spcAft>
                          <a:spcPts val="700"/>
                        </a:spcAft>
                        <a:buFontTx/>
                        <a:buNone/>
                      </a:pPr>
                      <a:r>
                        <a:rPr lang="en-CA" sz="1800" b="1">
                          <a:solidFill>
                            <a:srgbClr val="FFFFFF"/>
                          </a:solidFill>
                          <a:latin typeface="Fira Sans" panose="020B0503050000020004" pitchFamily="34" charset="0"/>
                        </a:rPr>
                        <a:t>Detail</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000000"/>
                    </a:solidFill>
                  </a:tcPr>
                </a:tc>
                <a:extLst>
                  <a:ext uri="{0D108BD9-81ED-4DB2-BD59-A6C34878D82A}">
                    <a16:rowId xmlns:a16="http://schemas.microsoft.com/office/drawing/2014/main" val="1216717883"/>
                  </a:ext>
                </a:extLst>
              </a:tr>
              <a:tr h="594360">
                <a:tc>
                  <a:txBody>
                    <a:bodyPr/>
                    <a:lstStyle/>
                    <a:p>
                      <a:pPr algn="l">
                        <a:spcBef>
                          <a:spcPts val="0"/>
                        </a:spcBef>
                        <a:spcAft>
                          <a:spcPts val="700"/>
                        </a:spcAft>
                        <a:buFontTx/>
                        <a:buNone/>
                      </a:pPr>
                      <a:r>
                        <a:rPr lang="en-CA" sz="1800" b="0">
                          <a:solidFill>
                            <a:srgbClr val="000000"/>
                          </a:solidFill>
                          <a:latin typeface="Fira Sans" panose="020B0503050000020004" pitchFamily="34" charset="0"/>
                        </a:rPr>
                        <a:t>Nathan</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US" sz="1600" b="0">
                          <a:solidFill>
                            <a:srgbClr val="000000"/>
                          </a:solidFill>
                          <a:latin typeface="Fira Sans" panose="020B0503050000020004" pitchFamily="34" charset="0"/>
                        </a:rPr>
                        <a:t>Confirm capability wording, permissions, packaging and what is newly available.</a:t>
                      </a:r>
                      <a:endParaRPr lang="en-CA" sz="16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extLst>
                  <a:ext uri="{0D108BD9-81ED-4DB2-BD59-A6C34878D82A}">
                    <a16:rowId xmlns:a16="http://schemas.microsoft.com/office/drawing/2014/main" val="161566122"/>
                  </a:ext>
                </a:extLst>
              </a:tr>
              <a:tr h="594360">
                <a:tc>
                  <a:txBody>
                    <a:bodyPr/>
                    <a:lstStyle/>
                    <a:p>
                      <a:pPr algn="l">
                        <a:spcBef>
                          <a:spcPts val="0"/>
                        </a:spcBef>
                        <a:spcAft>
                          <a:spcPts val="700"/>
                        </a:spcAft>
                        <a:buFontTx/>
                        <a:buNone/>
                      </a:pPr>
                      <a:r>
                        <a:rPr lang="en-CA" sz="1800" b="0">
                          <a:solidFill>
                            <a:srgbClr val="000000"/>
                          </a:solidFill>
                          <a:latin typeface="Fira Sans" panose="020B0503050000020004" pitchFamily="34" charset="0"/>
                        </a:rPr>
                        <a:t>Nathan and Sergey</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US" sz="1600" b="0">
                          <a:solidFill>
                            <a:srgbClr val="000000"/>
                          </a:solidFill>
                          <a:latin typeface="Fira Sans" panose="020B0503050000020004" pitchFamily="34" charset="0"/>
                        </a:rPr>
                        <a:t>Choose the demo and lab scenarios; confirm test access and rehearsal.</a:t>
                      </a:r>
                      <a:endParaRPr lang="en-CA" sz="16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extLst>
                  <a:ext uri="{0D108BD9-81ED-4DB2-BD59-A6C34878D82A}">
                    <a16:rowId xmlns:a16="http://schemas.microsoft.com/office/drawing/2014/main" val="679288013"/>
                  </a:ext>
                </a:extLst>
              </a:tr>
              <a:tr h="594360">
                <a:tc>
                  <a:txBody>
                    <a:bodyPr/>
                    <a:lstStyle/>
                    <a:p>
                      <a:pPr algn="l">
                        <a:spcBef>
                          <a:spcPts val="0"/>
                        </a:spcBef>
                        <a:spcAft>
                          <a:spcPts val="700"/>
                        </a:spcAft>
                        <a:buFontTx/>
                        <a:buNone/>
                      </a:pPr>
                      <a:r>
                        <a:rPr lang="en-CA" sz="1800" b="0">
                          <a:solidFill>
                            <a:srgbClr val="000000"/>
                          </a:solidFill>
                          <a:latin typeface="Fira Sans" panose="020B0503050000020004" pitchFamily="34" charset="0"/>
                        </a:rPr>
                        <a:t>Sergey</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US" sz="1600" b="0">
                          <a:solidFill>
                            <a:srgbClr val="000000"/>
                          </a:solidFill>
                          <a:latin typeface="Fira Sans" panose="020B0503050000020004" pitchFamily="34" charset="0"/>
                        </a:rPr>
                        <a:t>Replace demo cues with real screenshots or a recording.</a:t>
                      </a:r>
                      <a:endParaRPr lang="en-CA" sz="16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extLst>
                  <a:ext uri="{0D108BD9-81ED-4DB2-BD59-A6C34878D82A}">
                    <a16:rowId xmlns:a16="http://schemas.microsoft.com/office/drawing/2014/main" val="1604092657"/>
                  </a:ext>
                </a:extLst>
              </a:tr>
              <a:tr h="594360">
                <a:tc>
                  <a:txBody>
                    <a:bodyPr/>
                    <a:lstStyle/>
                    <a:p>
                      <a:pPr algn="l">
                        <a:spcBef>
                          <a:spcPts val="0"/>
                        </a:spcBef>
                        <a:spcAft>
                          <a:spcPts val="700"/>
                        </a:spcAft>
                        <a:buFontTx/>
                        <a:buNone/>
                      </a:pPr>
                      <a:r>
                        <a:rPr lang="en-CA" sz="1800" b="0">
                          <a:solidFill>
                            <a:srgbClr val="000000"/>
                          </a:solidFill>
                          <a:latin typeface="Fira Sans" panose="020B0503050000020004" pitchFamily="34" charset="0"/>
                        </a:rPr>
                        <a:t>Nathan and lab team</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US" sz="1600" b="0">
                          <a:solidFill>
                            <a:srgbClr val="000000"/>
                          </a:solidFill>
                          <a:latin typeface="Fira Sans" panose="020B0503050000020004" pitchFamily="34" charset="0"/>
                        </a:rPr>
                        <a:t>Confirm lab access, timing and the starting project.</a:t>
                      </a:r>
                      <a:endParaRPr lang="en-CA" sz="16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extLst>
                  <a:ext uri="{0D108BD9-81ED-4DB2-BD59-A6C34878D82A}">
                    <a16:rowId xmlns:a16="http://schemas.microsoft.com/office/drawing/2014/main" val="3400344777"/>
                  </a:ext>
                </a:extLst>
              </a:tr>
              <a:tr h="594360">
                <a:tc>
                  <a:txBody>
                    <a:bodyPr/>
                    <a:lstStyle/>
                    <a:p>
                      <a:pPr algn="l">
                        <a:spcBef>
                          <a:spcPts val="0"/>
                        </a:spcBef>
                        <a:spcAft>
                          <a:spcPts val="700"/>
                        </a:spcAft>
                        <a:buFontTx/>
                        <a:buNone/>
                      </a:pPr>
                      <a:r>
                        <a:rPr lang="en-CA" sz="1800" b="0">
                          <a:solidFill>
                            <a:srgbClr val="000000"/>
                          </a:solidFill>
                          <a:latin typeface="Fira Sans" panose="020B0503050000020004" pitchFamily="34" charset="0"/>
                        </a:rPr>
                        <a:t>Final production pass</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US" sz="1600" b="0">
                          <a:solidFill>
                            <a:srgbClr val="000000"/>
                          </a:solidFill>
                          <a:latin typeface="Fira Sans" panose="020B0503050000020004" pitchFamily="34" charset="0"/>
                        </a:rPr>
                        <a:t>Apply the WK template, confirm the portal title and remove presenter-only material.</a:t>
                      </a:r>
                      <a:endParaRPr lang="en-CA" sz="16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extLst>
                  <a:ext uri="{0D108BD9-81ED-4DB2-BD59-A6C34878D82A}">
                    <a16:rowId xmlns:a16="http://schemas.microsoft.com/office/drawing/2014/main" val="2560966280"/>
                  </a:ext>
                </a:extLst>
              </a:tr>
            </a:tbl>
          </a:graphicData>
        </a:graphic>
      </p:graphicFrame>
      <p:sp>
        <p:nvSpPr>
          <p:cNvPr id="7" name="Migration status">
            <a:extLst>
              <a:ext uri="{FF2B5EF4-FFF2-40B4-BE49-F238E27FC236}">
                <a16:creationId xmlns:a16="http://schemas.microsoft.com/office/drawing/2014/main" id="{A485384E-B3A6-E450-3E6F-DB2A6FB02642}"/>
              </a:ext>
            </a:extLst>
          </p:cNvPr>
          <p:cNvSpPr txBox="1"/>
          <p:nvPr/>
        </p:nvSpPr>
        <p:spPr>
          <a:xfrm>
            <a:off x="411480" y="5486400"/>
            <a:ext cx="11064240" cy="256032"/>
          </a:xfrm>
          <a:prstGeom prst="rect">
            <a:avLst/>
          </a:prstGeom>
          <a:noFill/>
        </p:spPr>
        <p:txBody>
          <a:bodyPr vert="horz" lIns="0" tIns="0" rIns="0" bIns="0" rtlCol="0" anchor="t">
            <a:noAutofit/>
          </a:bodyPr>
          <a:lstStyle/>
          <a:p>
            <a:pPr>
              <a:spcAft>
                <a:spcPts val="700"/>
              </a:spcAft>
            </a:pPr>
            <a:r>
              <a:rPr lang="en-US" sz="1300">
                <a:solidFill>
                  <a:srgbClr val="000000"/>
                </a:solidFill>
                <a:latin typeface="Fira Sans" panose="020B0503050000020004" pitchFamily="34" charset="0"/>
              </a:rPr>
              <a:t>WK template applied in this version; remaining content and speaker-photo items are still open.</a:t>
            </a:r>
            <a:endParaRPr lang="en-CA" sz="1300">
              <a:solidFill>
                <a:srgbClr val="000000"/>
              </a:solidFill>
              <a:latin typeface="Fira Sans" panose="020B0503050000020004" pitchFamily="34" charset="0"/>
            </a:endParaRPr>
          </a:p>
        </p:txBody>
      </p:sp>
      <p:sp>
        <p:nvSpPr>
          <p:cNvPr id="8" name="Draft Flag">
            <a:extLst>
              <a:ext uri="{FF2B5EF4-FFF2-40B4-BE49-F238E27FC236}">
                <a16:creationId xmlns:a16="http://schemas.microsoft.com/office/drawing/2014/main" id="{DCBDD6FC-D831-5715-89D3-5DCE06BDDE60}"/>
              </a:ext>
            </a:extLst>
          </p:cNvPr>
          <p:cNvSpPr txBox="1"/>
          <p:nvPr/>
        </p:nvSpPr>
        <p:spPr>
          <a:xfrm>
            <a:off x="475488" y="5908853"/>
            <a:ext cx="11000232" cy="274320"/>
          </a:xfrm>
          <a:prstGeom prst="rect">
            <a:avLst/>
          </a:prstGeom>
          <a:noFill/>
        </p:spPr>
        <p:txBody>
          <a:bodyPr vert="horz" lIns="0" tIns="0" rIns="0" bIns="0" rtlCol="0" anchor="t">
            <a:noAutofit/>
          </a:bodyPr>
          <a:lstStyle/>
          <a:p>
            <a:pPr>
              <a:spcAft>
                <a:spcPts val="700"/>
              </a:spcAft>
            </a:pPr>
            <a:r>
              <a:rPr lang="en-US" sz="1300">
                <a:solidFill>
                  <a:srgbClr val="000000"/>
                </a:solidFill>
                <a:latin typeface="Fira Sans" panose="020B0503050000020004" pitchFamily="34" charset="0"/>
              </a:rPr>
              <a:t>Internal working list; not for conference display</a:t>
            </a:r>
            <a:endParaRPr lang="en-CA" sz="1300">
              <a:solidFill>
                <a:srgbClr val="000000"/>
              </a:solidFill>
              <a:latin typeface="Fira Sans" panose="020B0503050000020004" pitchFamily="34" charset="0"/>
            </a:endParaRPr>
          </a:p>
        </p:txBody>
      </p:sp>
    </p:spTree>
    <p:custDataLst>
      <p:tags r:id="rId1"/>
    </p:custDataLst>
    <p:extLst>
      <p:ext uri="{BB962C8B-B14F-4D97-AF65-F5344CB8AC3E}">
        <p14:creationId xmlns:p14="http://schemas.microsoft.com/office/powerpoint/2010/main" val="27558064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8B220-FBF8-7E54-644A-A836E0C9AFB5}"/>
              </a:ext>
            </a:extLst>
          </p:cNvPr>
          <p:cNvSpPr>
            <a:spLocks noGrp="1"/>
          </p:cNvSpPr>
          <p:nvPr>
            <p:ph type="title"/>
          </p:nvPr>
        </p:nvSpPr>
        <p:spPr/>
        <p:txBody>
          <a:bodyPr lIns="91440" tIns="0" rIns="0" bIns="0" anchor="t"/>
          <a:lstStyle/>
          <a:p>
            <a:pPr>
              <a:spcAft>
                <a:spcPts val="700"/>
              </a:spcAft>
            </a:pPr>
            <a:r>
              <a:rPr lang="en-CA" sz="3200">
                <a:solidFill>
                  <a:srgbClr val="000000"/>
                </a:solidFill>
                <a:latin typeface="Fira Sans Light" panose="020B0403050000020004" pitchFamily="34" charset="0"/>
              </a:rPr>
              <a:t>Sources and first-pass boundaries</a:t>
            </a:r>
          </a:p>
        </p:txBody>
      </p:sp>
      <p:sp>
        <p:nvSpPr>
          <p:cNvPr id="4" name="Slide Number Placeholder 3">
            <a:extLst>
              <a:ext uri="{FF2B5EF4-FFF2-40B4-BE49-F238E27FC236}">
                <a16:creationId xmlns:a16="http://schemas.microsoft.com/office/drawing/2014/main" id="{A5279840-1B2C-C196-F389-4B9784C61ECE}"/>
              </a:ext>
            </a:extLst>
          </p:cNvPr>
          <p:cNvSpPr>
            <a:spLocks noGrp="1"/>
          </p:cNvSpPr>
          <p:nvPr>
            <p:ph type="sldNum" sz="quarter" idx="13"/>
          </p:nvPr>
        </p:nvSpPr>
        <p:spPr/>
        <p:txBody>
          <a:bodyPr/>
          <a:lstStyle/>
          <a:p>
            <a:fld id="{C3C3236D-FB65-584A-8227-5A449D06E62A}" type="slidenum">
              <a:rPr lang="en-US" smtClean="0"/>
              <a:pPr/>
              <a:t>39</a:t>
            </a:fld>
            <a:endParaRPr lang="en-US"/>
          </a:p>
        </p:txBody>
      </p:sp>
      <p:sp>
        <p:nvSpPr>
          <p:cNvPr id="5" name="Footer Placeholder 4">
            <a:extLst>
              <a:ext uri="{FF2B5EF4-FFF2-40B4-BE49-F238E27FC236}">
                <a16:creationId xmlns:a16="http://schemas.microsoft.com/office/drawing/2014/main" id="{5F0B4994-D1D8-DF67-A740-CC4195EC067B}"/>
              </a:ext>
            </a:extLst>
          </p:cNvPr>
          <p:cNvSpPr>
            <a:spLocks noGrp="1"/>
          </p:cNvSpPr>
          <p:nvPr>
            <p:ph type="ftr" sz="quarter" idx="18"/>
          </p:nvPr>
        </p:nvSpPr>
        <p:spPr/>
        <p:txBody>
          <a:bodyPr/>
          <a:lstStyle/>
          <a:p>
            <a:r>
              <a:rPr lang="en-US"/>
              <a:t>#CCHConnections</a:t>
            </a:r>
            <a:endParaRPr lang="en-US" dirty="0"/>
          </a:p>
        </p:txBody>
      </p:sp>
      <p:graphicFrame>
        <p:nvGraphicFramePr>
          <p:cNvPr id="6" name="WK black-and-grey table">
            <a:extLst>
              <a:ext uri="{FF2B5EF4-FFF2-40B4-BE49-F238E27FC236}">
                <a16:creationId xmlns:a16="http://schemas.microsoft.com/office/drawing/2014/main" id="{7E4E3875-BD18-0C54-3830-08E9982B14DC}"/>
              </a:ext>
            </a:extLst>
          </p:cNvPr>
          <p:cNvGraphicFramePr>
            <a:graphicFrameLocks noGrp="1"/>
          </p:cNvGraphicFramePr>
          <p:nvPr>
            <p:extLst>
              <p:ext uri="{D42A27DB-BD31-4B8C-83A1-F6EECF244321}">
                <p14:modId xmlns:p14="http://schemas.microsoft.com/office/powerpoint/2010/main" val="2290384041"/>
              </p:ext>
            </p:extLst>
          </p:nvPr>
        </p:nvGraphicFramePr>
        <p:xfrm>
          <a:off x="411480" y="1682496"/>
          <a:ext cx="11064240" cy="434340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4224811984"/>
                    </a:ext>
                  </a:extLst>
                </a:gridCol>
                <a:gridCol w="8229600">
                  <a:extLst>
                    <a:ext uri="{9D8B030D-6E8A-4147-A177-3AD203B41FA5}">
                      <a16:colId xmlns:a16="http://schemas.microsoft.com/office/drawing/2014/main" val="3877290999"/>
                    </a:ext>
                  </a:extLst>
                </a:gridCol>
              </a:tblGrid>
              <a:tr h="868680">
                <a:tc>
                  <a:txBody>
                    <a:bodyPr/>
                    <a:lstStyle/>
                    <a:p>
                      <a:pPr algn="l">
                        <a:spcBef>
                          <a:spcPts val="0"/>
                        </a:spcBef>
                        <a:spcAft>
                          <a:spcPts val="700"/>
                        </a:spcAft>
                        <a:buFontTx/>
                        <a:buNone/>
                      </a:pPr>
                      <a:r>
                        <a:rPr lang="en-CA" sz="1800" b="1">
                          <a:solidFill>
                            <a:srgbClr val="FFFFFF"/>
                          </a:solidFill>
                          <a:latin typeface="Fira Sans" panose="020B0503050000020004" pitchFamily="34" charset="0"/>
                        </a:rPr>
                        <a:t>Reference</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000000"/>
                    </a:solidFill>
                  </a:tcPr>
                </a:tc>
                <a:tc>
                  <a:txBody>
                    <a:bodyPr/>
                    <a:lstStyle/>
                    <a:p>
                      <a:pPr algn="l">
                        <a:spcBef>
                          <a:spcPts val="0"/>
                        </a:spcBef>
                        <a:spcAft>
                          <a:spcPts val="700"/>
                        </a:spcAft>
                        <a:buFontTx/>
                        <a:buNone/>
                      </a:pPr>
                      <a:r>
                        <a:rPr lang="en-CA" sz="1800" b="1">
                          <a:solidFill>
                            <a:srgbClr val="FFFFFF"/>
                          </a:solidFill>
                          <a:latin typeface="Fira Sans" panose="020B0503050000020004" pitchFamily="34" charset="0"/>
                        </a:rPr>
                        <a:t>Detail</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000000"/>
                    </a:solidFill>
                  </a:tcPr>
                </a:tc>
                <a:extLst>
                  <a:ext uri="{0D108BD9-81ED-4DB2-BD59-A6C34878D82A}">
                    <a16:rowId xmlns:a16="http://schemas.microsoft.com/office/drawing/2014/main" val="4008466737"/>
                  </a:ext>
                </a:extLst>
              </a:tr>
              <a:tr h="868680">
                <a:tc>
                  <a:txBody>
                    <a:bodyPr/>
                    <a:lstStyle/>
                    <a:p>
                      <a:pPr algn="l">
                        <a:spcBef>
                          <a:spcPts val="0"/>
                        </a:spcBef>
                        <a:spcAft>
                          <a:spcPts val="700"/>
                        </a:spcAft>
                        <a:buFontTx/>
                        <a:buNone/>
                      </a:pPr>
                      <a:r>
                        <a:rPr lang="en-CA" sz="1800" b="0">
                          <a:solidFill>
                            <a:srgbClr val="000000"/>
                          </a:solidFill>
                          <a:latin typeface="Fira Sans" panose="020B0503050000020004" pitchFamily="34" charset="0"/>
                        </a:rPr>
                        <a:t>Primary</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US" sz="1800" b="0">
                          <a:solidFill>
                            <a:srgbClr val="000000"/>
                          </a:solidFill>
                          <a:latin typeface="Fira Sans" panose="020B0503050000020004" pitchFamily="34" charset="0"/>
                        </a:rPr>
                        <a:t>The October 9 session outline submitted in wk-tax-api PR #4.</a:t>
                      </a:r>
                      <a:endParaRPr lang="en-CA" sz="18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extLst>
                  <a:ext uri="{0D108BD9-81ED-4DB2-BD59-A6C34878D82A}">
                    <a16:rowId xmlns:a16="http://schemas.microsoft.com/office/drawing/2014/main" val="3000564706"/>
                  </a:ext>
                </a:extLst>
              </a:tr>
              <a:tr h="868680">
                <a:tc>
                  <a:txBody>
                    <a:bodyPr/>
                    <a:lstStyle/>
                    <a:p>
                      <a:pPr algn="l">
                        <a:spcBef>
                          <a:spcPts val="0"/>
                        </a:spcBef>
                        <a:spcAft>
                          <a:spcPts val="700"/>
                        </a:spcAft>
                        <a:buFontTx/>
                        <a:buNone/>
                      </a:pPr>
                      <a:r>
                        <a:rPr lang="en-CA" sz="1800" b="0">
                          <a:solidFill>
                            <a:srgbClr val="000000"/>
                          </a:solidFill>
                          <a:latin typeface="Fira Sans" panose="020B0503050000020004" pitchFamily="34" charset="0"/>
                        </a:rPr>
                        <a:t>Technical role references</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US" sz="1800" b="0">
                          <a:solidFill>
                            <a:srgbClr val="000000"/>
                          </a:solidFill>
                          <a:latin typeface="Fira Sans" panose="020B0503050000020004" pitchFamily="34" charset="0"/>
                        </a:rPr>
                        <a:t>Microsoft Learn overviews for Copilot Studio, Microsoft Foundry and Agent 365.</a:t>
                      </a:r>
                      <a:endParaRPr lang="en-CA" sz="18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extLst>
                  <a:ext uri="{0D108BD9-81ED-4DB2-BD59-A6C34878D82A}">
                    <a16:rowId xmlns:a16="http://schemas.microsoft.com/office/drawing/2014/main" val="3925112875"/>
                  </a:ext>
                </a:extLst>
              </a:tr>
              <a:tr h="868680">
                <a:tc>
                  <a:txBody>
                    <a:bodyPr/>
                    <a:lstStyle/>
                    <a:p>
                      <a:pPr algn="l">
                        <a:spcBef>
                          <a:spcPts val="0"/>
                        </a:spcBef>
                        <a:spcAft>
                          <a:spcPts val="700"/>
                        </a:spcAft>
                        <a:buFontTx/>
                        <a:buNone/>
                      </a:pPr>
                      <a:r>
                        <a:rPr lang="en-CA" sz="1800" b="0">
                          <a:solidFill>
                            <a:srgbClr val="000000"/>
                          </a:solidFill>
                          <a:latin typeface="Fira Sans" panose="020B0503050000020004" pitchFamily="34" charset="0"/>
                        </a:rPr>
                        <a:t>Not claimed</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tc>
                  <a:txBody>
                    <a:bodyPr/>
                    <a:lstStyle/>
                    <a:p>
                      <a:pPr algn="l">
                        <a:spcBef>
                          <a:spcPts val="0"/>
                        </a:spcBef>
                        <a:spcAft>
                          <a:spcPts val="700"/>
                        </a:spcAft>
                        <a:buFontTx/>
                        <a:buNone/>
                      </a:pPr>
                      <a:r>
                        <a:rPr lang="en-US" sz="1800" b="0">
                          <a:solidFill>
                            <a:srgbClr val="000000"/>
                          </a:solidFill>
                          <a:latin typeface="Fira Sans" panose="020B0503050000020004" pitchFamily="34" charset="0"/>
                        </a:rPr>
                        <a:t>Finished demos, confirmed CCH packaging, packaged platform integrations or measured results.</a:t>
                      </a:r>
                      <a:endParaRPr lang="en-CA" sz="18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FFFFFF"/>
                    </a:solidFill>
                  </a:tcPr>
                </a:tc>
                <a:extLst>
                  <a:ext uri="{0D108BD9-81ED-4DB2-BD59-A6C34878D82A}">
                    <a16:rowId xmlns:a16="http://schemas.microsoft.com/office/drawing/2014/main" val="2612001665"/>
                  </a:ext>
                </a:extLst>
              </a:tr>
              <a:tr h="868680">
                <a:tc>
                  <a:txBody>
                    <a:bodyPr/>
                    <a:lstStyle/>
                    <a:p>
                      <a:pPr algn="l">
                        <a:spcBef>
                          <a:spcPts val="0"/>
                        </a:spcBef>
                        <a:spcAft>
                          <a:spcPts val="700"/>
                        </a:spcAft>
                        <a:buFontTx/>
                        <a:buNone/>
                      </a:pPr>
                      <a:r>
                        <a:rPr lang="en-CA" sz="1800" b="0">
                          <a:solidFill>
                            <a:srgbClr val="000000"/>
                          </a:solidFill>
                          <a:latin typeface="Fira Sans" panose="020B0503050000020004" pitchFamily="34" charset="0"/>
                        </a:rPr>
                        <a:t>Draft status</a:t>
                      </a: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tc>
                  <a:txBody>
                    <a:bodyPr/>
                    <a:lstStyle/>
                    <a:p>
                      <a:pPr algn="l">
                        <a:spcBef>
                          <a:spcPts val="0"/>
                        </a:spcBef>
                        <a:spcAft>
                          <a:spcPts val="700"/>
                        </a:spcAft>
                        <a:buFontTx/>
                        <a:buNone/>
                      </a:pPr>
                      <a:r>
                        <a:rPr lang="en-US" sz="1800" b="0">
                          <a:solidFill>
                            <a:srgbClr val="000000"/>
                          </a:solidFill>
                          <a:latin typeface="Fira Sans" panose="020B0503050000020004" pitchFamily="34" charset="0"/>
                        </a:rPr>
                        <a:t>Content-first adaptation; no external release or approval.</a:t>
                      </a:r>
                      <a:endParaRPr lang="en-CA" sz="1800" b="0">
                        <a:solidFill>
                          <a:srgbClr val="000000"/>
                        </a:solidFill>
                        <a:latin typeface="Fira Sans" panose="020B0503050000020004" pitchFamily="34" charset="0"/>
                      </a:endParaRPr>
                    </a:p>
                  </a:txBody>
                  <a:tcPr marL="100584" marR="100584" marT="82296" marB="54864">
                    <a:lnL w="6350" cmpd="sng">
                      <a:solidFill>
                        <a:srgbClr val="C0C0C0"/>
                      </a:solidFill>
                    </a:lnL>
                    <a:lnR w="6350" cmpd="sng">
                      <a:solidFill>
                        <a:srgbClr val="C0C0C0"/>
                      </a:solidFill>
                    </a:lnR>
                    <a:lnT w="6350" cmpd="sng">
                      <a:solidFill>
                        <a:srgbClr val="C0C0C0"/>
                      </a:solidFill>
                    </a:lnT>
                    <a:lnB w="6350" cmpd="sng">
                      <a:solidFill>
                        <a:srgbClr val="C0C0C0"/>
                      </a:solidFill>
                    </a:lnB>
                    <a:solidFill>
                      <a:srgbClr val="EDEDED"/>
                    </a:solidFill>
                  </a:tcPr>
                </a:tc>
                <a:extLst>
                  <a:ext uri="{0D108BD9-81ED-4DB2-BD59-A6C34878D82A}">
                    <a16:rowId xmlns:a16="http://schemas.microsoft.com/office/drawing/2014/main" val="1692021828"/>
                  </a:ext>
                </a:extLst>
              </a:tr>
            </a:tbl>
          </a:graphicData>
        </a:graphic>
      </p:graphicFrame>
    </p:spTree>
    <p:custDataLst>
      <p:tags r:id="rId1"/>
    </p:custDataLst>
    <p:extLst>
      <p:ext uri="{BB962C8B-B14F-4D97-AF65-F5344CB8AC3E}">
        <p14:creationId xmlns:p14="http://schemas.microsoft.com/office/powerpoint/2010/main" val="2860560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CHORIGINALSLIDE" val="1"/>
  <p:tag name="WKMESSAGETREATMENT" val="cover"/>
</p:tagLst>
</file>

<file path=ppt/tags/tag2.xml><?xml version="1.0" encoding="utf-8"?>
<p:tagLst xmlns:a="http://schemas.openxmlformats.org/drawingml/2006/main" xmlns:r="http://schemas.openxmlformats.org/officeDocument/2006/relationships" xmlns:p="http://schemas.openxmlformats.org/presentationml/2006/main">
  <p:tag name="WKMESSAGETREATMENT" val="overview"/>
</p:tagLst>
</file>

<file path=ppt/tags/tag3.xml><?xml version="1.0" encoding="utf-8"?>
<p:tagLst xmlns:a="http://schemas.openxmlformats.org/drawingml/2006/main" xmlns:r="http://schemas.openxmlformats.org/officeDocument/2006/relationships" xmlns:p="http://schemas.openxmlformats.org/presentationml/2006/main">
  <p:tag name="WKMESSAGETREATMENT" val="speakers"/>
</p:tagLst>
</file>

<file path=ppt/tags/tag4.xml><?xml version="1.0" encoding="utf-8"?>
<p:tagLst xmlns:a="http://schemas.openxmlformats.org/drawingml/2006/main" xmlns:r="http://schemas.openxmlformats.org/officeDocument/2006/relationships" xmlns:p="http://schemas.openxmlformats.org/presentationml/2006/main">
  <p:tag name="CCHORIGINALSLIDE" val="3"/>
  <p:tag name="WKMESSAGETREATMENT" val="agenda"/>
</p:tagLst>
</file>

<file path=ppt/tags/tag5.xml><?xml version="1.0" encoding="utf-8"?>
<p:tagLst xmlns:a="http://schemas.openxmlformats.org/drawingml/2006/main" xmlns:r="http://schemas.openxmlformats.org/officeDocument/2006/relationships" xmlns:p="http://schemas.openxmlformats.org/presentationml/2006/main">
  <p:tag name="CCHORIGINALSLIDE" val="2"/>
  <p:tag name="WKMESSAGETREATMENT" val="four-grid"/>
</p:tagLst>
</file>

<file path=ppt/tags/tag6.xml><?xml version="1.0" encoding="utf-8"?>
<p:tagLst xmlns:a="http://schemas.openxmlformats.org/drawingml/2006/main" xmlns:r="http://schemas.openxmlformats.org/officeDocument/2006/relationships" xmlns:p="http://schemas.openxmlformats.org/presentationml/2006/main">
  <p:tag name="CCHORIGINALSLIDE" val="4"/>
  <p:tag name="WKMESSAGETREATMENT" val="comparison"/>
</p:tagLst>
</file>

<file path=ppt/tags/tag7.xml><?xml version="1.0" encoding="utf-8"?>
<p:tagLst xmlns:a="http://schemas.openxmlformats.org/drawingml/2006/main" xmlns:r="http://schemas.openxmlformats.org/officeDocument/2006/relationships" xmlns:p="http://schemas.openxmlformats.org/presentationml/2006/main">
  <p:tag name="CCHORIGINALSLIDE" val="5"/>
  <p:tag name="WKMESSAGETREATMENT" val="poll"/>
</p:tagLst>
</file>

<file path=ppt/tags/tag8.xml><?xml version="1.0" encoding="utf-8"?>
<p:tagLst xmlns:a="http://schemas.openxmlformats.org/drawingml/2006/main" xmlns:r="http://schemas.openxmlformats.org/officeDocument/2006/relationships" xmlns:p="http://schemas.openxmlformats.org/presentationml/2006/main">
  <p:tag name="CCHORIGINALSLIDE" val="6"/>
  <p:tag name="WKMESSAGETREATMENT" val="flow"/>
</p:tagLst>
</file>

<file path=ppt/tags/tag9.xml><?xml version="1.0" encoding="utf-8"?>
<p:tagLst xmlns:a="http://schemas.openxmlformats.org/drawingml/2006/main" xmlns:r="http://schemas.openxmlformats.org/officeDocument/2006/relationships" xmlns:p="http://schemas.openxmlformats.org/presentationml/2006/main">
  <p:tag name="CCHORIGINALSLIDE" val="7"/>
  <p:tag name="WKMESSAGETREATMENT" val="four-grid"/>
</p:tagLst>
</file>

<file path=ppt/tags/tag10.xml><?xml version="1.0" encoding="utf-8"?>
<p:tagLst xmlns:a="http://schemas.openxmlformats.org/drawingml/2006/main" xmlns:r="http://schemas.openxmlformats.org/officeDocument/2006/relationships" xmlns:p="http://schemas.openxmlformats.org/presentationml/2006/main">
  <p:tag name="CCHORIGINALSLIDE" val="8"/>
  <p:tag name="WKMESSAGETREATMENT" val="three-columns"/>
</p:tagLst>
</file>

<file path=ppt/tags/tag11.xml><?xml version="1.0" encoding="utf-8"?>
<p:tagLst xmlns:a="http://schemas.openxmlformats.org/drawingml/2006/main" xmlns:r="http://schemas.openxmlformats.org/officeDocument/2006/relationships" xmlns:p="http://schemas.openxmlformats.org/presentationml/2006/main">
  <p:tag name="CCHORIGINALSLIDE" val="9"/>
  <p:tag name="WKMESSAGETREATMENT" val="four-grid"/>
</p:tagLst>
</file>

<file path=ppt/tags/tag12.xml><?xml version="1.0" encoding="utf-8"?>
<p:tagLst xmlns:a="http://schemas.openxmlformats.org/drawingml/2006/main" xmlns:r="http://schemas.openxmlformats.org/officeDocument/2006/relationships" xmlns:p="http://schemas.openxmlformats.org/presentationml/2006/main">
  <p:tag name="CCHORIGINALSLIDE" val="10"/>
  <p:tag name="WKMESSAGETREATMENT" val="three-columns"/>
</p:tagLst>
</file>

<file path=ppt/tags/tag13.xml><?xml version="1.0" encoding="utf-8"?>
<p:tagLst xmlns:a="http://schemas.openxmlformats.org/drawingml/2006/main" xmlns:r="http://schemas.openxmlformats.org/officeDocument/2006/relationships" xmlns:p="http://schemas.openxmlformats.org/presentationml/2006/main">
  <p:tag name="CCHORIGINALSLIDE" val="11"/>
  <p:tag name="WKMESSAGETREATMENT" val="demo"/>
</p:tagLst>
</file>

<file path=ppt/tags/tag14.xml><?xml version="1.0" encoding="utf-8"?>
<p:tagLst xmlns:a="http://schemas.openxmlformats.org/drawingml/2006/main" xmlns:r="http://schemas.openxmlformats.org/officeDocument/2006/relationships" xmlns:p="http://schemas.openxmlformats.org/presentationml/2006/main">
  <p:tag name="CCHORIGINALSLIDE" val="12"/>
  <p:tag name="WKMESSAGETREATMENT" val="flow"/>
</p:tagLst>
</file>

<file path=ppt/tags/tag15.xml><?xml version="1.0" encoding="utf-8"?>
<p:tagLst xmlns:a="http://schemas.openxmlformats.org/drawingml/2006/main" xmlns:r="http://schemas.openxmlformats.org/officeDocument/2006/relationships" xmlns:p="http://schemas.openxmlformats.org/presentationml/2006/main">
  <p:tag name="CCHORIGINALSLIDE" val="13"/>
  <p:tag name="WKMESSAGETREATMENT" val="flow"/>
</p:tagLst>
</file>

<file path=ppt/tags/tag16.xml><?xml version="1.0" encoding="utf-8"?>
<p:tagLst xmlns:a="http://schemas.openxmlformats.org/drawingml/2006/main" xmlns:r="http://schemas.openxmlformats.org/officeDocument/2006/relationships" xmlns:p="http://schemas.openxmlformats.org/presentationml/2006/main">
  <p:tag name="CCHORIGINALSLIDE" val="14"/>
  <p:tag name="WKMESSAGETREATMENT" val="three-columns"/>
</p:tagLst>
</file>

<file path=ppt/tags/tag17.xml><?xml version="1.0" encoding="utf-8"?>
<p:tagLst xmlns:a="http://schemas.openxmlformats.org/drawingml/2006/main" xmlns:r="http://schemas.openxmlformats.org/officeDocument/2006/relationships" xmlns:p="http://schemas.openxmlformats.org/presentationml/2006/main">
  <p:tag name="CCHORIGINALSLIDE" val="15"/>
  <p:tag name="WKMESSAGETREATMENT" val="three-columns"/>
</p:tagLst>
</file>

<file path=ppt/tags/tag18.xml><?xml version="1.0" encoding="utf-8"?>
<p:tagLst xmlns:a="http://schemas.openxmlformats.org/drawingml/2006/main" xmlns:r="http://schemas.openxmlformats.org/officeDocument/2006/relationships" xmlns:p="http://schemas.openxmlformats.org/presentationml/2006/main">
  <p:tag name="CCHORIGINALSLIDE" val="16"/>
  <p:tag name="WKMESSAGETREATMENT" val="comparison"/>
</p:tagLst>
</file>

<file path=ppt/tags/tag19.xml><?xml version="1.0" encoding="utf-8"?>
<p:tagLst xmlns:a="http://schemas.openxmlformats.org/drawingml/2006/main" xmlns:r="http://schemas.openxmlformats.org/officeDocument/2006/relationships" xmlns:p="http://schemas.openxmlformats.org/presentationml/2006/main">
  <p:tag name="CCHORIGINALSLIDE" val="17"/>
  <p:tag name="WKMESSAGETREATMENT" val="comparison"/>
</p:tagLst>
</file>

<file path=ppt/tags/tag20.xml><?xml version="1.0" encoding="utf-8"?>
<p:tagLst xmlns:a="http://schemas.openxmlformats.org/drawingml/2006/main" xmlns:r="http://schemas.openxmlformats.org/officeDocument/2006/relationships" xmlns:p="http://schemas.openxmlformats.org/presentationml/2006/main">
  <p:tag name="CCHORIGINALSLIDE" val="18"/>
  <p:tag name="WKMESSAGETREATMENT" val="four-grid"/>
</p:tagLst>
</file>

<file path=ppt/tags/tag21.xml><?xml version="1.0" encoding="utf-8"?>
<p:tagLst xmlns:a="http://schemas.openxmlformats.org/drawingml/2006/main" xmlns:r="http://schemas.openxmlformats.org/officeDocument/2006/relationships" xmlns:p="http://schemas.openxmlformats.org/presentationml/2006/main">
  <p:tag name="CCHORIGINALSLIDE" val="19"/>
  <p:tag name="WKMESSAGETREATMENT" val="three-columns"/>
</p:tagLst>
</file>

<file path=ppt/tags/tag22.xml><?xml version="1.0" encoding="utf-8"?>
<p:tagLst xmlns:a="http://schemas.openxmlformats.org/drawingml/2006/main" xmlns:r="http://schemas.openxmlformats.org/officeDocument/2006/relationships" xmlns:p="http://schemas.openxmlformats.org/presentationml/2006/main">
  <p:tag name="CCHORIGINALSLIDE" val="20"/>
  <p:tag name="WKMESSAGETREATMENT" val="three-columns"/>
</p:tagLst>
</file>

<file path=ppt/tags/tag23.xml><?xml version="1.0" encoding="utf-8"?>
<p:tagLst xmlns:a="http://schemas.openxmlformats.org/drawingml/2006/main" xmlns:r="http://schemas.openxmlformats.org/officeDocument/2006/relationships" xmlns:p="http://schemas.openxmlformats.org/presentationml/2006/main">
  <p:tag name="CCHORIGINALSLIDE" val="21"/>
  <p:tag name="WKMESSAGETREATMENT" val="four-grid"/>
</p:tagLst>
</file>

<file path=ppt/tags/tag24.xml><?xml version="1.0" encoding="utf-8"?>
<p:tagLst xmlns:a="http://schemas.openxmlformats.org/drawingml/2006/main" xmlns:r="http://schemas.openxmlformats.org/officeDocument/2006/relationships" xmlns:p="http://schemas.openxmlformats.org/presentationml/2006/main">
  <p:tag name="CCHORIGINALSLIDE" val="22"/>
  <p:tag name="WKMESSAGETREATMENT" val="three-columns"/>
</p:tagLst>
</file>

<file path=ppt/tags/tag25.xml><?xml version="1.0" encoding="utf-8"?>
<p:tagLst xmlns:a="http://schemas.openxmlformats.org/drawingml/2006/main" xmlns:r="http://schemas.openxmlformats.org/officeDocument/2006/relationships" xmlns:p="http://schemas.openxmlformats.org/presentationml/2006/main">
  <p:tag name="CCHORIGINALSLIDE" val="23"/>
  <p:tag name="WKMESSAGETREATMENT" val="cycle"/>
</p:tagLst>
</file>

<file path=ppt/tags/tag26.xml><?xml version="1.0" encoding="utf-8"?>
<p:tagLst xmlns:a="http://schemas.openxmlformats.org/drawingml/2006/main" xmlns:r="http://schemas.openxmlformats.org/officeDocument/2006/relationships" xmlns:p="http://schemas.openxmlformats.org/presentationml/2006/main">
  <p:tag name="CCHORIGINALSLIDE" val="24"/>
  <p:tag name="WKMESSAGETREATMENT" val="three-columns"/>
</p:tagLst>
</file>

<file path=ppt/tags/tag27.xml><?xml version="1.0" encoding="utf-8"?>
<p:tagLst xmlns:a="http://schemas.openxmlformats.org/drawingml/2006/main" xmlns:r="http://schemas.openxmlformats.org/officeDocument/2006/relationships" xmlns:p="http://schemas.openxmlformats.org/presentationml/2006/main">
  <p:tag name="CCHORIGINALSLIDE" val="25"/>
  <p:tag name="WKMESSAGETREATMENT" val="prompt"/>
</p:tagLst>
</file>

<file path=ppt/tags/tag28.xml><?xml version="1.0" encoding="utf-8"?>
<p:tagLst xmlns:a="http://schemas.openxmlformats.org/drawingml/2006/main" xmlns:r="http://schemas.openxmlformats.org/officeDocument/2006/relationships" xmlns:p="http://schemas.openxmlformats.org/presentationml/2006/main">
  <p:tag name="CCHORIGINALSLIDE" val="26"/>
  <p:tag name="WKMESSAGETREATMENT" val="checklist"/>
</p:tagLst>
</file>

<file path=ppt/tags/tag29.xml><?xml version="1.0" encoding="utf-8"?>
<p:tagLst xmlns:a="http://schemas.openxmlformats.org/drawingml/2006/main" xmlns:r="http://schemas.openxmlformats.org/officeDocument/2006/relationships" xmlns:p="http://schemas.openxmlformats.org/presentationml/2006/main">
  <p:tag name="CCHORIGINALSLIDE" val="27"/>
  <p:tag name="WKMESSAGETREATMENT" val="demo"/>
</p:tagLst>
</file>

<file path=ppt/tags/tag30.xml><?xml version="1.0" encoding="utf-8"?>
<p:tagLst xmlns:a="http://schemas.openxmlformats.org/drawingml/2006/main" xmlns:r="http://schemas.openxmlformats.org/officeDocument/2006/relationships" xmlns:p="http://schemas.openxmlformats.org/presentationml/2006/main">
  <p:tag name="CCHORIGINALSLIDE" val="28"/>
  <p:tag name="WKMESSAGETREATMENT" val="lab-flow"/>
</p:tagLst>
</file>

<file path=ppt/tags/tag31.xml><?xml version="1.0" encoding="utf-8"?>
<p:tagLst xmlns:a="http://schemas.openxmlformats.org/drawingml/2006/main" xmlns:r="http://schemas.openxmlformats.org/officeDocument/2006/relationships" xmlns:p="http://schemas.openxmlformats.org/presentationml/2006/main">
  <p:tag name="CCHORIGINALSLIDE" val="29"/>
  <p:tag name="WKMESSAGETREATMENT" val="three-columns"/>
</p:tagLst>
</file>

<file path=ppt/tags/tag32.xml><?xml version="1.0" encoding="utf-8"?>
<p:tagLst xmlns:a="http://schemas.openxmlformats.org/drawingml/2006/main" xmlns:r="http://schemas.openxmlformats.org/officeDocument/2006/relationships" xmlns:p="http://schemas.openxmlformats.org/presentationml/2006/main">
  <p:tag name="CCHORIGINALSLIDE" val="30"/>
  <p:tag name="WKMESSAGETREATMENT" val="checklist"/>
</p:tagLst>
</file>

<file path=ppt/tags/tag33.xml><?xml version="1.0" encoding="utf-8"?>
<p:tagLst xmlns:a="http://schemas.openxmlformats.org/drawingml/2006/main" xmlns:r="http://schemas.openxmlformats.org/officeDocument/2006/relationships" xmlns:p="http://schemas.openxmlformats.org/presentationml/2006/main">
  <p:tag name="CCHORIGINALSLIDE" val="31"/>
  <p:tag name="WKMESSAGETREATMENT" val="three-columns"/>
</p:tagLst>
</file>

<file path=ppt/tags/tag34.xml><?xml version="1.0" encoding="utf-8"?>
<p:tagLst xmlns:a="http://schemas.openxmlformats.org/drawingml/2006/main" xmlns:r="http://schemas.openxmlformats.org/officeDocument/2006/relationships" xmlns:p="http://schemas.openxmlformats.org/presentationml/2006/main">
  <p:tag name="CCHORIGINALSLIDE" val="32"/>
  <p:tag name="WKMESSAGETREATMENT" val="qa"/>
</p:tagLst>
</file>

<file path=ppt/tags/tag35.xml><?xml version="1.0" encoding="utf-8"?>
<p:tagLst xmlns:a="http://schemas.openxmlformats.org/drawingml/2006/main" xmlns:r="http://schemas.openxmlformats.org/officeDocument/2006/relationships" xmlns:p="http://schemas.openxmlformats.org/presentationml/2006/main">
  <p:tag name="CCHORIGINALSLIDE" val="33"/>
  <p:tag name="WKMESSAGETREATMENT" val="closing"/>
</p:tagLst>
</file>

<file path=ppt/tags/tag36.xml><?xml version="1.0" encoding="utf-8"?>
<p:tagLst xmlns:a="http://schemas.openxmlformats.org/drawingml/2006/main" xmlns:r="http://schemas.openxmlformats.org/officeDocument/2006/relationships" xmlns:p="http://schemas.openxmlformats.org/presentationml/2006/main">
  <p:tag name="CCHORIGINALSLIDE" val="34"/>
  <p:tag name="WKMESSAGETREATMENT" val="demo-table"/>
</p:tagLst>
</file>

<file path=ppt/tags/tag37.xml><?xml version="1.0" encoding="utf-8"?>
<p:tagLst xmlns:a="http://schemas.openxmlformats.org/drawingml/2006/main" xmlns:r="http://schemas.openxmlformats.org/officeDocument/2006/relationships" xmlns:p="http://schemas.openxmlformats.org/presentationml/2006/main">
  <p:tag name="CCHORIGINALSLIDE" val="35"/>
  <p:tag name="WKMESSAGETREATMENT" val="reference-table"/>
</p:tagLst>
</file>

<file path=ppt/tags/tag38.xml><?xml version="1.0" encoding="utf-8"?>
<p:tagLst xmlns:a="http://schemas.openxmlformats.org/drawingml/2006/main" xmlns:r="http://schemas.openxmlformats.org/officeDocument/2006/relationships" xmlns:p="http://schemas.openxmlformats.org/presentationml/2006/main">
  <p:tag name="CCHORIGINALSLIDE" val="36"/>
  <p:tag name="WKMESSAGETREATMENT" val="reference-table"/>
</p:tagLst>
</file>

<file path=ppt/tags/tag39.xml><?xml version="1.0" encoding="utf-8"?>
<p:tagLst xmlns:a="http://schemas.openxmlformats.org/drawingml/2006/main" xmlns:r="http://schemas.openxmlformats.org/officeDocument/2006/relationships" xmlns:p="http://schemas.openxmlformats.org/presentationml/2006/main">
  <p:tag name="CCHORIGINALSLIDE" val="37"/>
  <p:tag name="WKMESSAGETREATMENT" val="reference-table"/>
</p:tagLst>
</file>

<file path=ppt/theme/theme1.xml><?xml version="1.0" encoding="utf-8"?>
<a:theme xmlns:a="http://schemas.openxmlformats.org/drawingml/2006/main" name="Wolters Kluwer (2026)">
  <a:themeElements>
    <a:clrScheme name="Wolters Kluwer (2022)">
      <a:dk1>
        <a:srgbClr val="000000"/>
      </a:dk1>
      <a:lt1>
        <a:srgbClr val="FFFFFF"/>
      </a:lt1>
      <a:dk2>
        <a:srgbClr val="000000"/>
      </a:dk2>
      <a:lt2>
        <a:srgbClr val="EDEDED"/>
      </a:lt2>
      <a:accent1>
        <a:srgbClr val="007AC3"/>
      </a:accent1>
      <a:accent2>
        <a:srgbClr val="A6D1EA"/>
      </a:accent2>
      <a:accent3>
        <a:srgbClr val="85BC20"/>
      </a:accent3>
      <a:accent4>
        <a:srgbClr val="C2DD90"/>
      </a:accent4>
      <a:accent5>
        <a:srgbClr val="E5202E"/>
      </a:accent5>
      <a:accent6>
        <a:srgbClr val="FAD2D5"/>
      </a:accent6>
      <a:hlink>
        <a:srgbClr val="007AC3"/>
      </a:hlink>
      <a:folHlink>
        <a:srgbClr val="007AC3"/>
      </a:folHlink>
    </a:clrScheme>
    <a:fontScheme name="Wolters Kluwer">
      <a:majorFont>
        <a:latin typeface="Fira Sans"/>
        <a:ea typeface=""/>
        <a:cs typeface=""/>
      </a:majorFont>
      <a:minorFont>
        <a:latin typeface="Fira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spPr>
      <a:bodyPr tIns="90000" bIns="90000" rtlCol="0" anchor="t"/>
      <a:lstStyle>
        <a:defPPr algn="l">
          <a:defRPr sz="1800" dirty="0">
            <a:solidFill>
              <a:schemeClr val="tx1"/>
            </a:solidFill>
          </a:defRPr>
        </a:defPPr>
      </a:lstStyle>
      <a:style>
        <a:lnRef idx="2">
          <a:schemeClr val="dk1">
            <a:shade val="50000"/>
          </a:schemeClr>
        </a:lnRef>
        <a:fillRef idx="1">
          <a:schemeClr val="dk1"/>
        </a:fillRef>
        <a:effectRef idx="0">
          <a:schemeClr val="dk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9" id="{04D6F9D8-44B8-574A-8405-4FEEB1014C7F}" vid="{5C767C4A-E10C-BF42-9237-82A801C91F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a686210-f73d-400f-b88c-9c97a9284eed">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2BCA327B83E3D4192D367C92DD43E4D" ma:contentTypeVersion="14" ma:contentTypeDescription="Create a new document." ma:contentTypeScope="" ma:versionID="e21b940dcd762768d8b62f4b9cdb2dc5">
  <xsd:schema xmlns:xsd="http://www.w3.org/2001/XMLSchema" xmlns:xs="http://www.w3.org/2001/XMLSchema" xmlns:p="http://schemas.microsoft.com/office/2006/metadata/properties" xmlns:ns1="http://schemas.microsoft.com/sharepoint/v3" xmlns:ns2="ea686210-f73d-400f-b88c-9c97a9284eed" targetNamespace="http://schemas.microsoft.com/office/2006/metadata/properties" ma:root="true" ma:fieldsID="c37c4fac5b18985d05e08e2b883883ff" ns1:_="" ns2:_="">
    <xsd:import namespace="http://schemas.microsoft.com/sharepoint/v3"/>
    <xsd:import namespace="ea686210-f73d-400f-b88c-9c97a9284ee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1:_ip_UnifiedCompliancePolicyProperties" minOccurs="0"/>
                <xsd:element ref="ns1:_ip_UnifiedCompliancePolicyUIAction" minOccurs="0"/>
                <xsd:element ref="ns2:lcf76f155ced4ddcb4097134ff3c332f"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686210-f73d-400f-b88c-9c97a9284e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2dbaa9c1-4c41-47fa-abf7-0ca4ed4052bf"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BC17EEB-22D9-4605-A8CE-5810827C48BA}">
  <ds:schemaRefs>
    <ds:schemaRef ds:uri="http://schemas.microsoft.com/office/2006/metadata/properties"/>
    <ds:schemaRef ds:uri="http://purl.org/dc/elements/1.1/"/>
    <ds:schemaRef ds:uri="http://schemas.microsoft.com/office/2006/documentManagement/types"/>
    <ds:schemaRef ds:uri="http://schemas.microsoft.com/sharepoint/v3"/>
    <ds:schemaRef ds:uri="http://purl.org/dc/dcmitype/"/>
    <ds:schemaRef ds:uri="http://schemas.openxmlformats.org/package/2006/metadata/core-properties"/>
    <ds:schemaRef ds:uri="ea686210-f73d-400f-b88c-9c97a9284eed"/>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F951CA2D-65C1-429C-9F15-BBAF8995EC1C}">
  <ds:schemaRefs>
    <ds:schemaRef ds:uri="http://schemas.microsoft.com/sharepoint/v3/contenttype/forms"/>
  </ds:schemaRefs>
</ds:datastoreItem>
</file>

<file path=customXml/itemProps3.xml><?xml version="1.0" encoding="utf-8"?>
<ds:datastoreItem xmlns:ds="http://schemas.openxmlformats.org/officeDocument/2006/customXml" ds:itemID="{3C81DF16-6D7F-44B1-98CD-BBBCA59FD3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a686210-f73d-400f-b88c-9c97a9284e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Wolters Kluwer (2024)</Template>
  <TotalTime>124</TotalTime>
  <Words>8606</Words>
  <Application>Microsoft Office PowerPoint</Application>
  <PresentationFormat>Widescreen</PresentationFormat>
  <Paragraphs>726</Paragraphs>
  <Slides>39</Slides>
  <Notes>39</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Fira Sans Light</vt:lpstr>
      <vt:lpstr>Fira Sans Medium</vt:lpstr>
      <vt:lpstr>Calibri</vt:lpstr>
      <vt:lpstr>Fira Sans</vt:lpstr>
      <vt:lpstr>Wolters Kluwer (2026)</vt:lpstr>
      <vt:lpstr>AI where you already work</vt:lpstr>
      <vt:lpstr>AI where you already work</vt:lpstr>
      <vt:lpstr>Your speakers</vt:lpstr>
      <vt:lpstr>Agenda</vt:lpstr>
      <vt:lpstr>Start with a workflow your firm already understands</vt:lpstr>
      <vt:lpstr>Repeated hand-offs are a useful place to start</vt:lpstr>
      <vt:lpstr>Bring one task you would like to improve</vt:lpstr>
      <vt:lpstr>An API lets software request information or an action</vt:lpstr>
      <vt:lpstr>Choose capabilities around the business task</vt:lpstr>
      <vt:lpstr>Confirm access and licensing before choosing a workflow</vt:lpstr>
      <vt:lpstr>The same API capabilities can serve several tools</vt:lpstr>
      <vt:lpstr>Start with the workflow and the available guidance</vt:lpstr>
      <vt:lpstr>See the workflow before the build</vt:lpstr>
      <vt:lpstr>Make the approval step visible in the demonstration</vt:lpstr>
      <vt:lpstr>Show what guided the build and what people corrected</vt:lpstr>
      <vt:lpstr>The AI, the API and the firm have different responsibilities</vt:lpstr>
      <vt:lpstr>A chat assistant, a tool-using agent and a coding agent do different work</vt:lpstr>
      <vt:lpstr>AI can help build the application or run the workflow</vt:lpstr>
      <vt:lpstr>AI usage cost depends on where AI is used</vt:lpstr>
      <vt:lpstr>Match the platform to the work you need to do</vt:lpstr>
      <vt:lpstr>GitHub Copilot helps build; Codespaces supplies the development environment</vt:lpstr>
      <vt:lpstr>Use Copilot Studio to connect an agent to an approved workflow</vt:lpstr>
      <vt:lpstr>Microsoft Foundry supports custom agents with models and tools</vt:lpstr>
      <vt:lpstr>Agent 365 provides oversight of agents</vt:lpstr>
      <vt:lpstr>The development loop still includes testing and revision</vt:lpstr>
      <vt:lpstr>Give the coding agent the information it needs</vt:lpstr>
      <vt:lpstr>Describe the result and the boundaries in the request</vt:lpstr>
      <vt:lpstr>Review behavior before approving any update</vt:lpstr>
      <vt:lpstr>Watch one request become a reviewed application change</vt:lpstr>
      <vt:lpstr>The lab turns one workflow into a small prototype</vt:lpstr>
      <vt:lpstr>Start with return-status reporting, then add only what is ready</vt:lpstr>
      <vt:lpstr>Confirm the lab access before you arrive</vt:lpstr>
      <vt:lpstr>Use the starter project as the next step</vt:lpstr>
      <vt:lpstr>Q&amp;A</vt:lpstr>
      <vt:lpstr>Thank you</vt:lpstr>
      <vt:lpstr>Demo candidates from the submitted outline</vt:lpstr>
      <vt:lpstr>Keep the likely-question answers within the evidence</vt:lpstr>
      <vt:lpstr>Resolve these items before the conference version</vt:lpstr>
      <vt:lpstr>Sources and first-pass boundaries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Babinchak, Keith</dc:creator>
  <cp:lastModifiedBy>Sergey Chernykh</cp:lastModifiedBy>
  <cp:revision>11</cp:revision>
  <cp:lastPrinted>2020-01-31T13:19:22Z</cp:lastPrinted>
  <dcterms:created xsi:type="dcterms:W3CDTF">2024-12-03T17:18:01Z</dcterms:created>
  <dcterms:modified xsi:type="dcterms:W3CDTF">2026-10-16T03:04:45Z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0x01010002BCA327B83E3D4192D367C92DD43E4D</vt:lpwstr>
  </property>
  <property fmtid="{D5CDD505-2E9C-101B-9397-08002B2CF9AE}" pid="3" name="MediaServiceImageTags">
    <vt:lpwstr/>
  </property>
  <property fmtid="{D5CDD505-2E9C-101B-9397-08002B2CF9AE}" pid="4" name="MSIP_Label_fe6ee112-9e5c-4f16-b63d-fcad06e1707e_Enabled">
    <vt:lpwstr>true</vt:lpwstr>
  </property>
  <property fmtid="{D5CDD505-2E9C-101B-9397-08002B2CF9AE}" pid="5" name="MSIP_Label_fe6ee112-9e5c-4f16-b63d-fcad06e1707e_SetDate">
    <vt:lpwstr>2025-12-10T13:09:23Z</vt:lpwstr>
  </property>
  <property fmtid="{D5CDD505-2E9C-101B-9397-08002B2CF9AE}" pid="6" name="MSIP_Label_fe6ee112-9e5c-4f16-b63d-fcad06e1707e_Method">
    <vt:lpwstr>Standard</vt:lpwstr>
  </property>
  <property fmtid="{D5CDD505-2E9C-101B-9397-08002B2CF9AE}" pid="7" name="MSIP_Label_fe6ee112-9e5c-4f16-b63d-fcad06e1707e_Name">
    <vt:lpwstr>Internal Use</vt:lpwstr>
  </property>
  <property fmtid="{D5CDD505-2E9C-101B-9397-08002B2CF9AE}" pid="8" name="MSIP_Label_fe6ee112-9e5c-4f16-b63d-fcad06e1707e_SiteId">
    <vt:lpwstr>8ac76c91-e7f1-41ff-a89c-3553b2da2c17</vt:lpwstr>
  </property>
  <property fmtid="{D5CDD505-2E9C-101B-9397-08002B2CF9AE}" pid="9" name="MSIP_Label_fe6ee112-9e5c-4f16-b63d-fcad06e1707e_ActionId">
    <vt:lpwstr>83dc69d2-54ec-458c-8ac7-dd4eceb0bb90</vt:lpwstr>
  </property>
  <property fmtid="{D5CDD505-2E9C-101B-9397-08002B2CF9AE}" pid="10" name="MSIP_Label_fe6ee112-9e5c-4f16-b63d-fcad06e1707e_ContentBits">
    <vt:lpwstr>0</vt:lpwstr>
  </property>
  <property fmtid="{D5CDD505-2E9C-101B-9397-08002B2CF9AE}" pid="11" name="MSIP_Label_fe6ee112-9e5c-4f16-b63d-fcad06e1707e_Tag">
    <vt:lpwstr>50, 3, 0, 1</vt:lpwstr>
  </property>
</Properties>
</file>