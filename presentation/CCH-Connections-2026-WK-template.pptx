
<file path=[Content_Types].xml><?xml version="1.0" encoding="utf-8"?>
<Types xmlns="http://schemas.openxmlformats.org/package/2006/content-types">
  <Default Extension="fntdata" ContentType="application/x-fontdata"/>
  <Default Extension="jfif"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tags/tag10.xml" ContentType="application/vnd.openxmlformats-officedocument.presentationml.tags+xml"/>
  <Override PartName="/ppt/notesSlides/notesSlide11.xml" ContentType="application/vnd.openxmlformats-officedocument.presentationml.notesSlide+xml"/>
  <Override PartName="/ppt/tags/tag11.xml" ContentType="application/vnd.openxmlformats-officedocument.presentationml.tags+xml"/>
  <Override PartName="/ppt/notesSlides/notesSlide12.xml" ContentType="application/vnd.openxmlformats-officedocument.presentationml.notesSlide+xml"/>
  <Override PartName="/ppt/tags/tag12.xml" ContentType="application/vnd.openxmlformats-officedocument.presentationml.tags+xml"/>
  <Override PartName="/ppt/notesSlides/notesSlide13.xml" ContentType="application/vnd.openxmlformats-officedocument.presentationml.notesSlide+xml"/>
  <Override PartName="/ppt/tags/tag13.xml" ContentType="application/vnd.openxmlformats-officedocument.presentationml.tags+xml"/>
  <Override PartName="/ppt/notesSlides/notesSlide14.xml" ContentType="application/vnd.openxmlformats-officedocument.presentationml.notesSlide+xml"/>
  <Override PartName="/ppt/tags/tag14.xml" ContentType="application/vnd.openxmlformats-officedocument.presentationml.tags+xml"/>
  <Override PartName="/ppt/notesSlides/notesSlide15.xml" ContentType="application/vnd.openxmlformats-officedocument.presentationml.notesSlide+xml"/>
  <Override PartName="/ppt/tags/tag15.xml" ContentType="application/vnd.openxmlformats-officedocument.presentationml.tags+xml"/>
  <Override PartName="/ppt/notesSlides/notesSlide16.xml" ContentType="application/vnd.openxmlformats-officedocument.presentationml.notesSlide+xml"/>
  <Override PartName="/ppt/tags/tag16.xml" ContentType="application/vnd.openxmlformats-officedocument.presentationml.tags+xml"/>
  <Override PartName="/ppt/notesSlides/notesSlide17.xml" ContentType="application/vnd.openxmlformats-officedocument.presentationml.notesSlide+xml"/>
  <Override PartName="/ppt/tags/tag17.xml" ContentType="application/vnd.openxmlformats-officedocument.presentationml.tags+xml"/>
  <Override PartName="/ppt/notesSlides/notesSlide18.xml" ContentType="application/vnd.openxmlformats-officedocument.presentationml.notesSlide+xml"/>
  <Override PartName="/ppt/tags/tag18.xml" ContentType="application/vnd.openxmlformats-officedocument.presentationml.tags+xml"/>
  <Override PartName="/ppt/notesSlides/notesSlide19.xml" ContentType="application/vnd.openxmlformats-officedocument.presentationml.notesSlide+xml"/>
  <Override PartName="/ppt/tags/tag19.xml" ContentType="application/vnd.openxmlformats-officedocument.presentationml.tags+xml"/>
  <Override PartName="/ppt/notesSlides/notesSlide20.xml" ContentType="application/vnd.openxmlformats-officedocument.presentationml.notesSlide+xml"/>
  <Override PartName="/ppt/tags/tag20.xml" ContentType="application/vnd.openxmlformats-officedocument.presentationml.tags+xml"/>
  <Override PartName="/ppt/notesSlides/notesSlide21.xml" ContentType="application/vnd.openxmlformats-officedocument.presentationml.notesSlide+xml"/>
  <Override PartName="/ppt/tags/tag21.xml" ContentType="application/vnd.openxmlformats-officedocument.presentationml.tags+xml"/>
  <Override PartName="/ppt/notesSlides/notesSlide22.xml" ContentType="application/vnd.openxmlformats-officedocument.presentationml.notesSlide+xml"/>
  <Override PartName="/ppt/tags/tag22.xml" ContentType="application/vnd.openxmlformats-officedocument.presentationml.tags+xml"/>
  <Override PartName="/ppt/notesSlides/notesSlide23.xml" ContentType="application/vnd.openxmlformats-officedocument.presentationml.notesSlide+xml"/>
  <Override PartName="/ppt/tags/tag23.xml" ContentType="application/vnd.openxmlformats-officedocument.presentationml.tags+xml"/>
  <Override PartName="/ppt/notesSlides/notesSlide24.xml" ContentType="application/vnd.openxmlformats-officedocument.presentationml.notesSlide+xml"/>
  <Override PartName="/ppt/tags/tag24.xml" ContentType="application/vnd.openxmlformats-officedocument.presentationml.tags+xml"/>
  <Override PartName="/ppt/notesSlides/notesSlide25.xml" ContentType="application/vnd.openxmlformats-officedocument.presentationml.notesSlide+xml"/>
  <Override PartName="/ppt/tags/tag25.xml" ContentType="application/vnd.openxmlformats-officedocument.presentationml.tags+xml"/>
  <Override PartName="/ppt/notesSlides/notesSlide26.xml" ContentType="application/vnd.openxmlformats-officedocument.presentationml.notesSlide+xml"/>
  <Override PartName="/ppt/tags/tag26.xml" ContentType="application/vnd.openxmlformats-officedocument.presentationml.tags+xml"/>
  <Override PartName="/ppt/notesSlides/notesSlide27.xml" ContentType="application/vnd.openxmlformats-officedocument.presentationml.notesSlide+xml"/>
  <Override PartName="/ppt/tags/tag27.xml" ContentType="application/vnd.openxmlformats-officedocument.presentationml.tags+xml"/>
  <Override PartName="/ppt/notesSlides/notesSlide28.xml" ContentType="application/vnd.openxmlformats-officedocument.presentationml.notesSlide+xml"/>
  <Override PartName="/ppt/tags/tag28.xml" ContentType="application/vnd.openxmlformats-officedocument.presentationml.tags+xml"/>
  <Override PartName="/ppt/notesSlides/notesSlide29.xml" ContentType="application/vnd.openxmlformats-officedocument.presentationml.notesSlide+xml"/>
  <Override PartName="/ppt/tags/tag29.xml" ContentType="application/vnd.openxmlformats-officedocument.presentationml.tags+xml"/>
  <Override PartName="/ppt/notesSlides/notesSlide30.xml" ContentType="application/vnd.openxmlformats-officedocument.presentationml.notesSlide+xml"/>
  <Override PartName="/ppt/tags/tag30.xml" ContentType="application/vnd.openxmlformats-officedocument.presentationml.tags+xml"/>
  <Override PartName="/ppt/notesSlides/notesSlide31.xml" ContentType="application/vnd.openxmlformats-officedocument.presentationml.notesSlide+xml"/>
  <Override PartName="/ppt/tags/tag31.xml" ContentType="application/vnd.openxmlformats-officedocument.presentationml.tags+xml"/>
  <Override PartName="/ppt/notesSlides/notesSlide32.xml" ContentType="application/vnd.openxmlformats-officedocument.presentationml.notesSlide+xml"/>
  <Override PartName="/ppt/tags/tag32.xml" ContentType="application/vnd.openxmlformats-officedocument.presentationml.tags+xml"/>
  <Override PartName="/ppt/notesSlides/notesSlide33.xml" ContentType="application/vnd.openxmlformats-officedocument.presentationml.notesSlide+xml"/>
  <Override PartName="/ppt/tags/tag33.xml" ContentType="application/vnd.openxmlformats-officedocument.presentationml.tags+xml"/>
  <Override PartName="/ppt/notesSlides/notesSlide34.xml" ContentType="application/vnd.openxmlformats-officedocument.presentationml.notesSlide+xml"/>
  <Override PartName="/ppt/tags/tag34.xml" ContentType="application/vnd.openxmlformats-officedocument.presentationml.tags+xml"/>
  <Override PartName="/ppt/notesSlides/notesSlide35.xml" ContentType="application/vnd.openxmlformats-officedocument.presentationml.notesSlide+xml"/>
  <Override PartName="/ppt/tags/tag35.xml" ContentType="application/vnd.openxmlformats-officedocument.presentationml.tags+xml"/>
  <Override PartName="/ppt/notesSlides/notesSlide36.xml" ContentType="application/vnd.openxmlformats-officedocument.presentationml.notesSlide+xml"/>
  <Override PartName="/ppt/tags/tag36.xml" ContentType="application/vnd.openxmlformats-officedocument.presentationml.tags+xml"/>
  <Override PartName="/ppt/notesSlides/notesSlide37.xml" ContentType="application/vnd.openxmlformats-officedocument.presentationml.notesSlide+xml"/>
  <Override PartName="/ppt/tags/tag37.xml" ContentType="application/vnd.openxmlformats-officedocument.presentationml.tags+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4"/>
  </p:sldMasterIdLst>
  <p:notesMasterIdLst>
    <p:notesMasterId r:id="rId44"/>
  </p:notesMasterIdLst>
  <p:handoutMasterIdLst>
    <p:handoutMasterId r:id="rId45"/>
  </p:handoutMasterIdLst>
  <p:sldIdLst>
    <p:sldId id="291" r:id="rId5"/>
    <p:sldId id="292" r:id="rId6"/>
    <p:sldId id="294" r:id="rId7"/>
    <p:sldId id="293" r:id="rId8"/>
    <p:sldId id="295" r:id="rId9"/>
    <p:sldId id="302" r:id="rId10"/>
    <p:sldId id="268" r:id="rId11"/>
    <p:sldId id="301" r:id="rId12"/>
    <p:sldId id="332" r:id="rId13"/>
    <p:sldId id="297" r:id="rId14"/>
    <p:sldId id="330" r:id="rId15"/>
    <p:sldId id="299" r:id="rId16"/>
    <p:sldId id="333" r:id="rId17"/>
    <p:sldId id="296" r:id="rId18"/>
    <p:sldId id="298" r:id="rId19"/>
    <p:sldId id="300" r:id="rId20"/>
    <p:sldId id="303" r:id="rId21"/>
    <p:sldId id="323" r:id="rId22"/>
    <p:sldId id="304" r:id="rId23"/>
    <p:sldId id="305" r:id="rId24"/>
    <p:sldId id="306" r:id="rId25"/>
    <p:sldId id="307" r:id="rId26"/>
    <p:sldId id="308" r:id="rId27"/>
    <p:sldId id="309" r:id="rId28"/>
    <p:sldId id="310" r:id="rId29"/>
    <p:sldId id="311" r:id="rId30"/>
    <p:sldId id="312" r:id="rId31"/>
    <p:sldId id="313" r:id="rId32"/>
    <p:sldId id="331" r:id="rId33"/>
    <p:sldId id="314" r:id="rId34"/>
    <p:sldId id="315" r:id="rId35"/>
    <p:sldId id="316" r:id="rId36"/>
    <p:sldId id="334" r:id="rId37"/>
    <p:sldId id="318" r:id="rId38"/>
    <p:sldId id="319" r:id="rId39"/>
    <p:sldId id="320" r:id="rId40"/>
    <p:sldId id="321" r:id="rId41"/>
    <p:sldId id="324" r:id="rId42"/>
    <p:sldId id="325" r:id="rId43"/>
  </p:sldIdLst>
  <p:sldSz cx="12192000" cy="6858000"/>
  <p:notesSz cx="6669088" cy="9872663"/>
  <p:embeddedFontLst>
    <p:embeddedFont>
      <p:font typeface="Fira Sans" panose="020B0503050000020004" pitchFamily="34" charset="0"/>
      <p:regular r:id="rId46"/>
      <p:bold r:id="rId47"/>
      <p:italic r:id="rId48"/>
      <p:boldItalic r:id="rId49"/>
    </p:embeddedFont>
    <p:embeddedFont>
      <p:font typeface="Fira Sans Light" panose="020B0403050000020004" pitchFamily="34" charset="0"/>
      <p:regular r:id="rId50"/>
      <p:italic r:id="rId51"/>
    </p:embeddedFont>
    <p:embeddedFont>
      <p:font typeface="Fira Sans Medium" panose="020B0603050000020004" pitchFamily="34" charset="0"/>
      <p:regular r:id="rId52"/>
      <p:italic r:id="rId53"/>
    </p:embeddedFont>
  </p:embeddedFontLst>
  <p:defaultText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2B52CDB-5599-4F5F-81E9-A57064D2BDB4}">
          <p14:sldIdLst/>
        </p14:section>
        <p14:section name="Title slides" id="{25D4A0E0-BFAE-4666-87DC-9F49250410F2}">
          <p14:sldIdLst/>
        </p14:section>
        <p14:section name="Session title" id="{0B561828-30E5-4655-B96A-B3F305ADEFEB}">
          <p14:sldIdLst/>
        </p14:section>
        <p14:section name="Speaker(s)" id="{3D0F6745-3B29-4E0F-9457-E60A3D77A4B8}">
          <p14:sldIdLst/>
        </p14:section>
        <p14:section name="Agenda" id="{5F0218C1-753D-46B3-BFB7-3F1E4DCB6905}">
          <p14:sldIdLst/>
        </p14:section>
        <p14:section name="How to &amp; Samples" id="{B80F180F-B071-44D8-AA3B-8D2196F9E681}">
          <p14:sldIdLst/>
        </p14:section>
        <p14:section name="Icon options" id="{2348AEED-2F11-4370-8AA9-15BB4699CB98}">
          <p14:sldIdLst/>
        </p14:section>
        <p14:section name="Polling" id="{AF49E8FD-B0FF-4519-B8B1-7ECAEBCB4DED}">
          <p14:sldIdLst/>
        </p14:section>
        <p14:section name="Presentation Tips" id="{6559E2CC-3140-4F05-9AA3-8650FCDDCD80}">
          <p14:sldIdLst/>
        </p14:section>
        <p14:section name="Wrap up" id="{B9DA39AE-409F-4C8A-B61D-5D46F7E0B57C}">
          <p14:sldIdLst>
            <p14:sldId id="291"/>
            <p14:sldId id="292"/>
            <p14:sldId id="294"/>
            <p14:sldId id="293"/>
            <p14:sldId id="295"/>
            <p14:sldId id="302"/>
            <p14:sldId id="268"/>
            <p14:sldId id="301"/>
            <p14:sldId id="332"/>
            <p14:sldId id="297"/>
            <p14:sldId id="330"/>
            <p14:sldId id="299"/>
            <p14:sldId id="333"/>
            <p14:sldId id="296"/>
            <p14:sldId id="298"/>
            <p14:sldId id="300"/>
            <p14:sldId id="303"/>
            <p14:sldId id="323"/>
            <p14:sldId id="304"/>
            <p14:sldId id="305"/>
          </p14:sldIdLst>
        </p14:section>
        <p14:section name="Sergey" id="{0075C01B-EA94-4A0C-A3C2-AF638C870A9A}">
          <p14:sldIdLst>
            <p14:sldId id="306"/>
            <p14:sldId id="307"/>
            <p14:sldId id="308"/>
            <p14:sldId id="309"/>
            <p14:sldId id="310"/>
            <p14:sldId id="311"/>
            <p14:sldId id="312"/>
            <p14:sldId id="313"/>
            <p14:sldId id="331"/>
            <p14:sldId id="314"/>
            <p14:sldId id="315"/>
            <p14:sldId id="316"/>
            <p14:sldId id="334"/>
            <p14:sldId id="318"/>
            <p14:sldId id="319"/>
            <p14:sldId id="320"/>
            <p14:sldId id="321"/>
            <p14:sldId id="324"/>
            <p14:sldId id="325"/>
          </p14:sldIdLst>
        </p14:section>
        <p14:section name="Additional materials" id="{A2EAD9D5-24EC-43B7-AAE8-A7733D5ACE9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Sanmiguel, Andrea" initials="SA" lastIdx="6" clrIdx="6"/>
  <p:cmAuthor id="1" name="Dérogée - Pikaar, Annemarije" initials="D-PA" lastIdx="30" clrIdx="0"/>
  <p:cmAuthor id="2" name="Van Holten, Lauren" initials="VHL" lastIdx="8" clrIdx="1"/>
  <p:cmAuthor id="3" name="Griesheimer, Marlijn" initials="GM" lastIdx="10" clrIdx="2"/>
  <p:cmAuthor id="4" name="Annemarije Dérogée - Pikaar" initials="AD-P" lastIdx="18" clrIdx="3"/>
  <p:cmAuthor id="5" name="Joyal, Ann" initials="JA" lastIdx="8" clrIdx="4"/>
  <p:cmAuthor id="6" name="Bonacum, Leslie" initials="BL" lastIdx="6" clrIdx="5"/>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C92"/>
    <a:srgbClr val="80BDE1"/>
    <a:srgbClr val="F6F6F6"/>
    <a:srgbClr val="EDEDED"/>
    <a:srgbClr val="DADADA"/>
    <a:srgbClr val="BFBFBF"/>
    <a:srgbClr val="A3A3A3"/>
    <a:srgbClr val="757575"/>
    <a:srgbClr val="4747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A3624C-CDA8-4781-9FF5-A9DC2C95B43D}" v="32" dt="2026-10-26T04:19:42.61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Stijl, gemiddeld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Stijl, licht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EC20E35-A176-4012-BC5E-935CFFF8708E}" styleName="Stijl, gemiddeld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EB344D84-9AFB-497E-A393-DC336BA19D2E}" styleName="Stijl, gemiddeld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8034E78-7F5D-4C2E-B375-FC64B27BC917}" styleName="Stijl, donker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Geen stijl, tabel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74"/>
    <p:restoredTop sz="76112" autoAdjust="0"/>
  </p:normalViewPr>
  <p:slideViewPr>
    <p:cSldViewPr snapToGrid="0">
      <p:cViewPr varScale="1">
        <p:scale>
          <a:sx n="88" d="100"/>
          <a:sy n="88" d="100"/>
        </p:scale>
        <p:origin x="892" y="60"/>
      </p:cViewPr>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0"/>
    </p:cViewPr>
  </p:sorterViewPr>
  <p:notesViewPr>
    <p:cSldViewPr snapToGrid="0">
      <p:cViewPr varScale="1">
        <p:scale>
          <a:sx n="56" d="100"/>
          <a:sy n="56" d="100"/>
        </p:scale>
        <p:origin x="2558" y="3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handoutMaster" Target="handoutMasters/handoutMaster1.xml"/><Relationship Id="rId53" Type="http://schemas.openxmlformats.org/officeDocument/2006/relationships/font" Target="fonts/font8.fntdata"/><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font" Target="fonts/font3.fntdata"/><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6.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1.fntdata"/><Relationship Id="rId59" Type="http://schemas.microsoft.com/office/2016/11/relationships/changesInfo" Target="changesInfos/changesInfo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4.fntdata"/><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notesMaster" Target="notesMasters/notesMaster1.xml"/><Relationship Id="rId52" Type="http://schemas.openxmlformats.org/officeDocument/2006/relationships/font" Target="fonts/font7.fntdata"/><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rgey Chernykh" userId="c7c135f1-59ad-450e-b071-fa08415b0072" providerId="ADAL" clId="{E2C2CDDD-CAC9-4783-87D1-CAEB4364208D}"/>
    <pc:docChg chg="undo custSel addSld delSld modSld sldOrd addSection modSection">
      <pc:chgData name="Sergey Chernykh" userId="c7c135f1-59ad-450e-b071-fa08415b0072" providerId="ADAL" clId="{E2C2CDDD-CAC9-4783-87D1-CAEB4364208D}" dt="2026-10-26T04:20:48.893" v="939" actId="47"/>
      <pc:docMkLst>
        <pc:docMk/>
      </pc:docMkLst>
      <pc:sldChg chg="add">
        <pc:chgData name="Sergey Chernykh" userId="c7c135f1-59ad-450e-b071-fa08415b0072" providerId="ADAL" clId="{E2C2CDDD-CAC9-4783-87D1-CAEB4364208D}" dt="2026-10-26T03:06:29.781" v="770"/>
        <pc:sldMkLst>
          <pc:docMk/>
          <pc:sldMk cId="3024103401" sldId="268"/>
        </pc:sldMkLst>
      </pc:sldChg>
      <pc:sldChg chg="add del">
        <pc:chgData name="Sergey Chernykh" userId="c7c135f1-59ad-450e-b071-fa08415b0072" providerId="ADAL" clId="{E2C2CDDD-CAC9-4783-87D1-CAEB4364208D}" dt="2026-10-26T04:09:54.378" v="801"/>
        <pc:sldMkLst>
          <pc:docMk/>
          <pc:sldMk cId="959782416" sldId="269"/>
        </pc:sldMkLst>
      </pc:sldChg>
      <pc:sldChg chg="modSp mod">
        <pc:chgData name="Sergey Chernykh" userId="c7c135f1-59ad-450e-b071-fa08415b0072" providerId="ADAL" clId="{E2C2CDDD-CAC9-4783-87D1-CAEB4364208D}" dt="2026-10-25T22:36:31.446" v="9" actId="20577"/>
        <pc:sldMkLst>
          <pc:docMk/>
          <pc:sldMk cId="1344011167" sldId="291"/>
        </pc:sldMkLst>
        <pc:spChg chg="mod">
          <ac:chgData name="Sergey Chernykh" userId="c7c135f1-59ad-450e-b071-fa08415b0072" providerId="ADAL" clId="{E2C2CDDD-CAC9-4783-87D1-CAEB4364208D}" dt="2026-10-25T22:36:31.446" v="9" actId="20577"/>
          <ac:spMkLst>
            <pc:docMk/>
            <pc:sldMk cId="1344011167" sldId="291"/>
            <ac:spMk id="10" creationId="{55960AD4-2E12-918C-22CF-4349766BFCB9}"/>
          </ac:spMkLst>
        </pc:spChg>
      </pc:sldChg>
      <pc:sldChg chg="delSp modSp mod ord">
        <pc:chgData name="Sergey Chernykh" userId="c7c135f1-59ad-450e-b071-fa08415b0072" providerId="ADAL" clId="{E2C2CDDD-CAC9-4783-87D1-CAEB4364208D}" dt="2026-10-26T01:58:51.189" v="348"/>
        <pc:sldMkLst>
          <pc:docMk/>
          <pc:sldMk cId="4160826144" sldId="292"/>
        </pc:sldMkLst>
        <pc:spChg chg="mod">
          <ac:chgData name="Sergey Chernykh" userId="c7c135f1-59ad-450e-b071-fa08415b0072" providerId="ADAL" clId="{E2C2CDDD-CAC9-4783-87D1-CAEB4364208D}" dt="2026-10-25T22:46:22.366" v="17" actId="1076"/>
          <ac:spMkLst>
            <pc:docMk/>
            <pc:sldMk cId="4160826144" sldId="292"/>
            <ac:spMk id="10" creationId="{B2DF443E-F787-518D-9DA0-2A57F5BA9F2C}"/>
          </ac:spMkLst>
        </pc:spChg>
        <pc:spChg chg="del">
          <ac:chgData name="Sergey Chernykh" userId="c7c135f1-59ad-450e-b071-fa08415b0072" providerId="ADAL" clId="{E2C2CDDD-CAC9-4783-87D1-CAEB4364208D}" dt="2026-10-25T22:37:01.115" v="10" actId="478"/>
          <ac:spMkLst>
            <pc:docMk/>
            <pc:sldMk cId="4160826144" sldId="292"/>
            <ac:spMk id="11" creationId="{AE83E046-0FE6-B7F4-59EC-A0972D807F66}"/>
          </ac:spMkLst>
        </pc:spChg>
      </pc:sldChg>
      <pc:sldChg chg="addSp delSp modSp mod ord">
        <pc:chgData name="Sergey Chernykh" userId="c7c135f1-59ad-450e-b071-fa08415b0072" providerId="ADAL" clId="{E2C2CDDD-CAC9-4783-87D1-CAEB4364208D}" dt="2026-10-25T22:45:30.589" v="15"/>
        <pc:sldMkLst>
          <pc:docMk/>
          <pc:sldMk cId="334743729" sldId="293"/>
        </pc:sldMkLst>
        <pc:spChg chg="del">
          <ac:chgData name="Sergey Chernykh" userId="c7c135f1-59ad-450e-b071-fa08415b0072" providerId="ADAL" clId="{E2C2CDDD-CAC9-4783-87D1-CAEB4364208D}" dt="2026-10-25T22:30:40.071" v="1" actId="931"/>
          <ac:spMkLst>
            <pc:docMk/>
            <pc:sldMk cId="334743729" sldId="293"/>
            <ac:spMk id="6" creationId="{C663AD24-0BD7-6742-B2F6-6A9CB8FF8803}"/>
          </ac:spMkLst>
        </pc:spChg>
        <pc:spChg chg="del">
          <ac:chgData name="Sergey Chernykh" userId="c7c135f1-59ad-450e-b071-fa08415b0072" providerId="ADAL" clId="{E2C2CDDD-CAC9-4783-87D1-CAEB4364208D}" dt="2026-10-25T22:35:54.169" v="2" actId="931"/>
          <ac:spMkLst>
            <pc:docMk/>
            <pc:sldMk cId="334743729" sldId="293"/>
            <ac:spMk id="9" creationId="{82FCBFF5-2125-DF40-5FDE-8E9040FAB1FA}"/>
          </ac:spMkLst>
        </pc:spChg>
        <pc:spChg chg="del">
          <ac:chgData name="Sergey Chernykh" userId="c7c135f1-59ad-450e-b071-fa08415b0072" providerId="ADAL" clId="{E2C2CDDD-CAC9-4783-87D1-CAEB4364208D}" dt="2026-10-25T22:36:00.900" v="3" actId="478"/>
          <ac:spMkLst>
            <pc:docMk/>
            <pc:sldMk cId="334743729" sldId="293"/>
            <ac:spMk id="11" creationId="{56B5E045-6195-3923-D60D-721465E3D6D9}"/>
          </ac:spMkLst>
        </pc:spChg>
        <pc:spChg chg="del">
          <ac:chgData name="Sergey Chernykh" userId="c7c135f1-59ad-450e-b071-fa08415b0072" providerId="ADAL" clId="{E2C2CDDD-CAC9-4783-87D1-CAEB4364208D}" dt="2026-10-25T22:36:04.827" v="4" actId="478"/>
          <ac:spMkLst>
            <pc:docMk/>
            <pc:sldMk cId="334743729" sldId="293"/>
            <ac:spMk id="12" creationId="{65E3003A-4F7D-AE4D-74B3-4E0188380C69}"/>
          </ac:spMkLst>
        </pc:spChg>
        <pc:picChg chg="add mod ord">
          <ac:chgData name="Sergey Chernykh" userId="c7c135f1-59ad-450e-b071-fa08415b0072" providerId="ADAL" clId="{E2C2CDDD-CAC9-4783-87D1-CAEB4364208D}" dt="2026-10-25T22:30:40.071" v="1" actId="931"/>
          <ac:picMkLst>
            <pc:docMk/>
            <pc:sldMk cId="334743729" sldId="293"/>
            <ac:picMk id="14" creationId="{A6D291BF-BD36-EBE0-1956-7456BAF4AE53}"/>
          </ac:picMkLst>
        </pc:picChg>
        <pc:picChg chg="add mod ord">
          <ac:chgData name="Sergey Chernykh" userId="c7c135f1-59ad-450e-b071-fa08415b0072" providerId="ADAL" clId="{E2C2CDDD-CAC9-4783-87D1-CAEB4364208D}" dt="2026-10-25T22:35:54.169" v="2" actId="931"/>
          <ac:picMkLst>
            <pc:docMk/>
            <pc:sldMk cId="334743729" sldId="293"/>
            <ac:picMk id="16" creationId="{071CD074-E540-E468-2B1A-025A73A4C4F7}"/>
          </ac:picMkLst>
        </pc:picChg>
      </pc:sldChg>
      <pc:sldChg chg="delSp mod ord">
        <pc:chgData name="Sergey Chernykh" userId="c7c135f1-59ad-450e-b071-fa08415b0072" providerId="ADAL" clId="{E2C2CDDD-CAC9-4783-87D1-CAEB4364208D}" dt="2026-10-26T01:58:56.184" v="350"/>
        <pc:sldMkLst>
          <pc:docMk/>
          <pc:sldMk cId="1087991492" sldId="294"/>
        </pc:sldMkLst>
        <pc:spChg chg="del">
          <ac:chgData name="Sergey Chernykh" userId="c7c135f1-59ad-450e-b071-fa08415b0072" providerId="ADAL" clId="{E2C2CDDD-CAC9-4783-87D1-CAEB4364208D}" dt="2026-10-25T22:46:49.078" v="18" actId="478"/>
          <ac:spMkLst>
            <pc:docMk/>
            <pc:sldMk cId="1087991492" sldId="294"/>
            <ac:spMk id="8" creationId="{F2054B0C-BA3F-AF48-B39D-0BAEF5229A89}"/>
          </ac:spMkLst>
        </pc:spChg>
      </pc:sldChg>
      <pc:sldChg chg="addSp delSp modSp mod">
        <pc:chgData name="Sergey Chernykh" userId="c7c135f1-59ad-450e-b071-fa08415b0072" providerId="ADAL" clId="{E2C2CDDD-CAC9-4783-87D1-CAEB4364208D}" dt="2026-10-26T02:28:41.453" v="440" actId="20577"/>
        <pc:sldMkLst>
          <pc:docMk/>
          <pc:sldMk cId="3510840233" sldId="295"/>
        </pc:sldMkLst>
        <pc:spChg chg="add del mod">
          <ac:chgData name="Sergey Chernykh" userId="c7c135f1-59ad-450e-b071-fa08415b0072" providerId="ADAL" clId="{E2C2CDDD-CAC9-4783-87D1-CAEB4364208D}" dt="2026-10-26T02:20:51.411" v="362" actId="478"/>
          <ac:spMkLst>
            <pc:docMk/>
            <pc:sldMk cId="3510840233" sldId="295"/>
            <ac:spMk id="3" creationId="{024E10F2-F699-BD59-44D5-7B2765433324}"/>
          </ac:spMkLst>
        </pc:spChg>
        <pc:spChg chg="del">
          <ac:chgData name="Sergey Chernykh" userId="c7c135f1-59ad-450e-b071-fa08415b0072" providerId="ADAL" clId="{E2C2CDDD-CAC9-4783-87D1-CAEB4364208D}" dt="2026-10-26T02:20:44.982" v="357" actId="478"/>
          <ac:spMkLst>
            <pc:docMk/>
            <pc:sldMk cId="3510840233" sldId="295"/>
            <ac:spMk id="4" creationId="{21ABAE9B-1AFF-2031-1494-AB304D5B0DBF}"/>
          </ac:spMkLst>
        </pc:spChg>
        <pc:spChg chg="del">
          <ac:chgData name="Sergey Chernykh" userId="c7c135f1-59ad-450e-b071-fa08415b0072" providerId="ADAL" clId="{E2C2CDDD-CAC9-4783-87D1-CAEB4364208D}" dt="2026-10-26T02:20:44.982" v="357" actId="478"/>
          <ac:spMkLst>
            <pc:docMk/>
            <pc:sldMk cId="3510840233" sldId="295"/>
            <ac:spMk id="7" creationId="{06C5865F-670B-EDFA-A119-65A5F6454F72}"/>
          </ac:spMkLst>
        </pc:spChg>
        <pc:spChg chg="del">
          <ac:chgData name="Sergey Chernykh" userId="c7c135f1-59ad-450e-b071-fa08415b0072" providerId="ADAL" clId="{E2C2CDDD-CAC9-4783-87D1-CAEB4364208D}" dt="2026-10-26T02:20:44.982" v="357" actId="478"/>
          <ac:spMkLst>
            <pc:docMk/>
            <pc:sldMk cId="3510840233" sldId="295"/>
            <ac:spMk id="8" creationId="{9823DF8A-1A83-98F2-7D4E-ED117A157607}"/>
          </ac:spMkLst>
        </pc:spChg>
        <pc:spChg chg="del">
          <ac:chgData name="Sergey Chernykh" userId="c7c135f1-59ad-450e-b071-fa08415b0072" providerId="ADAL" clId="{E2C2CDDD-CAC9-4783-87D1-CAEB4364208D}" dt="2026-10-26T02:20:44.982" v="357" actId="478"/>
          <ac:spMkLst>
            <pc:docMk/>
            <pc:sldMk cId="3510840233" sldId="295"/>
            <ac:spMk id="9" creationId="{887687A5-8524-BE80-6407-48BD473E74C7}"/>
          </ac:spMkLst>
        </pc:spChg>
        <pc:spChg chg="del">
          <ac:chgData name="Sergey Chernykh" userId="c7c135f1-59ad-450e-b071-fa08415b0072" providerId="ADAL" clId="{E2C2CDDD-CAC9-4783-87D1-CAEB4364208D}" dt="2026-10-26T02:20:44.982" v="357" actId="478"/>
          <ac:spMkLst>
            <pc:docMk/>
            <pc:sldMk cId="3510840233" sldId="295"/>
            <ac:spMk id="10" creationId="{ADC61493-E039-BA6E-E23B-DB9D71E77370}"/>
          </ac:spMkLst>
        </pc:spChg>
        <pc:spChg chg="del">
          <ac:chgData name="Sergey Chernykh" userId="c7c135f1-59ad-450e-b071-fa08415b0072" providerId="ADAL" clId="{E2C2CDDD-CAC9-4783-87D1-CAEB4364208D}" dt="2026-10-26T02:20:44.982" v="357" actId="478"/>
          <ac:spMkLst>
            <pc:docMk/>
            <pc:sldMk cId="3510840233" sldId="295"/>
            <ac:spMk id="11" creationId="{D6D566A6-3C86-6AD0-13A9-401FA5D3A4A0}"/>
          </ac:spMkLst>
        </pc:spChg>
        <pc:spChg chg="del">
          <ac:chgData name="Sergey Chernykh" userId="c7c135f1-59ad-450e-b071-fa08415b0072" providerId="ADAL" clId="{E2C2CDDD-CAC9-4783-87D1-CAEB4364208D}" dt="2026-10-26T02:20:44.982" v="357" actId="478"/>
          <ac:spMkLst>
            <pc:docMk/>
            <pc:sldMk cId="3510840233" sldId="295"/>
            <ac:spMk id="12" creationId="{35B2249C-468B-68A0-BC5B-D206A9F924CA}"/>
          </ac:spMkLst>
        </pc:spChg>
        <pc:spChg chg="del">
          <ac:chgData name="Sergey Chernykh" userId="c7c135f1-59ad-450e-b071-fa08415b0072" providerId="ADAL" clId="{E2C2CDDD-CAC9-4783-87D1-CAEB4364208D}" dt="2026-10-26T02:20:44.982" v="357" actId="478"/>
          <ac:spMkLst>
            <pc:docMk/>
            <pc:sldMk cId="3510840233" sldId="295"/>
            <ac:spMk id="13" creationId="{9C0F8C02-294B-D9F2-6D86-9CEFFA858EDB}"/>
          </ac:spMkLst>
        </pc:spChg>
        <pc:spChg chg="del">
          <ac:chgData name="Sergey Chernykh" userId="c7c135f1-59ad-450e-b071-fa08415b0072" providerId="ADAL" clId="{E2C2CDDD-CAC9-4783-87D1-CAEB4364208D}" dt="2026-10-26T02:20:44.982" v="357" actId="478"/>
          <ac:spMkLst>
            <pc:docMk/>
            <pc:sldMk cId="3510840233" sldId="295"/>
            <ac:spMk id="14" creationId="{B1750428-56EC-4655-AB71-B359A64AD44F}"/>
          </ac:spMkLst>
        </pc:spChg>
        <pc:spChg chg="add mod">
          <ac:chgData name="Sergey Chernykh" userId="c7c135f1-59ad-450e-b071-fa08415b0072" providerId="ADAL" clId="{E2C2CDDD-CAC9-4783-87D1-CAEB4364208D}" dt="2026-10-26T02:20:49.124" v="361"/>
          <ac:spMkLst>
            <pc:docMk/>
            <pc:sldMk cId="3510840233" sldId="295"/>
            <ac:spMk id="15" creationId="{A49A11A8-B6CA-88FC-6B10-E62DA8B72FAB}"/>
          </ac:spMkLst>
        </pc:spChg>
        <pc:spChg chg="add mod">
          <ac:chgData name="Sergey Chernykh" userId="c7c135f1-59ad-450e-b071-fa08415b0072" providerId="ADAL" clId="{E2C2CDDD-CAC9-4783-87D1-CAEB4364208D}" dt="2026-10-26T02:20:48.086" v="358"/>
          <ac:spMkLst>
            <pc:docMk/>
            <pc:sldMk cId="3510840233" sldId="295"/>
            <ac:spMk id="16" creationId="{2596A6D9-EFDB-0AE8-5EF2-52D7533793F5}"/>
          </ac:spMkLst>
        </pc:spChg>
        <pc:spChg chg="add mod">
          <ac:chgData name="Sergey Chernykh" userId="c7c135f1-59ad-450e-b071-fa08415b0072" providerId="ADAL" clId="{E2C2CDDD-CAC9-4783-87D1-CAEB4364208D}" dt="2026-10-26T02:20:48.086" v="358"/>
          <ac:spMkLst>
            <pc:docMk/>
            <pc:sldMk cId="3510840233" sldId="295"/>
            <ac:spMk id="17" creationId="{7897AE5F-CE8B-419E-8DB5-75F5E24982D3}"/>
          </ac:spMkLst>
        </pc:spChg>
        <pc:spChg chg="add mod">
          <ac:chgData name="Sergey Chernykh" userId="c7c135f1-59ad-450e-b071-fa08415b0072" providerId="ADAL" clId="{E2C2CDDD-CAC9-4783-87D1-CAEB4364208D}" dt="2026-10-26T02:20:48.086" v="358"/>
          <ac:spMkLst>
            <pc:docMk/>
            <pc:sldMk cId="3510840233" sldId="295"/>
            <ac:spMk id="18" creationId="{D98267C2-8D36-713E-F5C6-56652CB47867}"/>
          </ac:spMkLst>
        </pc:spChg>
        <pc:spChg chg="add mod">
          <ac:chgData name="Sergey Chernykh" userId="c7c135f1-59ad-450e-b071-fa08415b0072" providerId="ADAL" clId="{E2C2CDDD-CAC9-4783-87D1-CAEB4364208D}" dt="2026-10-26T02:20:48.086" v="358"/>
          <ac:spMkLst>
            <pc:docMk/>
            <pc:sldMk cId="3510840233" sldId="295"/>
            <ac:spMk id="19" creationId="{D702B008-9DB7-AA66-FAC5-6C27AD47F81F}"/>
          </ac:spMkLst>
        </pc:spChg>
        <pc:spChg chg="add mod">
          <ac:chgData name="Sergey Chernykh" userId="c7c135f1-59ad-450e-b071-fa08415b0072" providerId="ADAL" clId="{E2C2CDDD-CAC9-4783-87D1-CAEB4364208D}" dt="2026-10-26T02:20:48.086" v="358"/>
          <ac:spMkLst>
            <pc:docMk/>
            <pc:sldMk cId="3510840233" sldId="295"/>
            <ac:spMk id="20" creationId="{AA3F46BF-5E8E-C3FC-BB52-1A80B40D3787}"/>
          </ac:spMkLst>
        </pc:spChg>
        <pc:spChg chg="add mod">
          <ac:chgData name="Sergey Chernykh" userId="c7c135f1-59ad-450e-b071-fa08415b0072" providerId="ADAL" clId="{E2C2CDDD-CAC9-4783-87D1-CAEB4364208D}" dt="2026-10-26T02:20:48.086" v="358"/>
          <ac:spMkLst>
            <pc:docMk/>
            <pc:sldMk cId="3510840233" sldId="295"/>
            <ac:spMk id="21" creationId="{9FA9EEA3-D884-18DA-8761-3554904B107A}"/>
          </ac:spMkLst>
        </pc:spChg>
        <pc:spChg chg="add mod">
          <ac:chgData name="Sergey Chernykh" userId="c7c135f1-59ad-450e-b071-fa08415b0072" providerId="ADAL" clId="{E2C2CDDD-CAC9-4783-87D1-CAEB4364208D}" dt="2026-10-26T02:20:48.086" v="358"/>
          <ac:spMkLst>
            <pc:docMk/>
            <pc:sldMk cId="3510840233" sldId="295"/>
            <ac:spMk id="22" creationId="{BEB63BAE-FC88-FC6B-CF72-FCDB87029617}"/>
          </ac:spMkLst>
        </pc:spChg>
        <pc:spChg chg="add mod">
          <ac:chgData name="Sergey Chernykh" userId="c7c135f1-59ad-450e-b071-fa08415b0072" providerId="ADAL" clId="{E2C2CDDD-CAC9-4783-87D1-CAEB4364208D}" dt="2026-10-26T02:20:48.086" v="358"/>
          <ac:spMkLst>
            <pc:docMk/>
            <pc:sldMk cId="3510840233" sldId="295"/>
            <ac:spMk id="23" creationId="{4FBBB711-6D1B-9B6A-E35F-483848C0DEA0}"/>
          </ac:spMkLst>
        </pc:spChg>
        <pc:spChg chg="add mod">
          <ac:chgData name="Sergey Chernykh" userId="c7c135f1-59ad-450e-b071-fa08415b0072" providerId="ADAL" clId="{E2C2CDDD-CAC9-4783-87D1-CAEB4364208D}" dt="2026-10-26T02:20:52.306" v="364" actId="27636"/>
          <ac:spMkLst>
            <pc:docMk/>
            <pc:sldMk cId="3510840233" sldId="295"/>
            <ac:spMk id="24" creationId="{17C76AD4-7AC8-3E3E-F490-F551F5D66D56}"/>
          </ac:spMkLst>
        </pc:spChg>
        <pc:spChg chg="add mod">
          <ac:chgData name="Sergey Chernykh" userId="c7c135f1-59ad-450e-b071-fa08415b0072" providerId="ADAL" clId="{E2C2CDDD-CAC9-4783-87D1-CAEB4364208D}" dt="2026-10-26T02:20:52.209" v="363"/>
          <ac:spMkLst>
            <pc:docMk/>
            <pc:sldMk cId="3510840233" sldId="295"/>
            <ac:spMk id="25" creationId="{9C5B4C00-C403-83ED-218D-7846D3CDF6BB}"/>
          </ac:spMkLst>
        </pc:spChg>
        <pc:spChg chg="add mod">
          <ac:chgData name="Sergey Chernykh" userId="c7c135f1-59ad-450e-b071-fa08415b0072" providerId="ADAL" clId="{E2C2CDDD-CAC9-4783-87D1-CAEB4364208D}" dt="2026-10-26T02:23:17.801" v="374" actId="20577"/>
          <ac:spMkLst>
            <pc:docMk/>
            <pc:sldMk cId="3510840233" sldId="295"/>
            <ac:spMk id="26" creationId="{77831082-0BEE-617D-E86A-158AF1F2A1C7}"/>
          </ac:spMkLst>
        </pc:spChg>
        <pc:spChg chg="add mod">
          <ac:chgData name="Sergey Chernykh" userId="c7c135f1-59ad-450e-b071-fa08415b0072" providerId="ADAL" clId="{E2C2CDDD-CAC9-4783-87D1-CAEB4364208D}" dt="2026-10-26T02:20:52.209" v="363"/>
          <ac:spMkLst>
            <pc:docMk/>
            <pc:sldMk cId="3510840233" sldId="295"/>
            <ac:spMk id="27" creationId="{8613DD05-C17C-4D7B-A973-29E4D9B46846}"/>
          </ac:spMkLst>
        </pc:spChg>
        <pc:spChg chg="add mod">
          <ac:chgData name="Sergey Chernykh" userId="c7c135f1-59ad-450e-b071-fa08415b0072" providerId="ADAL" clId="{E2C2CDDD-CAC9-4783-87D1-CAEB4364208D}" dt="2026-10-26T02:20:52.209" v="363"/>
          <ac:spMkLst>
            <pc:docMk/>
            <pc:sldMk cId="3510840233" sldId="295"/>
            <ac:spMk id="28" creationId="{55E65D40-89C1-3BFF-B8FA-E1A3381BD8D7}"/>
          </ac:spMkLst>
        </pc:spChg>
        <pc:spChg chg="add mod">
          <ac:chgData name="Sergey Chernykh" userId="c7c135f1-59ad-450e-b071-fa08415b0072" providerId="ADAL" clId="{E2C2CDDD-CAC9-4783-87D1-CAEB4364208D}" dt="2026-10-26T02:20:52.209" v="363"/>
          <ac:spMkLst>
            <pc:docMk/>
            <pc:sldMk cId="3510840233" sldId="295"/>
            <ac:spMk id="29" creationId="{44CE9C49-DFEA-B8D6-888A-13612D1E4E30}"/>
          </ac:spMkLst>
        </pc:spChg>
        <pc:spChg chg="add mod">
          <ac:chgData name="Sergey Chernykh" userId="c7c135f1-59ad-450e-b071-fa08415b0072" providerId="ADAL" clId="{E2C2CDDD-CAC9-4783-87D1-CAEB4364208D}" dt="2026-10-26T02:28:41.453" v="440" actId="20577"/>
          <ac:spMkLst>
            <pc:docMk/>
            <pc:sldMk cId="3510840233" sldId="295"/>
            <ac:spMk id="30" creationId="{013F1C9C-5AE2-0FB7-803C-E8EA935E45B4}"/>
          </ac:spMkLst>
        </pc:spChg>
        <pc:spChg chg="add mod">
          <ac:chgData name="Sergey Chernykh" userId="c7c135f1-59ad-450e-b071-fa08415b0072" providerId="ADAL" clId="{E2C2CDDD-CAC9-4783-87D1-CAEB4364208D}" dt="2026-10-26T02:28:21.196" v="429" actId="1076"/>
          <ac:spMkLst>
            <pc:docMk/>
            <pc:sldMk cId="3510840233" sldId="295"/>
            <ac:spMk id="31" creationId="{BA944B5A-84F1-A90D-9C7E-82909B02E025}"/>
          </ac:spMkLst>
        </pc:spChg>
        <pc:spChg chg="add del mod">
          <ac:chgData name="Sergey Chernykh" userId="c7c135f1-59ad-450e-b071-fa08415b0072" providerId="ADAL" clId="{E2C2CDDD-CAC9-4783-87D1-CAEB4364208D}" dt="2026-10-26T02:20:57.129" v="365" actId="478"/>
          <ac:spMkLst>
            <pc:docMk/>
            <pc:sldMk cId="3510840233" sldId="295"/>
            <ac:spMk id="32" creationId="{D00DB594-27E7-F063-2E25-9FED0DDEE1B6}"/>
          </ac:spMkLst>
        </pc:spChg>
      </pc:sldChg>
      <pc:sldChg chg="mod modShow">
        <pc:chgData name="Sergey Chernykh" userId="c7c135f1-59ad-450e-b071-fa08415b0072" providerId="ADAL" clId="{E2C2CDDD-CAC9-4783-87D1-CAEB4364208D}" dt="2026-10-26T03:07:50.343" v="771" actId="729"/>
        <pc:sldMkLst>
          <pc:docMk/>
          <pc:sldMk cId="556479087" sldId="296"/>
        </pc:sldMkLst>
      </pc:sldChg>
      <pc:sldChg chg="ord">
        <pc:chgData name="Sergey Chernykh" userId="c7c135f1-59ad-450e-b071-fa08415b0072" providerId="ADAL" clId="{E2C2CDDD-CAC9-4783-87D1-CAEB4364208D}" dt="2026-10-26T03:01:43.256" v="659"/>
        <pc:sldMkLst>
          <pc:docMk/>
          <pc:sldMk cId="4268572031" sldId="297"/>
        </pc:sldMkLst>
      </pc:sldChg>
      <pc:sldChg chg="mod modShow">
        <pc:chgData name="Sergey Chernykh" userId="c7c135f1-59ad-450e-b071-fa08415b0072" providerId="ADAL" clId="{E2C2CDDD-CAC9-4783-87D1-CAEB4364208D}" dt="2026-10-26T03:08:43.350" v="772" actId="729"/>
        <pc:sldMkLst>
          <pc:docMk/>
          <pc:sldMk cId="770993880" sldId="298"/>
        </pc:sldMkLst>
      </pc:sldChg>
      <pc:sldChg chg="ord">
        <pc:chgData name="Sergey Chernykh" userId="c7c135f1-59ad-450e-b071-fa08415b0072" providerId="ADAL" clId="{E2C2CDDD-CAC9-4783-87D1-CAEB4364208D}" dt="2026-10-26T03:19:33.740" v="787"/>
        <pc:sldMkLst>
          <pc:docMk/>
          <pc:sldMk cId="4175374521" sldId="299"/>
        </pc:sldMkLst>
      </pc:sldChg>
      <pc:sldChg chg="mod modShow">
        <pc:chgData name="Sergey Chernykh" userId="c7c135f1-59ad-450e-b071-fa08415b0072" providerId="ADAL" clId="{E2C2CDDD-CAC9-4783-87D1-CAEB4364208D}" dt="2026-10-26T03:09:03.746" v="773" actId="729"/>
        <pc:sldMkLst>
          <pc:docMk/>
          <pc:sldMk cId="1748006234" sldId="300"/>
        </pc:sldMkLst>
      </pc:sldChg>
      <pc:sldChg chg="ord">
        <pc:chgData name="Sergey Chernykh" userId="c7c135f1-59ad-450e-b071-fa08415b0072" providerId="ADAL" clId="{E2C2CDDD-CAC9-4783-87D1-CAEB4364208D}" dt="2026-10-26T03:24:50.226" v="793"/>
        <pc:sldMkLst>
          <pc:docMk/>
          <pc:sldMk cId="3682894225" sldId="301"/>
        </pc:sldMkLst>
      </pc:sldChg>
      <pc:sldChg chg="addSp delSp modSp mod ord">
        <pc:chgData name="Sergey Chernykh" userId="c7c135f1-59ad-450e-b071-fa08415b0072" providerId="ADAL" clId="{E2C2CDDD-CAC9-4783-87D1-CAEB4364208D}" dt="2026-10-26T04:10:06.324" v="803"/>
        <pc:sldMkLst>
          <pc:docMk/>
          <pc:sldMk cId="1156037737" sldId="302"/>
        </pc:sldMkLst>
        <pc:spChg chg="add del mod">
          <ac:chgData name="Sergey Chernykh" userId="c7c135f1-59ad-450e-b071-fa08415b0072" providerId="ADAL" clId="{E2C2CDDD-CAC9-4783-87D1-CAEB4364208D}" dt="2026-10-26T04:10:05.695" v="802" actId="478"/>
          <ac:spMkLst>
            <pc:docMk/>
            <pc:sldMk cId="1156037737" sldId="302"/>
            <ac:spMk id="3" creationId="{C775476F-EF17-BCF1-79BF-44A768234F2C}"/>
          </ac:spMkLst>
        </pc:spChg>
        <pc:spChg chg="add mod">
          <ac:chgData name="Sergey Chernykh" userId="c7c135f1-59ad-450e-b071-fa08415b0072" providerId="ADAL" clId="{E2C2CDDD-CAC9-4783-87D1-CAEB4364208D}" dt="2026-10-26T04:10:06.324" v="803"/>
          <ac:spMkLst>
            <pc:docMk/>
            <pc:sldMk cId="1156037737" sldId="302"/>
            <ac:spMk id="4" creationId="{A9D2D86D-B3EB-CE96-0DA6-388514E18642}"/>
          </ac:spMkLst>
        </pc:spChg>
        <pc:spChg chg="del">
          <ac:chgData name="Sergey Chernykh" userId="c7c135f1-59ad-450e-b071-fa08415b0072" providerId="ADAL" clId="{E2C2CDDD-CAC9-4783-87D1-CAEB4364208D}" dt="2026-10-26T04:09:51.548" v="799" actId="478"/>
          <ac:spMkLst>
            <pc:docMk/>
            <pc:sldMk cId="1156037737" sldId="302"/>
            <ac:spMk id="5" creationId="{D5DCE19D-7A63-2DE9-6E3E-31BE39517A48}"/>
          </ac:spMkLst>
        </pc:spChg>
        <pc:spChg chg="del">
          <ac:chgData name="Sergey Chernykh" userId="c7c135f1-59ad-450e-b071-fa08415b0072" providerId="ADAL" clId="{E2C2CDDD-CAC9-4783-87D1-CAEB4364208D}" dt="2026-10-26T04:09:51.548" v="799" actId="478"/>
          <ac:spMkLst>
            <pc:docMk/>
            <pc:sldMk cId="1156037737" sldId="302"/>
            <ac:spMk id="8" creationId="{8BE4746F-70CD-DBA7-7F9C-F1659FA46E12}"/>
          </ac:spMkLst>
        </pc:spChg>
        <pc:spChg chg="del">
          <ac:chgData name="Sergey Chernykh" userId="c7c135f1-59ad-450e-b071-fa08415b0072" providerId="ADAL" clId="{E2C2CDDD-CAC9-4783-87D1-CAEB4364208D}" dt="2026-10-26T04:09:51.548" v="799" actId="478"/>
          <ac:spMkLst>
            <pc:docMk/>
            <pc:sldMk cId="1156037737" sldId="302"/>
            <ac:spMk id="9" creationId="{18049C1B-9574-4518-3E1C-2ECEE411CB74}"/>
          </ac:spMkLst>
        </pc:spChg>
        <pc:spChg chg="del">
          <ac:chgData name="Sergey Chernykh" userId="c7c135f1-59ad-450e-b071-fa08415b0072" providerId="ADAL" clId="{E2C2CDDD-CAC9-4783-87D1-CAEB4364208D}" dt="2026-10-26T04:09:51.548" v="799" actId="478"/>
          <ac:spMkLst>
            <pc:docMk/>
            <pc:sldMk cId="1156037737" sldId="302"/>
            <ac:spMk id="10" creationId="{CF41CC7D-85C8-6ECE-7016-11AB88E0F33F}"/>
          </ac:spMkLst>
        </pc:spChg>
        <pc:spChg chg="del">
          <ac:chgData name="Sergey Chernykh" userId="c7c135f1-59ad-450e-b071-fa08415b0072" providerId="ADAL" clId="{E2C2CDDD-CAC9-4783-87D1-CAEB4364208D}" dt="2026-10-26T04:09:51.548" v="799" actId="478"/>
          <ac:spMkLst>
            <pc:docMk/>
            <pc:sldMk cId="1156037737" sldId="302"/>
            <ac:spMk id="11" creationId="{5A9FED95-E099-69D3-E348-DA02558BB482}"/>
          </ac:spMkLst>
        </pc:spChg>
        <pc:spChg chg="del">
          <ac:chgData name="Sergey Chernykh" userId="c7c135f1-59ad-450e-b071-fa08415b0072" providerId="ADAL" clId="{E2C2CDDD-CAC9-4783-87D1-CAEB4364208D}" dt="2026-10-26T04:09:51.548" v="799" actId="478"/>
          <ac:spMkLst>
            <pc:docMk/>
            <pc:sldMk cId="1156037737" sldId="302"/>
            <ac:spMk id="12" creationId="{183D0D41-B43A-7F00-6142-47F37CEA2324}"/>
          </ac:spMkLst>
        </pc:spChg>
        <pc:spChg chg="del">
          <ac:chgData name="Sergey Chernykh" userId="c7c135f1-59ad-450e-b071-fa08415b0072" providerId="ADAL" clId="{E2C2CDDD-CAC9-4783-87D1-CAEB4364208D}" dt="2026-10-26T04:09:51.548" v="799" actId="478"/>
          <ac:spMkLst>
            <pc:docMk/>
            <pc:sldMk cId="1156037737" sldId="302"/>
            <ac:spMk id="13" creationId="{E067ED19-AD2C-3CA8-67D2-11D473EBB0EB}"/>
          </ac:spMkLst>
        </pc:spChg>
        <pc:spChg chg="add mod">
          <ac:chgData name="Sergey Chernykh" userId="c7c135f1-59ad-450e-b071-fa08415b0072" providerId="ADAL" clId="{E2C2CDDD-CAC9-4783-87D1-CAEB4364208D}" dt="2026-10-26T04:10:06.324" v="803"/>
          <ac:spMkLst>
            <pc:docMk/>
            <pc:sldMk cId="1156037737" sldId="302"/>
            <ac:spMk id="14" creationId="{42111788-F5CB-EA1D-F77F-0C5BA02F653C}"/>
          </ac:spMkLst>
        </pc:spChg>
        <pc:spChg chg="add mod">
          <ac:chgData name="Sergey Chernykh" userId="c7c135f1-59ad-450e-b071-fa08415b0072" providerId="ADAL" clId="{E2C2CDDD-CAC9-4783-87D1-CAEB4364208D}" dt="2026-10-26T04:10:06.324" v="803"/>
          <ac:spMkLst>
            <pc:docMk/>
            <pc:sldMk cId="1156037737" sldId="302"/>
            <ac:spMk id="15" creationId="{4168C871-F280-BD0E-4D71-BF84C7D458B0}"/>
          </ac:spMkLst>
        </pc:spChg>
        <pc:spChg chg="add mod">
          <ac:chgData name="Sergey Chernykh" userId="c7c135f1-59ad-450e-b071-fa08415b0072" providerId="ADAL" clId="{E2C2CDDD-CAC9-4783-87D1-CAEB4364208D}" dt="2026-10-26T04:10:06.324" v="803"/>
          <ac:spMkLst>
            <pc:docMk/>
            <pc:sldMk cId="1156037737" sldId="302"/>
            <ac:spMk id="16" creationId="{E67E699C-76FE-1433-469C-53D14308F524}"/>
          </ac:spMkLst>
        </pc:spChg>
        <pc:spChg chg="add mod">
          <ac:chgData name="Sergey Chernykh" userId="c7c135f1-59ad-450e-b071-fa08415b0072" providerId="ADAL" clId="{E2C2CDDD-CAC9-4783-87D1-CAEB4364208D}" dt="2026-10-26T04:10:06.324" v="803"/>
          <ac:spMkLst>
            <pc:docMk/>
            <pc:sldMk cId="1156037737" sldId="302"/>
            <ac:spMk id="17" creationId="{4D15A6F6-8290-18BD-6F26-20853D368A09}"/>
          </ac:spMkLst>
        </pc:spChg>
        <pc:spChg chg="add mod">
          <ac:chgData name="Sergey Chernykh" userId="c7c135f1-59ad-450e-b071-fa08415b0072" providerId="ADAL" clId="{E2C2CDDD-CAC9-4783-87D1-CAEB4364208D}" dt="2026-10-26T04:10:06.324" v="803"/>
          <ac:spMkLst>
            <pc:docMk/>
            <pc:sldMk cId="1156037737" sldId="302"/>
            <ac:spMk id="18" creationId="{80ADFF7B-5682-323A-13BD-62C757DF3876}"/>
          </ac:spMkLst>
        </pc:spChg>
        <pc:spChg chg="add mod">
          <ac:chgData name="Sergey Chernykh" userId="c7c135f1-59ad-450e-b071-fa08415b0072" providerId="ADAL" clId="{E2C2CDDD-CAC9-4783-87D1-CAEB4364208D}" dt="2026-10-26T04:10:06.324" v="803"/>
          <ac:spMkLst>
            <pc:docMk/>
            <pc:sldMk cId="1156037737" sldId="302"/>
            <ac:spMk id="19" creationId="{ED6812A5-4198-DFA7-063A-EBADFE78C8B0}"/>
          </ac:spMkLst>
        </pc:spChg>
        <pc:spChg chg="add mod">
          <ac:chgData name="Sergey Chernykh" userId="c7c135f1-59ad-450e-b071-fa08415b0072" providerId="ADAL" clId="{E2C2CDDD-CAC9-4783-87D1-CAEB4364208D}" dt="2026-10-26T04:10:06.324" v="803"/>
          <ac:spMkLst>
            <pc:docMk/>
            <pc:sldMk cId="1156037737" sldId="302"/>
            <ac:spMk id="20" creationId="{85BE7FF0-997B-5D19-672A-7621E5D3666B}"/>
          </ac:spMkLst>
        </pc:spChg>
      </pc:sldChg>
      <pc:sldChg chg="delSp modSp mod">
        <pc:chgData name="Sergey Chernykh" userId="c7c135f1-59ad-450e-b071-fa08415b0072" providerId="ADAL" clId="{E2C2CDDD-CAC9-4783-87D1-CAEB4364208D}" dt="2026-10-26T04:16:39.039" v="915" actId="20577"/>
        <pc:sldMkLst>
          <pc:docMk/>
          <pc:sldMk cId="1670777820" sldId="303"/>
        </pc:sldMkLst>
        <pc:spChg chg="mod">
          <ac:chgData name="Sergey Chernykh" userId="c7c135f1-59ad-450e-b071-fa08415b0072" providerId="ADAL" clId="{E2C2CDDD-CAC9-4783-87D1-CAEB4364208D}" dt="2026-10-26T04:16:39.039" v="915" actId="20577"/>
          <ac:spMkLst>
            <pc:docMk/>
            <pc:sldMk cId="1670777820" sldId="303"/>
            <ac:spMk id="6" creationId="{A14BCAA9-2BB0-7C18-CFEE-E02A5A61733A}"/>
          </ac:spMkLst>
        </pc:spChg>
        <pc:spChg chg="del">
          <ac:chgData name="Sergey Chernykh" userId="c7c135f1-59ad-450e-b071-fa08415b0072" providerId="ADAL" clId="{E2C2CDDD-CAC9-4783-87D1-CAEB4364208D}" dt="2026-10-26T03:29:38.982" v="795" actId="478"/>
          <ac:spMkLst>
            <pc:docMk/>
            <pc:sldMk cId="1670777820" sldId="303"/>
            <ac:spMk id="7" creationId="{F20CC5A5-0869-6A63-3C92-AD306F94826E}"/>
          </ac:spMkLst>
        </pc:spChg>
      </pc:sldChg>
      <pc:sldChg chg="delSp mod modShow">
        <pc:chgData name="Sergey Chernykh" userId="c7c135f1-59ad-450e-b071-fa08415b0072" providerId="ADAL" clId="{E2C2CDDD-CAC9-4783-87D1-CAEB4364208D}" dt="2026-10-26T03:26:00.946" v="794" actId="729"/>
        <pc:sldMkLst>
          <pc:docMk/>
          <pc:sldMk cId="838937433" sldId="304"/>
        </pc:sldMkLst>
        <pc:spChg chg="del">
          <ac:chgData name="Sergey Chernykh" userId="c7c135f1-59ad-450e-b071-fa08415b0072" providerId="ADAL" clId="{E2C2CDDD-CAC9-4783-87D1-CAEB4364208D}" dt="2026-10-25T23:48:21.121" v="21" actId="478"/>
          <ac:spMkLst>
            <pc:docMk/>
            <pc:sldMk cId="838937433" sldId="304"/>
            <ac:spMk id="25" creationId="{880E4C0A-58AD-2C44-EBB7-B8AD3732B4F4}"/>
          </ac:spMkLst>
        </pc:spChg>
      </pc:sldChg>
      <pc:sldChg chg="mod modShow">
        <pc:chgData name="Sergey Chernykh" userId="c7c135f1-59ad-450e-b071-fa08415b0072" providerId="ADAL" clId="{E2C2CDDD-CAC9-4783-87D1-CAEB4364208D}" dt="2026-10-26T03:26:00.946" v="794" actId="729"/>
        <pc:sldMkLst>
          <pc:docMk/>
          <pc:sldMk cId="4067118353" sldId="305"/>
        </pc:sldMkLst>
      </pc:sldChg>
      <pc:sldChg chg="addSp delSp modSp mod">
        <pc:chgData name="Sergey Chernykh" userId="c7c135f1-59ad-450e-b071-fa08415b0072" providerId="ADAL" clId="{E2C2CDDD-CAC9-4783-87D1-CAEB4364208D}" dt="2026-10-26T00:37:33.674" v="337" actId="20577"/>
        <pc:sldMkLst>
          <pc:docMk/>
          <pc:sldMk cId="3550309643" sldId="306"/>
        </pc:sldMkLst>
        <pc:spChg chg="add del mod">
          <ac:chgData name="Sergey Chernykh" userId="c7c135f1-59ad-450e-b071-fa08415b0072" providerId="ADAL" clId="{E2C2CDDD-CAC9-4783-87D1-CAEB4364208D}" dt="2026-10-26T00:37:09.748" v="309" actId="478"/>
          <ac:spMkLst>
            <pc:docMk/>
            <pc:sldMk cId="3550309643" sldId="306"/>
            <ac:spMk id="3" creationId="{5CBF5C5D-798A-EB52-DE56-D4C4C7A71B62}"/>
          </ac:spMkLst>
        </pc:spChg>
        <pc:spChg chg="add mod">
          <ac:chgData name="Sergey Chernykh" userId="c7c135f1-59ad-450e-b071-fa08415b0072" providerId="ADAL" clId="{E2C2CDDD-CAC9-4783-87D1-CAEB4364208D}" dt="2026-10-26T00:37:11.342" v="311" actId="27636"/>
          <ac:spMkLst>
            <pc:docMk/>
            <pc:sldMk cId="3550309643" sldId="306"/>
            <ac:spMk id="4" creationId="{4F8BF423-BFC8-0566-59CC-8D3FCE6F0523}"/>
          </ac:spMkLst>
        </pc:spChg>
        <pc:spChg chg="del">
          <ac:chgData name="Sergey Chernykh" userId="c7c135f1-59ad-450e-b071-fa08415b0072" providerId="ADAL" clId="{E2C2CDDD-CAC9-4783-87D1-CAEB4364208D}" dt="2026-10-26T00:37:05.275" v="308" actId="478"/>
          <ac:spMkLst>
            <pc:docMk/>
            <pc:sldMk cId="3550309643" sldId="306"/>
            <ac:spMk id="5" creationId="{21FD4221-89D0-D188-01CC-62DED701B3DE}"/>
          </ac:spMkLst>
        </pc:spChg>
        <pc:spChg chg="del">
          <ac:chgData name="Sergey Chernykh" userId="c7c135f1-59ad-450e-b071-fa08415b0072" providerId="ADAL" clId="{E2C2CDDD-CAC9-4783-87D1-CAEB4364208D}" dt="2026-10-26T00:37:05.275" v="308" actId="478"/>
          <ac:spMkLst>
            <pc:docMk/>
            <pc:sldMk cId="3550309643" sldId="306"/>
            <ac:spMk id="8" creationId="{1AD8B51B-8FFA-A377-7E10-573895061434}"/>
          </ac:spMkLst>
        </pc:spChg>
        <pc:spChg chg="del">
          <ac:chgData name="Sergey Chernykh" userId="c7c135f1-59ad-450e-b071-fa08415b0072" providerId="ADAL" clId="{E2C2CDDD-CAC9-4783-87D1-CAEB4364208D}" dt="2026-10-26T00:37:05.275" v="308" actId="478"/>
          <ac:spMkLst>
            <pc:docMk/>
            <pc:sldMk cId="3550309643" sldId="306"/>
            <ac:spMk id="9" creationId="{8D936EF1-BAE4-5D0F-D12C-F7137005E5C3}"/>
          </ac:spMkLst>
        </pc:spChg>
        <pc:spChg chg="del">
          <ac:chgData name="Sergey Chernykh" userId="c7c135f1-59ad-450e-b071-fa08415b0072" providerId="ADAL" clId="{E2C2CDDD-CAC9-4783-87D1-CAEB4364208D}" dt="2026-10-26T00:37:05.275" v="308" actId="478"/>
          <ac:spMkLst>
            <pc:docMk/>
            <pc:sldMk cId="3550309643" sldId="306"/>
            <ac:spMk id="10" creationId="{E9DA6728-EB00-53D9-A849-A50452B390E5}"/>
          </ac:spMkLst>
        </pc:spChg>
        <pc:spChg chg="del">
          <ac:chgData name="Sergey Chernykh" userId="c7c135f1-59ad-450e-b071-fa08415b0072" providerId="ADAL" clId="{E2C2CDDD-CAC9-4783-87D1-CAEB4364208D}" dt="2026-10-26T00:37:05.275" v="308" actId="478"/>
          <ac:spMkLst>
            <pc:docMk/>
            <pc:sldMk cId="3550309643" sldId="306"/>
            <ac:spMk id="11" creationId="{40B8C7B8-7483-9771-80B9-9A83E2C81C57}"/>
          </ac:spMkLst>
        </pc:spChg>
        <pc:spChg chg="del">
          <ac:chgData name="Sergey Chernykh" userId="c7c135f1-59ad-450e-b071-fa08415b0072" providerId="ADAL" clId="{E2C2CDDD-CAC9-4783-87D1-CAEB4364208D}" dt="2026-10-26T00:37:05.275" v="308" actId="478"/>
          <ac:spMkLst>
            <pc:docMk/>
            <pc:sldMk cId="3550309643" sldId="306"/>
            <ac:spMk id="12" creationId="{8690D200-B977-A7D8-EE95-2A02B4AF02BA}"/>
          </ac:spMkLst>
        </pc:spChg>
        <pc:spChg chg="del">
          <ac:chgData name="Sergey Chernykh" userId="c7c135f1-59ad-450e-b071-fa08415b0072" providerId="ADAL" clId="{E2C2CDDD-CAC9-4783-87D1-CAEB4364208D}" dt="2026-10-26T00:37:05.275" v="308" actId="478"/>
          <ac:spMkLst>
            <pc:docMk/>
            <pc:sldMk cId="3550309643" sldId="306"/>
            <ac:spMk id="13" creationId="{E1F82091-EF9E-72BE-5363-835C8E51C81D}"/>
          </ac:spMkLst>
        </pc:spChg>
        <pc:spChg chg="add mod">
          <ac:chgData name="Sergey Chernykh" userId="c7c135f1-59ad-450e-b071-fa08415b0072" providerId="ADAL" clId="{E2C2CDDD-CAC9-4783-87D1-CAEB4364208D}" dt="2026-10-26T00:37:11.082" v="310"/>
          <ac:spMkLst>
            <pc:docMk/>
            <pc:sldMk cId="3550309643" sldId="306"/>
            <ac:spMk id="14" creationId="{A06B4A92-BB7A-2F54-58DC-57FCD3D86F81}"/>
          </ac:spMkLst>
        </pc:spChg>
        <pc:spChg chg="add mod">
          <ac:chgData name="Sergey Chernykh" userId="c7c135f1-59ad-450e-b071-fa08415b0072" providerId="ADAL" clId="{E2C2CDDD-CAC9-4783-87D1-CAEB4364208D}" dt="2026-10-26T00:37:11.082" v="310"/>
          <ac:spMkLst>
            <pc:docMk/>
            <pc:sldMk cId="3550309643" sldId="306"/>
            <ac:spMk id="15" creationId="{650BB764-A2EF-9445-F04B-AE686BEB6483}"/>
          </ac:spMkLst>
        </pc:spChg>
        <pc:spChg chg="add mod">
          <ac:chgData name="Sergey Chernykh" userId="c7c135f1-59ad-450e-b071-fa08415b0072" providerId="ADAL" clId="{E2C2CDDD-CAC9-4783-87D1-CAEB4364208D}" dt="2026-10-26T00:37:11.082" v="310"/>
          <ac:spMkLst>
            <pc:docMk/>
            <pc:sldMk cId="3550309643" sldId="306"/>
            <ac:spMk id="16" creationId="{E57C1BC9-791F-078C-E372-6E8782CD0875}"/>
          </ac:spMkLst>
        </pc:spChg>
        <pc:spChg chg="add mod">
          <ac:chgData name="Sergey Chernykh" userId="c7c135f1-59ad-450e-b071-fa08415b0072" providerId="ADAL" clId="{E2C2CDDD-CAC9-4783-87D1-CAEB4364208D}" dt="2026-10-26T00:37:11.082" v="310"/>
          <ac:spMkLst>
            <pc:docMk/>
            <pc:sldMk cId="3550309643" sldId="306"/>
            <ac:spMk id="17" creationId="{9907D54F-F8A0-4108-2E90-880CF42929D7}"/>
          </ac:spMkLst>
        </pc:spChg>
        <pc:spChg chg="add mod">
          <ac:chgData name="Sergey Chernykh" userId="c7c135f1-59ad-450e-b071-fa08415b0072" providerId="ADAL" clId="{E2C2CDDD-CAC9-4783-87D1-CAEB4364208D}" dt="2026-10-26T00:37:11.082" v="310"/>
          <ac:spMkLst>
            <pc:docMk/>
            <pc:sldMk cId="3550309643" sldId="306"/>
            <ac:spMk id="18" creationId="{60DF5770-AC59-BF35-3141-8BD89E4865CD}"/>
          </ac:spMkLst>
        </pc:spChg>
        <pc:spChg chg="add mod">
          <ac:chgData name="Sergey Chernykh" userId="c7c135f1-59ad-450e-b071-fa08415b0072" providerId="ADAL" clId="{E2C2CDDD-CAC9-4783-87D1-CAEB4364208D}" dt="2026-10-26T00:37:11.082" v="310"/>
          <ac:spMkLst>
            <pc:docMk/>
            <pc:sldMk cId="3550309643" sldId="306"/>
            <ac:spMk id="19" creationId="{896BAB60-A476-A472-A177-41398CF03E93}"/>
          </ac:spMkLst>
        </pc:spChg>
        <pc:spChg chg="add mod">
          <ac:chgData name="Sergey Chernykh" userId="c7c135f1-59ad-450e-b071-fa08415b0072" providerId="ADAL" clId="{E2C2CDDD-CAC9-4783-87D1-CAEB4364208D}" dt="2026-10-26T00:37:11.082" v="310"/>
          <ac:spMkLst>
            <pc:docMk/>
            <pc:sldMk cId="3550309643" sldId="306"/>
            <ac:spMk id="20" creationId="{31D241C9-025E-64A5-AF98-503E2C30D686}"/>
          </ac:spMkLst>
        </pc:spChg>
        <pc:spChg chg="add mod">
          <ac:chgData name="Sergey Chernykh" userId="c7c135f1-59ad-450e-b071-fa08415b0072" providerId="ADAL" clId="{E2C2CDDD-CAC9-4783-87D1-CAEB4364208D}" dt="2026-10-26T00:37:11.082" v="310"/>
          <ac:spMkLst>
            <pc:docMk/>
            <pc:sldMk cId="3550309643" sldId="306"/>
            <ac:spMk id="21" creationId="{4CF4D59C-1C79-51AB-AF11-27BB50A74C89}"/>
          </ac:spMkLst>
        </pc:spChg>
        <pc:spChg chg="add mod">
          <ac:chgData name="Sergey Chernykh" userId="c7c135f1-59ad-450e-b071-fa08415b0072" providerId="ADAL" clId="{E2C2CDDD-CAC9-4783-87D1-CAEB4364208D}" dt="2026-10-26T00:37:33.674" v="337" actId="20577"/>
          <ac:spMkLst>
            <pc:docMk/>
            <pc:sldMk cId="3550309643" sldId="306"/>
            <ac:spMk id="22" creationId="{A0B74EF6-DB02-EA6E-5B13-35C89C11DB96}"/>
          </ac:spMkLst>
        </pc:spChg>
      </pc:sldChg>
      <pc:sldChg chg="addSp delSp modSp mod">
        <pc:chgData name="Sergey Chernykh" userId="c7c135f1-59ad-450e-b071-fa08415b0072" providerId="ADAL" clId="{E2C2CDDD-CAC9-4783-87D1-CAEB4364208D}" dt="2026-10-26T00:14:18.087" v="307" actId="478"/>
        <pc:sldMkLst>
          <pc:docMk/>
          <pc:sldMk cId="313492760" sldId="307"/>
        </pc:sldMkLst>
        <pc:spChg chg="add del mod">
          <ac:chgData name="Sergey Chernykh" userId="c7c135f1-59ad-450e-b071-fa08415b0072" providerId="ADAL" clId="{E2C2CDDD-CAC9-4783-87D1-CAEB4364208D}" dt="2026-10-26T00:14:08.661" v="305" actId="478"/>
          <ac:spMkLst>
            <pc:docMk/>
            <pc:sldMk cId="313492760" sldId="307"/>
            <ac:spMk id="3" creationId="{0833674C-7899-A1DC-B378-EDA8C0837DE7}"/>
          </ac:spMkLst>
        </pc:spChg>
        <pc:spChg chg="del mod">
          <ac:chgData name="Sergey Chernykh" userId="c7c135f1-59ad-450e-b071-fa08415b0072" providerId="ADAL" clId="{E2C2CDDD-CAC9-4783-87D1-CAEB4364208D}" dt="2026-10-26T00:14:08.661" v="305" actId="478"/>
          <ac:spMkLst>
            <pc:docMk/>
            <pc:sldMk cId="313492760" sldId="307"/>
            <ac:spMk id="5" creationId="{5754B6A4-83F5-AEBB-C39C-9DF117F5CEDD}"/>
          </ac:spMkLst>
        </pc:spChg>
        <pc:spChg chg="del mod">
          <ac:chgData name="Sergey Chernykh" userId="c7c135f1-59ad-450e-b071-fa08415b0072" providerId="ADAL" clId="{E2C2CDDD-CAC9-4783-87D1-CAEB4364208D}" dt="2026-10-26T00:14:08.661" v="305" actId="478"/>
          <ac:spMkLst>
            <pc:docMk/>
            <pc:sldMk cId="313492760" sldId="307"/>
            <ac:spMk id="8" creationId="{66E0AE32-8186-59BD-61F3-C3177996EC40}"/>
          </ac:spMkLst>
        </pc:spChg>
        <pc:spChg chg="del mod">
          <ac:chgData name="Sergey Chernykh" userId="c7c135f1-59ad-450e-b071-fa08415b0072" providerId="ADAL" clId="{E2C2CDDD-CAC9-4783-87D1-CAEB4364208D}" dt="2026-10-26T00:14:08.661" v="305" actId="478"/>
          <ac:spMkLst>
            <pc:docMk/>
            <pc:sldMk cId="313492760" sldId="307"/>
            <ac:spMk id="9" creationId="{26C4ADBA-9A44-E04D-5509-DDB32661056F}"/>
          </ac:spMkLst>
        </pc:spChg>
        <pc:spChg chg="del mod">
          <ac:chgData name="Sergey Chernykh" userId="c7c135f1-59ad-450e-b071-fa08415b0072" providerId="ADAL" clId="{E2C2CDDD-CAC9-4783-87D1-CAEB4364208D}" dt="2026-10-26T00:14:08.661" v="305" actId="478"/>
          <ac:spMkLst>
            <pc:docMk/>
            <pc:sldMk cId="313492760" sldId="307"/>
            <ac:spMk id="10" creationId="{757E04B9-E598-36E5-39F1-1973229B68FA}"/>
          </ac:spMkLst>
        </pc:spChg>
        <pc:spChg chg="mod">
          <ac:chgData name="Sergey Chernykh" userId="c7c135f1-59ad-450e-b071-fa08415b0072" providerId="ADAL" clId="{E2C2CDDD-CAC9-4783-87D1-CAEB4364208D}" dt="2026-10-26T00:09:32.376" v="253" actId="1035"/>
          <ac:spMkLst>
            <pc:docMk/>
            <pc:sldMk cId="313492760" sldId="307"/>
            <ac:spMk id="11" creationId="{546A6B29-17A6-E39C-D59D-D3B16AD592EA}"/>
          </ac:spMkLst>
        </pc:spChg>
        <pc:spChg chg="del mod">
          <ac:chgData name="Sergey Chernykh" userId="c7c135f1-59ad-450e-b071-fa08415b0072" providerId="ADAL" clId="{E2C2CDDD-CAC9-4783-87D1-CAEB4364208D}" dt="2026-10-26T00:14:08.661" v="305" actId="478"/>
          <ac:spMkLst>
            <pc:docMk/>
            <pc:sldMk cId="313492760" sldId="307"/>
            <ac:spMk id="12" creationId="{376F319A-09A4-7BCD-2FE2-6D30570FA195}"/>
          </ac:spMkLst>
        </pc:spChg>
        <pc:spChg chg="mod">
          <ac:chgData name="Sergey Chernykh" userId="c7c135f1-59ad-450e-b071-fa08415b0072" providerId="ADAL" clId="{E2C2CDDD-CAC9-4783-87D1-CAEB4364208D}" dt="2026-10-26T00:09:32.376" v="253" actId="1035"/>
          <ac:spMkLst>
            <pc:docMk/>
            <pc:sldMk cId="313492760" sldId="307"/>
            <ac:spMk id="13" creationId="{E863441A-3A76-41F4-2C02-E4CCD62FF82D}"/>
          </ac:spMkLst>
        </pc:spChg>
        <pc:spChg chg="add mod">
          <ac:chgData name="Sergey Chernykh" userId="c7c135f1-59ad-450e-b071-fa08415b0072" providerId="ADAL" clId="{E2C2CDDD-CAC9-4783-87D1-CAEB4364208D}" dt="2026-10-26T00:09:49.713" v="289" actId="1035"/>
          <ac:spMkLst>
            <pc:docMk/>
            <pc:sldMk cId="313492760" sldId="307"/>
            <ac:spMk id="14" creationId="{B9E7654A-2E30-6932-A592-3A0FB8DBAC0A}"/>
          </ac:spMkLst>
        </pc:spChg>
        <pc:spChg chg="add del mod">
          <ac:chgData name="Sergey Chernykh" userId="c7c135f1-59ad-450e-b071-fa08415b0072" providerId="ADAL" clId="{E2C2CDDD-CAC9-4783-87D1-CAEB4364208D}" dt="2026-10-26T00:14:08.661" v="305" actId="478"/>
          <ac:spMkLst>
            <pc:docMk/>
            <pc:sldMk cId="313492760" sldId="307"/>
            <ac:spMk id="16" creationId="{97DDDA57-634F-A1B4-1D54-B2F6FBE8E79D}"/>
          </ac:spMkLst>
        </pc:spChg>
        <pc:spChg chg="add del">
          <ac:chgData name="Sergey Chernykh" userId="c7c135f1-59ad-450e-b071-fa08415b0072" providerId="ADAL" clId="{E2C2CDDD-CAC9-4783-87D1-CAEB4364208D}" dt="2026-10-26T00:08:04.152" v="29" actId="22"/>
          <ac:spMkLst>
            <pc:docMk/>
            <pc:sldMk cId="313492760" sldId="307"/>
            <ac:spMk id="18" creationId="{4BE66162-6D68-36AE-8A24-B1632195C36F}"/>
          </ac:spMkLst>
        </pc:spChg>
        <pc:spChg chg="add del">
          <ac:chgData name="Sergey Chernykh" userId="c7c135f1-59ad-450e-b071-fa08415b0072" providerId="ADAL" clId="{E2C2CDDD-CAC9-4783-87D1-CAEB4364208D}" dt="2026-10-26T00:08:04.152" v="29" actId="22"/>
          <ac:spMkLst>
            <pc:docMk/>
            <pc:sldMk cId="313492760" sldId="307"/>
            <ac:spMk id="20" creationId="{9815A047-0867-53E8-CAD5-E52C2ECDD777}"/>
          </ac:spMkLst>
        </pc:spChg>
        <pc:spChg chg="add del">
          <ac:chgData name="Sergey Chernykh" userId="c7c135f1-59ad-450e-b071-fa08415b0072" providerId="ADAL" clId="{E2C2CDDD-CAC9-4783-87D1-CAEB4364208D}" dt="2026-10-26T00:08:04.152" v="29" actId="22"/>
          <ac:spMkLst>
            <pc:docMk/>
            <pc:sldMk cId="313492760" sldId="307"/>
            <ac:spMk id="22" creationId="{B1E327FE-C28F-AB3B-890F-A2E26BF46177}"/>
          </ac:spMkLst>
        </pc:spChg>
        <pc:spChg chg="add del mod">
          <ac:chgData name="Sergey Chernykh" userId="c7c135f1-59ad-450e-b071-fa08415b0072" providerId="ADAL" clId="{E2C2CDDD-CAC9-4783-87D1-CAEB4364208D}" dt="2026-10-26T00:08:35.289" v="176" actId="22"/>
          <ac:spMkLst>
            <pc:docMk/>
            <pc:sldMk cId="313492760" sldId="307"/>
            <ac:spMk id="24" creationId="{65C6253C-8D30-4609-8E95-80CD9B380957}"/>
          </ac:spMkLst>
        </pc:spChg>
        <pc:spChg chg="add del mod">
          <ac:chgData name="Sergey Chernykh" userId="c7c135f1-59ad-450e-b071-fa08415b0072" providerId="ADAL" clId="{E2C2CDDD-CAC9-4783-87D1-CAEB4364208D}" dt="2026-10-26T00:08:35.289" v="176" actId="22"/>
          <ac:spMkLst>
            <pc:docMk/>
            <pc:sldMk cId="313492760" sldId="307"/>
            <ac:spMk id="26" creationId="{BEBA8FE9-8996-E196-4E1C-83A0AFFF6F2C}"/>
          </ac:spMkLst>
        </pc:spChg>
        <pc:spChg chg="add del mod">
          <ac:chgData name="Sergey Chernykh" userId="c7c135f1-59ad-450e-b071-fa08415b0072" providerId="ADAL" clId="{E2C2CDDD-CAC9-4783-87D1-CAEB4364208D}" dt="2026-10-26T00:08:35.289" v="176" actId="22"/>
          <ac:spMkLst>
            <pc:docMk/>
            <pc:sldMk cId="313492760" sldId="307"/>
            <ac:spMk id="28" creationId="{26949AAB-EE2E-6E78-60AF-952BB591E0B4}"/>
          </ac:spMkLst>
        </pc:spChg>
        <pc:spChg chg="add del mod">
          <ac:chgData name="Sergey Chernykh" userId="c7c135f1-59ad-450e-b071-fa08415b0072" providerId="ADAL" clId="{E2C2CDDD-CAC9-4783-87D1-CAEB4364208D}" dt="2026-10-26T00:14:08.661" v="305" actId="478"/>
          <ac:spMkLst>
            <pc:docMk/>
            <pc:sldMk cId="313492760" sldId="307"/>
            <ac:spMk id="30" creationId="{273F11BC-D308-3097-0830-6C45CD721DF4}"/>
          </ac:spMkLst>
        </pc:spChg>
        <pc:spChg chg="add mod">
          <ac:chgData name="Sergey Chernykh" userId="c7c135f1-59ad-450e-b071-fa08415b0072" providerId="ADAL" clId="{E2C2CDDD-CAC9-4783-87D1-CAEB4364208D}" dt="2026-10-26T00:10:09.547" v="304" actId="1036"/>
          <ac:spMkLst>
            <pc:docMk/>
            <pc:sldMk cId="313492760" sldId="307"/>
            <ac:spMk id="32" creationId="{85DEF8C7-A783-7922-55DB-9963456E3512}"/>
          </ac:spMkLst>
        </pc:spChg>
        <pc:spChg chg="add del mod">
          <ac:chgData name="Sergey Chernykh" userId="c7c135f1-59ad-450e-b071-fa08415b0072" providerId="ADAL" clId="{E2C2CDDD-CAC9-4783-87D1-CAEB4364208D}" dt="2026-10-26T00:14:08.661" v="305" actId="478"/>
          <ac:spMkLst>
            <pc:docMk/>
            <pc:sldMk cId="313492760" sldId="307"/>
            <ac:spMk id="34" creationId="{861D1BEB-6EE8-EA72-0C89-51206A62CB60}"/>
          </ac:spMkLst>
        </pc:spChg>
        <pc:spChg chg="add del mod">
          <ac:chgData name="Sergey Chernykh" userId="c7c135f1-59ad-450e-b071-fa08415b0072" providerId="ADAL" clId="{E2C2CDDD-CAC9-4783-87D1-CAEB4364208D}" dt="2026-10-26T00:14:18.087" v="307" actId="478"/>
          <ac:spMkLst>
            <pc:docMk/>
            <pc:sldMk cId="313492760" sldId="307"/>
            <ac:spMk id="36" creationId="{8FADC9C6-5248-F1AA-46A0-06B57FBC893E}"/>
          </ac:spMkLst>
        </pc:spChg>
        <pc:spChg chg="add mod">
          <ac:chgData name="Sergey Chernykh" userId="c7c135f1-59ad-450e-b071-fa08415b0072" providerId="ADAL" clId="{E2C2CDDD-CAC9-4783-87D1-CAEB4364208D}" dt="2026-10-26T00:14:14.169" v="306"/>
          <ac:spMkLst>
            <pc:docMk/>
            <pc:sldMk cId="313492760" sldId="307"/>
            <ac:spMk id="37" creationId="{41C79F93-194D-3B5B-4570-5784E9B9E9E3}"/>
          </ac:spMkLst>
        </pc:spChg>
        <pc:spChg chg="add mod">
          <ac:chgData name="Sergey Chernykh" userId="c7c135f1-59ad-450e-b071-fa08415b0072" providerId="ADAL" clId="{E2C2CDDD-CAC9-4783-87D1-CAEB4364208D}" dt="2026-10-26T00:14:14.169" v="306"/>
          <ac:spMkLst>
            <pc:docMk/>
            <pc:sldMk cId="313492760" sldId="307"/>
            <ac:spMk id="38" creationId="{EED70542-5148-4A01-4DDB-55ECC3A758B0}"/>
          </ac:spMkLst>
        </pc:spChg>
        <pc:spChg chg="add mod">
          <ac:chgData name="Sergey Chernykh" userId="c7c135f1-59ad-450e-b071-fa08415b0072" providerId="ADAL" clId="{E2C2CDDD-CAC9-4783-87D1-CAEB4364208D}" dt="2026-10-26T00:14:14.169" v="306"/>
          <ac:spMkLst>
            <pc:docMk/>
            <pc:sldMk cId="313492760" sldId="307"/>
            <ac:spMk id="39" creationId="{7268D568-A241-282A-A7A2-A858E5A7A91C}"/>
          </ac:spMkLst>
        </pc:spChg>
        <pc:spChg chg="add mod">
          <ac:chgData name="Sergey Chernykh" userId="c7c135f1-59ad-450e-b071-fa08415b0072" providerId="ADAL" clId="{E2C2CDDD-CAC9-4783-87D1-CAEB4364208D}" dt="2026-10-26T00:14:14.169" v="306"/>
          <ac:spMkLst>
            <pc:docMk/>
            <pc:sldMk cId="313492760" sldId="307"/>
            <ac:spMk id="40" creationId="{1E080DA9-2D93-F67C-9DCC-8B04B73C6949}"/>
          </ac:spMkLst>
        </pc:spChg>
        <pc:spChg chg="add mod">
          <ac:chgData name="Sergey Chernykh" userId="c7c135f1-59ad-450e-b071-fa08415b0072" providerId="ADAL" clId="{E2C2CDDD-CAC9-4783-87D1-CAEB4364208D}" dt="2026-10-26T00:14:14.169" v="306"/>
          <ac:spMkLst>
            <pc:docMk/>
            <pc:sldMk cId="313492760" sldId="307"/>
            <ac:spMk id="41" creationId="{E9AA0703-E0E5-DC7E-4386-82C711BAF7E0}"/>
          </ac:spMkLst>
        </pc:spChg>
        <pc:spChg chg="add mod">
          <ac:chgData name="Sergey Chernykh" userId="c7c135f1-59ad-450e-b071-fa08415b0072" providerId="ADAL" clId="{E2C2CDDD-CAC9-4783-87D1-CAEB4364208D}" dt="2026-10-26T00:14:14.169" v="306"/>
          <ac:spMkLst>
            <pc:docMk/>
            <pc:sldMk cId="313492760" sldId="307"/>
            <ac:spMk id="42" creationId="{4A33EAA2-EF27-280C-3364-668F7FDCD0AA}"/>
          </ac:spMkLst>
        </pc:spChg>
        <pc:spChg chg="add mod">
          <ac:chgData name="Sergey Chernykh" userId="c7c135f1-59ad-450e-b071-fa08415b0072" providerId="ADAL" clId="{E2C2CDDD-CAC9-4783-87D1-CAEB4364208D}" dt="2026-10-26T00:14:14.169" v="306"/>
          <ac:spMkLst>
            <pc:docMk/>
            <pc:sldMk cId="313492760" sldId="307"/>
            <ac:spMk id="43" creationId="{9F3D1A11-181F-D4C1-DAA3-E9C4536BA8F4}"/>
          </ac:spMkLst>
        </pc:spChg>
        <pc:spChg chg="add mod">
          <ac:chgData name="Sergey Chernykh" userId="c7c135f1-59ad-450e-b071-fa08415b0072" providerId="ADAL" clId="{E2C2CDDD-CAC9-4783-87D1-CAEB4364208D}" dt="2026-10-26T00:14:14.169" v="306"/>
          <ac:spMkLst>
            <pc:docMk/>
            <pc:sldMk cId="313492760" sldId="307"/>
            <ac:spMk id="44" creationId="{5A7322C1-54F9-0519-4435-60E2E13EB922}"/>
          </ac:spMkLst>
        </pc:spChg>
        <pc:spChg chg="add mod">
          <ac:chgData name="Sergey Chernykh" userId="c7c135f1-59ad-450e-b071-fa08415b0072" providerId="ADAL" clId="{E2C2CDDD-CAC9-4783-87D1-CAEB4364208D}" dt="2026-10-26T00:14:14.169" v="306"/>
          <ac:spMkLst>
            <pc:docMk/>
            <pc:sldMk cId="313492760" sldId="307"/>
            <ac:spMk id="45" creationId="{E2AB8B70-5F7C-644B-CB52-C0EB2954B38C}"/>
          </ac:spMkLst>
        </pc:spChg>
        <pc:spChg chg="add mod">
          <ac:chgData name="Sergey Chernykh" userId="c7c135f1-59ad-450e-b071-fa08415b0072" providerId="ADAL" clId="{E2C2CDDD-CAC9-4783-87D1-CAEB4364208D}" dt="2026-10-26T00:14:14.169" v="306"/>
          <ac:spMkLst>
            <pc:docMk/>
            <pc:sldMk cId="313492760" sldId="307"/>
            <ac:spMk id="46" creationId="{397C87D9-CB29-F04C-1ECA-9AE60B67ACEA}"/>
          </ac:spMkLst>
        </pc:spChg>
      </pc:sldChg>
      <pc:sldChg chg="addSp delSp modSp mod">
        <pc:chgData name="Sergey Chernykh" userId="c7c135f1-59ad-450e-b071-fa08415b0072" providerId="ADAL" clId="{E2C2CDDD-CAC9-4783-87D1-CAEB4364208D}" dt="2026-10-26T01:36:40.314" v="343"/>
        <pc:sldMkLst>
          <pc:docMk/>
          <pc:sldMk cId="714745434" sldId="308"/>
        </pc:sldMkLst>
        <pc:spChg chg="add del mod">
          <ac:chgData name="Sergey Chernykh" userId="c7c135f1-59ad-450e-b071-fa08415b0072" providerId="ADAL" clId="{E2C2CDDD-CAC9-4783-87D1-CAEB4364208D}" dt="2026-10-26T01:01:51.810" v="341" actId="478"/>
          <ac:spMkLst>
            <pc:docMk/>
            <pc:sldMk cId="714745434" sldId="308"/>
            <ac:spMk id="3" creationId="{59D66BF7-A046-C9E6-00FD-358741BADEA9}"/>
          </ac:spMkLst>
        </pc:spChg>
        <pc:spChg chg="del">
          <ac:chgData name="Sergey Chernykh" userId="c7c135f1-59ad-450e-b071-fa08415b0072" providerId="ADAL" clId="{E2C2CDDD-CAC9-4783-87D1-CAEB4364208D}" dt="2026-10-26T01:01:47.959" v="338" actId="478"/>
          <ac:spMkLst>
            <pc:docMk/>
            <pc:sldMk cId="714745434" sldId="308"/>
            <ac:spMk id="4" creationId="{D71FE599-CDD5-7F01-4C22-C2F26CCFF03E}"/>
          </ac:spMkLst>
        </pc:spChg>
        <pc:spChg chg="del">
          <ac:chgData name="Sergey Chernykh" userId="c7c135f1-59ad-450e-b071-fa08415b0072" providerId="ADAL" clId="{E2C2CDDD-CAC9-4783-87D1-CAEB4364208D}" dt="2026-10-26T01:01:47.959" v="338" actId="478"/>
          <ac:spMkLst>
            <pc:docMk/>
            <pc:sldMk cId="714745434" sldId="308"/>
            <ac:spMk id="7" creationId="{8CEB2BEE-8060-8E1C-CAC1-061FA1B53EC2}"/>
          </ac:spMkLst>
        </pc:spChg>
        <pc:spChg chg="del">
          <ac:chgData name="Sergey Chernykh" userId="c7c135f1-59ad-450e-b071-fa08415b0072" providerId="ADAL" clId="{E2C2CDDD-CAC9-4783-87D1-CAEB4364208D}" dt="2026-10-26T01:01:47.959" v="338" actId="478"/>
          <ac:spMkLst>
            <pc:docMk/>
            <pc:sldMk cId="714745434" sldId="308"/>
            <ac:spMk id="8" creationId="{3FA292B6-618A-C8F5-A9BC-992F6F3B7C88}"/>
          </ac:spMkLst>
        </pc:spChg>
        <pc:spChg chg="del">
          <ac:chgData name="Sergey Chernykh" userId="c7c135f1-59ad-450e-b071-fa08415b0072" providerId="ADAL" clId="{E2C2CDDD-CAC9-4783-87D1-CAEB4364208D}" dt="2026-10-26T01:01:47.959" v="338" actId="478"/>
          <ac:spMkLst>
            <pc:docMk/>
            <pc:sldMk cId="714745434" sldId="308"/>
            <ac:spMk id="9" creationId="{B3D40D8B-CB46-983A-8837-71910EC5199D}"/>
          </ac:spMkLst>
        </pc:spChg>
        <pc:spChg chg="del">
          <ac:chgData name="Sergey Chernykh" userId="c7c135f1-59ad-450e-b071-fa08415b0072" providerId="ADAL" clId="{E2C2CDDD-CAC9-4783-87D1-CAEB4364208D}" dt="2026-10-26T01:01:47.959" v="338" actId="478"/>
          <ac:spMkLst>
            <pc:docMk/>
            <pc:sldMk cId="714745434" sldId="308"/>
            <ac:spMk id="10" creationId="{C3CBC7DA-8F56-B83A-A57D-87E53CC6D03B}"/>
          </ac:spMkLst>
        </pc:spChg>
        <pc:spChg chg="add mod">
          <ac:chgData name="Sergey Chernykh" userId="c7c135f1-59ad-450e-b071-fa08415b0072" providerId="ADAL" clId="{E2C2CDDD-CAC9-4783-87D1-CAEB4364208D}" dt="2026-10-26T01:01:49.132" v="340"/>
          <ac:spMkLst>
            <pc:docMk/>
            <pc:sldMk cId="714745434" sldId="308"/>
            <ac:spMk id="11" creationId="{F3203198-72C9-3669-C186-CD88C404D7A0}"/>
          </ac:spMkLst>
        </pc:spChg>
        <pc:spChg chg="add mod">
          <ac:chgData name="Sergey Chernykh" userId="c7c135f1-59ad-450e-b071-fa08415b0072" providerId="ADAL" clId="{E2C2CDDD-CAC9-4783-87D1-CAEB4364208D}" dt="2026-10-26T01:01:48.454" v="339"/>
          <ac:spMkLst>
            <pc:docMk/>
            <pc:sldMk cId="714745434" sldId="308"/>
            <ac:spMk id="12" creationId="{610A2F30-289B-4FA2-5E9C-D8ED22706B04}"/>
          </ac:spMkLst>
        </pc:spChg>
        <pc:spChg chg="add mod">
          <ac:chgData name="Sergey Chernykh" userId="c7c135f1-59ad-450e-b071-fa08415b0072" providerId="ADAL" clId="{E2C2CDDD-CAC9-4783-87D1-CAEB4364208D}" dt="2026-10-26T01:01:48.454" v="339"/>
          <ac:spMkLst>
            <pc:docMk/>
            <pc:sldMk cId="714745434" sldId="308"/>
            <ac:spMk id="13" creationId="{B48DAA24-F9C4-1CF5-0553-4317536BDF2D}"/>
          </ac:spMkLst>
        </pc:spChg>
        <pc:spChg chg="add mod">
          <ac:chgData name="Sergey Chernykh" userId="c7c135f1-59ad-450e-b071-fa08415b0072" providerId="ADAL" clId="{E2C2CDDD-CAC9-4783-87D1-CAEB4364208D}" dt="2026-10-26T01:01:48.454" v="339"/>
          <ac:spMkLst>
            <pc:docMk/>
            <pc:sldMk cId="714745434" sldId="308"/>
            <ac:spMk id="14" creationId="{8986718E-103E-D18B-1B9F-4F05B12CC0E4}"/>
          </ac:spMkLst>
        </pc:spChg>
        <pc:spChg chg="add mod">
          <ac:chgData name="Sergey Chernykh" userId="c7c135f1-59ad-450e-b071-fa08415b0072" providerId="ADAL" clId="{E2C2CDDD-CAC9-4783-87D1-CAEB4364208D}" dt="2026-10-26T01:01:48.454" v="339"/>
          <ac:spMkLst>
            <pc:docMk/>
            <pc:sldMk cId="714745434" sldId="308"/>
            <ac:spMk id="15" creationId="{DD30F4CF-BB04-4A7E-E0A6-449E240FB5B4}"/>
          </ac:spMkLst>
        </pc:spChg>
        <pc:spChg chg="add mod">
          <ac:chgData name="Sergey Chernykh" userId="c7c135f1-59ad-450e-b071-fa08415b0072" providerId="ADAL" clId="{E2C2CDDD-CAC9-4783-87D1-CAEB4364208D}" dt="2026-10-26T01:01:48.454" v="339"/>
          <ac:spMkLst>
            <pc:docMk/>
            <pc:sldMk cId="714745434" sldId="308"/>
            <ac:spMk id="16" creationId="{BFA0FE22-A01E-3EA6-38E1-C503AA20DFCB}"/>
          </ac:spMkLst>
        </pc:spChg>
        <pc:spChg chg="add mod">
          <ac:chgData name="Sergey Chernykh" userId="c7c135f1-59ad-450e-b071-fa08415b0072" providerId="ADAL" clId="{E2C2CDDD-CAC9-4783-87D1-CAEB4364208D}" dt="2026-10-26T01:01:48.454" v="339"/>
          <ac:spMkLst>
            <pc:docMk/>
            <pc:sldMk cId="714745434" sldId="308"/>
            <ac:spMk id="17" creationId="{B5EBE022-E56A-EB1A-BA77-C94F44884988}"/>
          </ac:spMkLst>
        </pc:spChg>
        <pc:spChg chg="add mod">
          <ac:chgData name="Sergey Chernykh" userId="c7c135f1-59ad-450e-b071-fa08415b0072" providerId="ADAL" clId="{E2C2CDDD-CAC9-4783-87D1-CAEB4364208D}" dt="2026-10-26T01:01:52.693" v="342"/>
          <ac:spMkLst>
            <pc:docMk/>
            <pc:sldMk cId="714745434" sldId="308"/>
            <ac:spMk id="18" creationId="{695CBA68-BB57-FAD5-4934-12D4E772B0E6}"/>
          </ac:spMkLst>
        </pc:spChg>
        <pc:spChg chg="add mod">
          <ac:chgData name="Sergey Chernykh" userId="c7c135f1-59ad-450e-b071-fa08415b0072" providerId="ADAL" clId="{E2C2CDDD-CAC9-4783-87D1-CAEB4364208D}" dt="2026-10-26T01:01:52.693" v="342"/>
          <ac:spMkLst>
            <pc:docMk/>
            <pc:sldMk cId="714745434" sldId="308"/>
            <ac:spMk id="19" creationId="{E37A749C-AAE8-5927-3C7D-0D52DA462FB5}"/>
          </ac:spMkLst>
        </pc:spChg>
        <pc:spChg chg="add mod">
          <ac:chgData name="Sergey Chernykh" userId="c7c135f1-59ad-450e-b071-fa08415b0072" providerId="ADAL" clId="{E2C2CDDD-CAC9-4783-87D1-CAEB4364208D}" dt="2026-10-26T01:01:52.693" v="342"/>
          <ac:spMkLst>
            <pc:docMk/>
            <pc:sldMk cId="714745434" sldId="308"/>
            <ac:spMk id="20" creationId="{AB884478-FA71-B2FD-781A-929776E24E92}"/>
          </ac:spMkLst>
        </pc:spChg>
        <pc:spChg chg="add mod">
          <ac:chgData name="Sergey Chernykh" userId="c7c135f1-59ad-450e-b071-fa08415b0072" providerId="ADAL" clId="{E2C2CDDD-CAC9-4783-87D1-CAEB4364208D}" dt="2026-10-26T01:01:52.693" v="342"/>
          <ac:spMkLst>
            <pc:docMk/>
            <pc:sldMk cId="714745434" sldId="308"/>
            <ac:spMk id="21" creationId="{B314AB98-C412-6F8A-4EDD-8A4D6BFBF396}"/>
          </ac:spMkLst>
        </pc:spChg>
        <pc:spChg chg="add mod">
          <ac:chgData name="Sergey Chernykh" userId="c7c135f1-59ad-450e-b071-fa08415b0072" providerId="ADAL" clId="{E2C2CDDD-CAC9-4783-87D1-CAEB4364208D}" dt="2026-10-26T01:01:52.693" v="342"/>
          <ac:spMkLst>
            <pc:docMk/>
            <pc:sldMk cId="714745434" sldId="308"/>
            <ac:spMk id="22" creationId="{E302A3D1-AACA-C477-FBBE-68B0FBEB3D37}"/>
          </ac:spMkLst>
        </pc:spChg>
        <pc:spChg chg="add mod">
          <ac:chgData name="Sergey Chernykh" userId="c7c135f1-59ad-450e-b071-fa08415b0072" providerId="ADAL" clId="{E2C2CDDD-CAC9-4783-87D1-CAEB4364208D}" dt="2026-10-26T01:01:52.693" v="342"/>
          <ac:spMkLst>
            <pc:docMk/>
            <pc:sldMk cId="714745434" sldId="308"/>
            <ac:spMk id="23" creationId="{7AD22378-F897-E8BD-958D-D04456D427E6}"/>
          </ac:spMkLst>
        </pc:spChg>
        <pc:spChg chg="add mod">
          <ac:chgData name="Sergey Chernykh" userId="c7c135f1-59ad-450e-b071-fa08415b0072" providerId="ADAL" clId="{E2C2CDDD-CAC9-4783-87D1-CAEB4364208D}" dt="2026-10-26T01:01:52.693" v="342"/>
          <ac:spMkLst>
            <pc:docMk/>
            <pc:sldMk cId="714745434" sldId="308"/>
            <ac:spMk id="24" creationId="{ABA8AFD8-AF06-BEAD-3C87-BD48D3C07B39}"/>
          </ac:spMkLst>
        </pc:spChg>
        <pc:spChg chg="add mod">
          <ac:chgData name="Sergey Chernykh" userId="c7c135f1-59ad-450e-b071-fa08415b0072" providerId="ADAL" clId="{E2C2CDDD-CAC9-4783-87D1-CAEB4364208D}" dt="2026-10-26T01:36:40.314" v="343"/>
          <ac:spMkLst>
            <pc:docMk/>
            <pc:sldMk cId="714745434" sldId="308"/>
            <ac:spMk id="25" creationId="{09389E57-2B23-FE04-62EE-1988D2930F48}"/>
          </ac:spMkLst>
        </pc:spChg>
        <pc:spChg chg="add mod">
          <ac:chgData name="Sergey Chernykh" userId="c7c135f1-59ad-450e-b071-fa08415b0072" providerId="ADAL" clId="{E2C2CDDD-CAC9-4783-87D1-CAEB4364208D}" dt="2026-10-26T01:36:40.314" v="343"/>
          <ac:spMkLst>
            <pc:docMk/>
            <pc:sldMk cId="714745434" sldId="308"/>
            <ac:spMk id="26" creationId="{11C76389-B6E2-376C-05B4-52A4E036A6B0}"/>
          </ac:spMkLst>
        </pc:spChg>
        <pc:spChg chg="add mod">
          <ac:chgData name="Sergey Chernykh" userId="c7c135f1-59ad-450e-b071-fa08415b0072" providerId="ADAL" clId="{E2C2CDDD-CAC9-4783-87D1-CAEB4364208D}" dt="2026-10-26T01:36:40.314" v="343"/>
          <ac:spMkLst>
            <pc:docMk/>
            <pc:sldMk cId="714745434" sldId="308"/>
            <ac:spMk id="27" creationId="{9F4DBB19-D47F-0032-3A31-03C5AF8DE01C}"/>
          </ac:spMkLst>
        </pc:spChg>
        <pc:spChg chg="add mod">
          <ac:chgData name="Sergey Chernykh" userId="c7c135f1-59ad-450e-b071-fa08415b0072" providerId="ADAL" clId="{E2C2CDDD-CAC9-4783-87D1-CAEB4364208D}" dt="2026-10-26T01:36:40.314" v="343"/>
          <ac:spMkLst>
            <pc:docMk/>
            <pc:sldMk cId="714745434" sldId="308"/>
            <ac:spMk id="28" creationId="{9BF1EBA5-C1D7-85F3-7B38-CA6079286CB0}"/>
          </ac:spMkLst>
        </pc:spChg>
        <pc:spChg chg="add mod">
          <ac:chgData name="Sergey Chernykh" userId="c7c135f1-59ad-450e-b071-fa08415b0072" providerId="ADAL" clId="{E2C2CDDD-CAC9-4783-87D1-CAEB4364208D}" dt="2026-10-26T01:36:40.314" v="343"/>
          <ac:spMkLst>
            <pc:docMk/>
            <pc:sldMk cId="714745434" sldId="308"/>
            <ac:spMk id="29" creationId="{B6EB8135-1475-3D7A-A659-59A0DCB3D02C}"/>
          </ac:spMkLst>
        </pc:spChg>
        <pc:spChg chg="add mod">
          <ac:chgData name="Sergey Chernykh" userId="c7c135f1-59ad-450e-b071-fa08415b0072" providerId="ADAL" clId="{E2C2CDDD-CAC9-4783-87D1-CAEB4364208D}" dt="2026-10-26T01:36:40.314" v="343"/>
          <ac:spMkLst>
            <pc:docMk/>
            <pc:sldMk cId="714745434" sldId="308"/>
            <ac:spMk id="30" creationId="{E3B10F9C-7794-CD33-C5C4-0A973B6EBFFF}"/>
          </ac:spMkLst>
        </pc:spChg>
        <pc:spChg chg="add mod">
          <ac:chgData name="Sergey Chernykh" userId="c7c135f1-59ad-450e-b071-fa08415b0072" providerId="ADAL" clId="{E2C2CDDD-CAC9-4783-87D1-CAEB4364208D}" dt="2026-10-26T01:36:40.314" v="343"/>
          <ac:spMkLst>
            <pc:docMk/>
            <pc:sldMk cId="714745434" sldId="308"/>
            <ac:spMk id="31" creationId="{71AACDC4-2B66-1440-8E26-5A812D452079}"/>
          </ac:spMkLst>
        </pc:spChg>
      </pc:sldChg>
      <pc:sldChg chg="addSp delSp modSp mod">
        <pc:chgData name="Sergey Chernykh" userId="c7c135f1-59ad-450e-b071-fa08415b0072" providerId="ADAL" clId="{E2C2CDDD-CAC9-4783-87D1-CAEB4364208D}" dt="2026-10-26T01:37:12.976" v="346"/>
        <pc:sldMkLst>
          <pc:docMk/>
          <pc:sldMk cId="1944402743" sldId="309"/>
        </pc:sldMkLst>
        <pc:spChg chg="add del mod">
          <ac:chgData name="Sergey Chernykh" userId="c7c135f1-59ad-450e-b071-fa08415b0072" providerId="ADAL" clId="{E2C2CDDD-CAC9-4783-87D1-CAEB4364208D}" dt="2026-10-26T01:37:04.236" v="345" actId="478"/>
          <ac:spMkLst>
            <pc:docMk/>
            <pc:sldMk cId="1944402743" sldId="309"/>
            <ac:spMk id="3" creationId="{2FC3A8E4-A075-4A55-D0DD-5A84B0340450}"/>
          </ac:spMkLst>
        </pc:spChg>
        <pc:spChg chg="del">
          <ac:chgData name="Sergey Chernykh" userId="c7c135f1-59ad-450e-b071-fa08415b0072" providerId="ADAL" clId="{E2C2CDDD-CAC9-4783-87D1-CAEB4364208D}" dt="2026-10-26T01:37:00.066" v="344" actId="478"/>
          <ac:spMkLst>
            <pc:docMk/>
            <pc:sldMk cId="1944402743" sldId="309"/>
            <ac:spMk id="4" creationId="{FAE3852A-6094-6E1B-0F30-4D66AFBE91B7}"/>
          </ac:spMkLst>
        </pc:spChg>
        <pc:spChg chg="del">
          <ac:chgData name="Sergey Chernykh" userId="c7c135f1-59ad-450e-b071-fa08415b0072" providerId="ADAL" clId="{E2C2CDDD-CAC9-4783-87D1-CAEB4364208D}" dt="2026-10-26T01:37:00.066" v="344" actId="478"/>
          <ac:spMkLst>
            <pc:docMk/>
            <pc:sldMk cId="1944402743" sldId="309"/>
            <ac:spMk id="7" creationId="{55349FB4-9762-4575-A5DF-F3861B69B920}"/>
          </ac:spMkLst>
        </pc:spChg>
        <pc:spChg chg="del">
          <ac:chgData name="Sergey Chernykh" userId="c7c135f1-59ad-450e-b071-fa08415b0072" providerId="ADAL" clId="{E2C2CDDD-CAC9-4783-87D1-CAEB4364208D}" dt="2026-10-26T01:37:00.066" v="344" actId="478"/>
          <ac:spMkLst>
            <pc:docMk/>
            <pc:sldMk cId="1944402743" sldId="309"/>
            <ac:spMk id="8" creationId="{715C5350-1270-631E-D139-4DA39E28D218}"/>
          </ac:spMkLst>
        </pc:spChg>
        <pc:spChg chg="del">
          <ac:chgData name="Sergey Chernykh" userId="c7c135f1-59ad-450e-b071-fa08415b0072" providerId="ADAL" clId="{E2C2CDDD-CAC9-4783-87D1-CAEB4364208D}" dt="2026-10-26T01:37:00.066" v="344" actId="478"/>
          <ac:spMkLst>
            <pc:docMk/>
            <pc:sldMk cId="1944402743" sldId="309"/>
            <ac:spMk id="9" creationId="{78BABC90-3F48-A565-22DE-A480A2CCE06C}"/>
          </ac:spMkLst>
        </pc:spChg>
        <pc:spChg chg="del">
          <ac:chgData name="Sergey Chernykh" userId="c7c135f1-59ad-450e-b071-fa08415b0072" providerId="ADAL" clId="{E2C2CDDD-CAC9-4783-87D1-CAEB4364208D}" dt="2026-10-26T01:37:00.066" v="344" actId="478"/>
          <ac:spMkLst>
            <pc:docMk/>
            <pc:sldMk cId="1944402743" sldId="309"/>
            <ac:spMk id="10" creationId="{30B8D736-D768-34AE-FA16-787F609E9BFF}"/>
          </ac:spMkLst>
        </pc:spChg>
        <pc:spChg chg="add mod">
          <ac:chgData name="Sergey Chernykh" userId="c7c135f1-59ad-450e-b071-fa08415b0072" providerId="ADAL" clId="{E2C2CDDD-CAC9-4783-87D1-CAEB4364208D}" dt="2026-10-26T01:37:12.976" v="346"/>
          <ac:spMkLst>
            <pc:docMk/>
            <pc:sldMk cId="1944402743" sldId="309"/>
            <ac:spMk id="11" creationId="{2C32AB3B-1092-07C6-640F-615191E6D69B}"/>
          </ac:spMkLst>
        </pc:spChg>
        <pc:spChg chg="add mod">
          <ac:chgData name="Sergey Chernykh" userId="c7c135f1-59ad-450e-b071-fa08415b0072" providerId="ADAL" clId="{E2C2CDDD-CAC9-4783-87D1-CAEB4364208D}" dt="2026-10-26T01:37:12.976" v="346"/>
          <ac:spMkLst>
            <pc:docMk/>
            <pc:sldMk cId="1944402743" sldId="309"/>
            <ac:spMk id="12" creationId="{B3090171-A987-EDF7-4F93-E79D1A59DE54}"/>
          </ac:spMkLst>
        </pc:spChg>
        <pc:spChg chg="add mod">
          <ac:chgData name="Sergey Chernykh" userId="c7c135f1-59ad-450e-b071-fa08415b0072" providerId="ADAL" clId="{E2C2CDDD-CAC9-4783-87D1-CAEB4364208D}" dt="2026-10-26T01:37:12.976" v="346"/>
          <ac:spMkLst>
            <pc:docMk/>
            <pc:sldMk cId="1944402743" sldId="309"/>
            <ac:spMk id="13" creationId="{0BD982E1-1005-E9AD-3AB8-D188176839B8}"/>
          </ac:spMkLst>
        </pc:spChg>
        <pc:spChg chg="add mod">
          <ac:chgData name="Sergey Chernykh" userId="c7c135f1-59ad-450e-b071-fa08415b0072" providerId="ADAL" clId="{E2C2CDDD-CAC9-4783-87D1-CAEB4364208D}" dt="2026-10-26T01:37:12.976" v="346"/>
          <ac:spMkLst>
            <pc:docMk/>
            <pc:sldMk cId="1944402743" sldId="309"/>
            <ac:spMk id="14" creationId="{017AE0D6-1E67-8CDB-307C-3D1D20EC97E2}"/>
          </ac:spMkLst>
        </pc:spChg>
        <pc:spChg chg="add mod">
          <ac:chgData name="Sergey Chernykh" userId="c7c135f1-59ad-450e-b071-fa08415b0072" providerId="ADAL" clId="{E2C2CDDD-CAC9-4783-87D1-CAEB4364208D}" dt="2026-10-26T01:37:12.976" v="346"/>
          <ac:spMkLst>
            <pc:docMk/>
            <pc:sldMk cId="1944402743" sldId="309"/>
            <ac:spMk id="15" creationId="{F01AAE5E-626F-0AE1-814B-DD50CEA3658C}"/>
          </ac:spMkLst>
        </pc:spChg>
        <pc:spChg chg="add mod">
          <ac:chgData name="Sergey Chernykh" userId="c7c135f1-59ad-450e-b071-fa08415b0072" providerId="ADAL" clId="{E2C2CDDD-CAC9-4783-87D1-CAEB4364208D}" dt="2026-10-26T01:37:12.976" v="346"/>
          <ac:spMkLst>
            <pc:docMk/>
            <pc:sldMk cId="1944402743" sldId="309"/>
            <ac:spMk id="16" creationId="{E41ACEB6-7F4D-ED9F-0CB1-069E88F0E87D}"/>
          </ac:spMkLst>
        </pc:spChg>
        <pc:spChg chg="add mod">
          <ac:chgData name="Sergey Chernykh" userId="c7c135f1-59ad-450e-b071-fa08415b0072" providerId="ADAL" clId="{E2C2CDDD-CAC9-4783-87D1-CAEB4364208D}" dt="2026-10-26T01:37:12.976" v="346"/>
          <ac:spMkLst>
            <pc:docMk/>
            <pc:sldMk cId="1944402743" sldId="309"/>
            <ac:spMk id="17" creationId="{01812991-1685-BF1A-E3E5-2780C2F165C2}"/>
          </ac:spMkLst>
        </pc:spChg>
        <pc:spChg chg="add mod">
          <ac:chgData name="Sergey Chernykh" userId="c7c135f1-59ad-450e-b071-fa08415b0072" providerId="ADAL" clId="{E2C2CDDD-CAC9-4783-87D1-CAEB4364208D}" dt="2026-10-26T01:37:12.976" v="346"/>
          <ac:spMkLst>
            <pc:docMk/>
            <pc:sldMk cId="1944402743" sldId="309"/>
            <ac:spMk id="18" creationId="{92B2B65F-64DD-BD32-5695-53D7506C14D1}"/>
          </ac:spMkLst>
        </pc:spChg>
        <pc:spChg chg="add mod">
          <ac:chgData name="Sergey Chernykh" userId="c7c135f1-59ad-450e-b071-fa08415b0072" providerId="ADAL" clId="{E2C2CDDD-CAC9-4783-87D1-CAEB4364208D}" dt="2026-10-26T01:37:12.976" v="346"/>
          <ac:spMkLst>
            <pc:docMk/>
            <pc:sldMk cId="1944402743" sldId="309"/>
            <ac:spMk id="19" creationId="{EF83D8E4-4CB6-84E4-C851-280EC7AC1B6C}"/>
          </ac:spMkLst>
        </pc:spChg>
      </pc:sldChg>
      <pc:sldChg chg="delSp mod">
        <pc:chgData name="Sergey Chernykh" userId="c7c135f1-59ad-450e-b071-fa08415b0072" providerId="ADAL" clId="{E2C2CDDD-CAC9-4783-87D1-CAEB4364208D}" dt="2026-10-26T02:42:37.918" v="441" actId="478"/>
        <pc:sldMkLst>
          <pc:docMk/>
          <pc:sldMk cId="3787688922" sldId="310"/>
        </pc:sldMkLst>
        <pc:spChg chg="del">
          <ac:chgData name="Sergey Chernykh" userId="c7c135f1-59ad-450e-b071-fa08415b0072" providerId="ADAL" clId="{E2C2CDDD-CAC9-4783-87D1-CAEB4364208D}" dt="2026-10-26T02:42:37.918" v="441" actId="478"/>
          <ac:spMkLst>
            <pc:docMk/>
            <pc:sldMk cId="3787688922" sldId="310"/>
            <ac:spMk id="19" creationId="{EC2171C3-8E14-DD09-2136-B01173AEF450}"/>
          </ac:spMkLst>
        </pc:spChg>
      </pc:sldChg>
      <pc:sldChg chg="addSp delSp modSp mod">
        <pc:chgData name="Sergey Chernykh" userId="c7c135f1-59ad-450e-b071-fa08415b0072" providerId="ADAL" clId="{E2C2CDDD-CAC9-4783-87D1-CAEB4364208D}" dt="2026-10-26T02:48:04.524" v="565" actId="478"/>
        <pc:sldMkLst>
          <pc:docMk/>
          <pc:sldMk cId="4185955122" sldId="311"/>
        </pc:sldMkLst>
        <pc:spChg chg="add del mod">
          <ac:chgData name="Sergey Chernykh" userId="c7c135f1-59ad-450e-b071-fa08415b0072" providerId="ADAL" clId="{E2C2CDDD-CAC9-4783-87D1-CAEB4364208D}" dt="2026-10-26T02:17:10.791" v="354" actId="478"/>
          <ac:spMkLst>
            <pc:docMk/>
            <pc:sldMk cId="4185955122" sldId="311"/>
            <ac:spMk id="3" creationId="{7123F38A-6881-3D79-9DE1-81A77742D4BB}"/>
          </ac:spMkLst>
        </pc:spChg>
        <pc:spChg chg="add mod">
          <ac:chgData name="Sergey Chernykh" userId="c7c135f1-59ad-450e-b071-fa08415b0072" providerId="ADAL" clId="{E2C2CDDD-CAC9-4783-87D1-CAEB4364208D}" dt="2026-10-26T02:17:08.369" v="353"/>
          <ac:spMkLst>
            <pc:docMk/>
            <pc:sldMk cId="4185955122" sldId="311"/>
            <ac:spMk id="4" creationId="{6451E1C7-A71C-A746-6E91-78ECDBF0CA3B}"/>
          </ac:spMkLst>
        </pc:spChg>
        <pc:spChg chg="del">
          <ac:chgData name="Sergey Chernykh" userId="c7c135f1-59ad-450e-b071-fa08415b0072" providerId="ADAL" clId="{E2C2CDDD-CAC9-4783-87D1-CAEB4364208D}" dt="2026-10-26T02:17:07.234" v="351" actId="478"/>
          <ac:spMkLst>
            <pc:docMk/>
            <pc:sldMk cId="4185955122" sldId="311"/>
            <ac:spMk id="5" creationId="{2E84BE30-B0EA-59C6-33CB-7B5E9FE4D0E6}"/>
          </ac:spMkLst>
        </pc:spChg>
        <pc:spChg chg="del">
          <ac:chgData name="Sergey Chernykh" userId="c7c135f1-59ad-450e-b071-fa08415b0072" providerId="ADAL" clId="{E2C2CDDD-CAC9-4783-87D1-CAEB4364208D}" dt="2026-10-26T02:17:07.234" v="351" actId="478"/>
          <ac:spMkLst>
            <pc:docMk/>
            <pc:sldMk cId="4185955122" sldId="311"/>
            <ac:spMk id="8" creationId="{CF7788B6-5F60-E6A7-8914-65A4DBCE514C}"/>
          </ac:spMkLst>
        </pc:spChg>
        <pc:spChg chg="del">
          <ac:chgData name="Sergey Chernykh" userId="c7c135f1-59ad-450e-b071-fa08415b0072" providerId="ADAL" clId="{E2C2CDDD-CAC9-4783-87D1-CAEB4364208D}" dt="2026-10-26T02:17:07.234" v="351" actId="478"/>
          <ac:spMkLst>
            <pc:docMk/>
            <pc:sldMk cId="4185955122" sldId="311"/>
            <ac:spMk id="9" creationId="{8F851CB9-D147-10AF-5270-A19D166E42BA}"/>
          </ac:spMkLst>
        </pc:spChg>
        <pc:spChg chg="del">
          <ac:chgData name="Sergey Chernykh" userId="c7c135f1-59ad-450e-b071-fa08415b0072" providerId="ADAL" clId="{E2C2CDDD-CAC9-4783-87D1-CAEB4364208D}" dt="2026-10-26T02:17:07.234" v="351" actId="478"/>
          <ac:spMkLst>
            <pc:docMk/>
            <pc:sldMk cId="4185955122" sldId="311"/>
            <ac:spMk id="10" creationId="{944DCC0B-69C1-03FC-6DBB-0C1D22A6AC85}"/>
          </ac:spMkLst>
        </pc:spChg>
        <pc:spChg chg="del">
          <ac:chgData name="Sergey Chernykh" userId="c7c135f1-59ad-450e-b071-fa08415b0072" providerId="ADAL" clId="{E2C2CDDD-CAC9-4783-87D1-CAEB4364208D}" dt="2026-10-26T02:17:07.234" v="351" actId="478"/>
          <ac:spMkLst>
            <pc:docMk/>
            <pc:sldMk cId="4185955122" sldId="311"/>
            <ac:spMk id="11" creationId="{4FBA1D6E-3D04-B377-7920-4B08BB80061C}"/>
          </ac:spMkLst>
        </pc:spChg>
        <pc:spChg chg="del">
          <ac:chgData name="Sergey Chernykh" userId="c7c135f1-59ad-450e-b071-fa08415b0072" providerId="ADAL" clId="{E2C2CDDD-CAC9-4783-87D1-CAEB4364208D}" dt="2026-10-26T02:17:07.234" v="351" actId="478"/>
          <ac:spMkLst>
            <pc:docMk/>
            <pc:sldMk cId="4185955122" sldId="311"/>
            <ac:spMk id="12" creationId="{F5D55A11-A16F-BD93-2376-0BDF2948AEAE}"/>
          </ac:spMkLst>
        </pc:spChg>
        <pc:spChg chg="del">
          <ac:chgData name="Sergey Chernykh" userId="c7c135f1-59ad-450e-b071-fa08415b0072" providerId="ADAL" clId="{E2C2CDDD-CAC9-4783-87D1-CAEB4364208D}" dt="2026-10-26T02:17:07.234" v="351" actId="478"/>
          <ac:spMkLst>
            <pc:docMk/>
            <pc:sldMk cId="4185955122" sldId="311"/>
            <ac:spMk id="13" creationId="{97849105-4B6D-F544-96AF-4187E1D7D5D8}"/>
          </ac:spMkLst>
        </pc:spChg>
        <pc:spChg chg="add mod">
          <ac:chgData name="Sergey Chernykh" userId="c7c135f1-59ad-450e-b071-fa08415b0072" providerId="ADAL" clId="{E2C2CDDD-CAC9-4783-87D1-CAEB4364208D}" dt="2026-10-26T02:17:07.640" v="352"/>
          <ac:spMkLst>
            <pc:docMk/>
            <pc:sldMk cId="4185955122" sldId="311"/>
            <ac:spMk id="14" creationId="{6DDE5ACC-67CC-8121-92F1-B179ACBB9E83}"/>
          </ac:spMkLst>
        </pc:spChg>
        <pc:spChg chg="add mod">
          <ac:chgData name="Sergey Chernykh" userId="c7c135f1-59ad-450e-b071-fa08415b0072" providerId="ADAL" clId="{E2C2CDDD-CAC9-4783-87D1-CAEB4364208D}" dt="2026-10-26T02:17:07.640" v="352"/>
          <ac:spMkLst>
            <pc:docMk/>
            <pc:sldMk cId="4185955122" sldId="311"/>
            <ac:spMk id="15" creationId="{6A9E11D4-3C7B-1191-5377-7D1825FAB62E}"/>
          </ac:spMkLst>
        </pc:spChg>
        <pc:spChg chg="add mod">
          <ac:chgData name="Sergey Chernykh" userId="c7c135f1-59ad-450e-b071-fa08415b0072" providerId="ADAL" clId="{E2C2CDDD-CAC9-4783-87D1-CAEB4364208D}" dt="2026-10-26T02:17:07.640" v="352"/>
          <ac:spMkLst>
            <pc:docMk/>
            <pc:sldMk cId="4185955122" sldId="311"/>
            <ac:spMk id="16" creationId="{5EC92F7E-3515-E01C-A5A4-779BB6FD57BF}"/>
          </ac:spMkLst>
        </pc:spChg>
        <pc:spChg chg="add mod">
          <ac:chgData name="Sergey Chernykh" userId="c7c135f1-59ad-450e-b071-fa08415b0072" providerId="ADAL" clId="{E2C2CDDD-CAC9-4783-87D1-CAEB4364208D}" dt="2026-10-26T02:17:07.640" v="352"/>
          <ac:spMkLst>
            <pc:docMk/>
            <pc:sldMk cId="4185955122" sldId="311"/>
            <ac:spMk id="17" creationId="{DA0D8039-3A31-FE9A-AAA1-FB003DB2A0F6}"/>
          </ac:spMkLst>
        </pc:spChg>
        <pc:spChg chg="add mod">
          <ac:chgData name="Sergey Chernykh" userId="c7c135f1-59ad-450e-b071-fa08415b0072" providerId="ADAL" clId="{E2C2CDDD-CAC9-4783-87D1-CAEB4364208D}" dt="2026-10-26T02:17:07.640" v="352"/>
          <ac:spMkLst>
            <pc:docMk/>
            <pc:sldMk cId="4185955122" sldId="311"/>
            <ac:spMk id="18" creationId="{E781108C-364D-9813-E3D1-43887115FCB8}"/>
          </ac:spMkLst>
        </pc:spChg>
        <pc:spChg chg="add mod">
          <ac:chgData name="Sergey Chernykh" userId="c7c135f1-59ad-450e-b071-fa08415b0072" providerId="ADAL" clId="{E2C2CDDD-CAC9-4783-87D1-CAEB4364208D}" dt="2026-10-26T02:17:07.640" v="352"/>
          <ac:spMkLst>
            <pc:docMk/>
            <pc:sldMk cId="4185955122" sldId="311"/>
            <ac:spMk id="19" creationId="{166E111A-AE88-EF76-EF6F-80AEF8D53003}"/>
          </ac:spMkLst>
        </pc:spChg>
        <pc:spChg chg="add mod">
          <ac:chgData name="Sergey Chernykh" userId="c7c135f1-59ad-450e-b071-fa08415b0072" providerId="ADAL" clId="{E2C2CDDD-CAC9-4783-87D1-CAEB4364208D}" dt="2026-10-26T02:17:07.640" v="352"/>
          <ac:spMkLst>
            <pc:docMk/>
            <pc:sldMk cId="4185955122" sldId="311"/>
            <ac:spMk id="20" creationId="{20CBC8A6-16A6-81E6-BE74-C9D9C1319F8F}"/>
          </ac:spMkLst>
        </pc:spChg>
        <pc:spChg chg="add mod">
          <ac:chgData name="Sergey Chernykh" userId="c7c135f1-59ad-450e-b071-fa08415b0072" providerId="ADAL" clId="{E2C2CDDD-CAC9-4783-87D1-CAEB4364208D}" dt="2026-10-26T02:17:11.198" v="355"/>
          <ac:spMkLst>
            <pc:docMk/>
            <pc:sldMk cId="4185955122" sldId="311"/>
            <ac:spMk id="21" creationId="{B165CF6E-AF14-0919-2010-1E5D5B91879B}"/>
          </ac:spMkLst>
        </pc:spChg>
        <pc:spChg chg="add mod">
          <ac:chgData name="Sergey Chernykh" userId="c7c135f1-59ad-450e-b071-fa08415b0072" providerId="ADAL" clId="{E2C2CDDD-CAC9-4783-87D1-CAEB4364208D}" dt="2026-10-26T02:17:11.198" v="355"/>
          <ac:spMkLst>
            <pc:docMk/>
            <pc:sldMk cId="4185955122" sldId="311"/>
            <ac:spMk id="22" creationId="{FD7E507F-E0AE-5281-5613-D5B6EEAA1D1D}"/>
          </ac:spMkLst>
        </pc:spChg>
        <pc:spChg chg="add mod">
          <ac:chgData name="Sergey Chernykh" userId="c7c135f1-59ad-450e-b071-fa08415b0072" providerId="ADAL" clId="{E2C2CDDD-CAC9-4783-87D1-CAEB4364208D}" dt="2026-10-26T02:17:11.198" v="355"/>
          <ac:spMkLst>
            <pc:docMk/>
            <pc:sldMk cId="4185955122" sldId="311"/>
            <ac:spMk id="23" creationId="{BB23FAC6-4749-7CCF-92B4-358AE4110E69}"/>
          </ac:spMkLst>
        </pc:spChg>
        <pc:spChg chg="add mod">
          <ac:chgData name="Sergey Chernykh" userId="c7c135f1-59ad-450e-b071-fa08415b0072" providerId="ADAL" clId="{E2C2CDDD-CAC9-4783-87D1-CAEB4364208D}" dt="2026-10-26T02:17:11.198" v="355"/>
          <ac:spMkLst>
            <pc:docMk/>
            <pc:sldMk cId="4185955122" sldId="311"/>
            <ac:spMk id="24" creationId="{BC993FB6-DD41-2263-16C0-58E75E60CC27}"/>
          </ac:spMkLst>
        </pc:spChg>
        <pc:spChg chg="add mod">
          <ac:chgData name="Sergey Chernykh" userId="c7c135f1-59ad-450e-b071-fa08415b0072" providerId="ADAL" clId="{E2C2CDDD-CAC9-4783-87D1-CAEB4364208D}" dt="2026-10-26T02:17:11.198" v="355"/>
          <ac:spMkLst>
            <pc:docMk/>
            <pc:sldMk cId="4185955122" sldId="311"/>
            <ac:spMk id="25" creationId="{B486480B-25B1-D402-9866-C58080F9EF32}"/>
          </ac:spMkLst>
        </pc:spChg>
        <pc:spChg chg="add mod">
          <ac:chgData name="Sergey Chernykh" userId="c7c135f1-59ad-450e-b071-fa08415b0072" providerId="ADAL" clId="{E2C2CDDD-CAC9-4783-87D1-CAEB4364208D}" dt="2026-10-26T02:17:11.198" v="355"/>
          <ac:spMkLst>
            <pc:docMk/>
            <pc:sldMk cId="4185955122" sldId="311"/>
            <ac:spMk id="26" creationId="{6B976B96-DC6C-3266-95E3-B40DC64725A6}"/>
          </ac:spMkLst>
        </pc:spChg>
        <pc:spChg chg="add mod">
          <ac:chgData name="Sergey Chernykh" userId="c7c135f1-59ad-450e-b071-fa08415b0072" providerId="ADAL" clId="{E2C2CDDD-CAC9-4783-87D1-CAEB4364208D}" dt="2026-10-26T02:17:11.198" v="355"/>
          <ac:spMkLst>
            <pc:docMk/>
            <pc:sldMk cId="4185955122" sldId="311"/>
            <ac:spMk id="27" creationId="{097DFD5E-A6CE-35D5-B098-49F288BC42F1}"/>
          </ac:spMkLst>
        </pc:spChg>
        <pc:spChg chg="add del mod">
          <ac:chgData name="Sergey Chernykh" userId="c7c135f1-59ad-450e-b071-fa08415b0072" providerId="ADAL" clId="{E2C2CDDD-CAC9-4783-87D1-CAEB4364208D}" dt="2026-10-26T02:48:04.524" v="565" actId="478"/>
          <ac:spMkLst>
            <pc:docMk/>
            <pc:sldMk cId="4185955122" sldId="311"/>
            <ac:spMk id="28" creationId="{516454DE-3C4D-8449-EE69-6E4661A3D156}"/>
          </ac:spMkLst>
        </pc:spChg>
      </pc:sldChg>
      <pc:sldChg chg="addSp delSp modSp mod">
        <pc:chgData name="Sergey Chernykh" userId="c7c135f1-59ad-450e-b071-fa08415b0072" providerId="ADAL" clId="{E2C2CDDD-CAC9-4783-87D1-CAEB4364208D}" dt="2026-10-26T02:46:38.612" v="559" actId="478"/>
        <pc:sldMkLst>
          <pc:docMk/>
          <pc:sldMk cId="2876673152" sldId="312"/>
        </pc:sldMkLst>
        <pc:spChg chg="add del mod">
          <ac:chgData name="Sergey Chernykh" userId="c7c135f1-59ad-450e-b071-fa08415b0072" providerId="ADAL" clId="{E2C2CDDD-CAC9-4783-87D1-CAEB4364208D}" dt="2026-10-26T02:46:31.972" v="557" actId="478"/>
          <ac:spMkLst>
            <pc:docMk/>
            <pc:sldMk cId="2876673152" sldId="312"/>
            <ac:spMk id="3" creationId="{DD364582-7059-E6E8-E34A-59DEC667B4FE}"/>
          </ac:spMkLst>
        </pc:spChg>
        <pc:spChg chg="add mod">
          <ac:chgData name="Sergey Chernykh" userId="c7c135f1-59ad-450e-b071-fa08415b0072" providerId="ADAL" clId="{E2C2CDDD-CAC9-4783-87D1-CAEB4364208D}" dt="2026-10-26T02:46:32.673" v="558"/>
          <ac:spMkLst>
            <pc:docMk/>
            <pc:sldMk cId="2876673152" sldId="312"/>
            <ac:spMk id="4" creationId="{BAB68DD4-F78A-D444-F9DD-D0819CD9278B}"/>
          </ac:spMkLst>
        </pc:spChg>
        <pc:spChg chg="del">
          <ac:chgData name="Sergey Chernykh" userId="c7c135f1-59ad-450e-b071-fa08415b0072" providerId="ADAL" clId="{E2C2CDDD-CAC9-4783-87D1-CAEB4364208D}" dt="2026-10-26T02:46:26.084" v="556" actId="478"/>
          <ac:spMkLst>
            <pc:docMk/>
            <pc:sldMk cId="2876673152" sldId="312"/>
            <ac:spMk id="5" creationId="{0E5D8E96-0421-E5F1-9BDA-C20084309EE5}"/>
          </ac:spMkLst>
        </pc:spChg>
        <pc:spChg chg="del">
          <ac:chgData name="Sergey Chernykh" userId="c7c135f1-59ad-450e-b071-fa08415b0072" providerId="ADAL" clId="{E2C2CDDD-CAC9-4783-87D1-CAEB4364208D}" dt="2026-10-26T02:46:26.084" v="556" actId="478"/>
          <ac:spMkLst>
            <pc:docMk/>
            <pc:sldMk cId="2876673152" sldId="312"/>
            <ac:spMk id="8" creationId="{AC9C800C-65BB-CD20-FE4E-9B5F5F403E0B}"/>
          </ac:spMkLst>
        </pc:spChg>
        <pc:spChg chg="del">
          <ac:chgData name="Sergey Chernykh" userId="c7c135f1-59ad-450e-b071-fa08415b0072" providerId="ADAL" clId="{E2C2CDDD-CAC9-4783-87D1-CAEB4364208D}" dt="2026-10-26T02:46:26.084" v="556" actId="478"/>
          <ac:spMkLst>
            <pc:docMk/>
            <pc:sldMk cId="2876673152" sldId="312"/>
            <ac:spMk id="9" creationId="{196C0575-811B-112A-2D4F-F043CE3B7320}"/>
          </ac:spMkLst>
        </pc:spChg>
        <pc:spChg chg="del">
          <ac:chgData name="Sergey Chernykh" userId="c7c135f1-59ad-450e-b071-fa08415b0072" providerId="ADAL" clId="{E2C2CDDD-CAC9-4783-87D1-CAEB4364208D}" dt="2026-10-26T02:46:26.084" v="556" actId="478"/>
          <ac:spMkLst>
            <pc:docMk/>
            <pc:sldMk cId="2876673152" sldId="312"/>
            <ac:spMk id="10" creationId="{313FB74A-9ED2-CBB6-2CA5-BE5E92D830E1}"/>
          </ac:spMkLst>
        </pc:spChg>
        <pc:spChg chg="del">
          <ac:chgData name="Sergey Chernykh" userId="c7c135f1-59ad-450e-b071-fa08415b0072" providerId="ADAL" clId="{E2C2CDDD-CAC9-4783-87D1-CAEB4364208D}" dt="2026-10-26T02:46:26.084" v="556" actId="478"/>
          <ac:spMkLst>
            <pc:docMk/>
            <pc:sldMk cId="2876673152" sldId="312"/>
            <ac:spMk id="11" creationId="{6508A47E-E757-65D3-B02C-01D6DA7D543A}"/>
          </ac:spMkLst>
        </pc:spChg>
        <pc:spChg chg="del">
          <ac:chgData name="Sergey Chernykh" userId="c7c135f1-59ad-450e-b071-fa08415b0072" providerId="ADAL" clId="{E2C2CDDD-CAC9-4783-87D1-CAEB4364208D}" dt="2026-10-26T02:46:26.084" v="556" actId="478"/>
          <ac:spMkLst>
            <pc:docMk/>
            <pc:sldMk cId="2876673152" sldId="312"/>
            <ac:spMk id="12" creationId="{FED12B55-43AD-1DF6-40E6-17BEC9A1506C}"/>
          </ac:spMkLst>
        </pc:spChg>
        <pc:spChg chg="del">
          <ac:chgData name="Sergey Chernykh" userId="c7c135f1-59ad-450e-b071-fa08415b0072" providerId="ADAL" clId="{E2C2CDDD-CAC9-4783-87D1-CAEB4364208D}" dt="2026-10-26T02:46:26.084" v="556" actId="478"/>
          <ac:spMkLst>
            <pc:docMk/>
            <pc:sldMk cId="2876673152" sldId="312"/>
            <ac:spMk id="13" creationId="{78EFD345-FEA0-E608-8A27-159477F011BA}"/>
          </ac:spMkLst>
        </pc:spChg>
        <pc:spChg chg="del">
          <ac:chgData name="Sergey Chernykh" userId="c7c135f1-59ad-450e-b071-fa08415b0072" providerId="ADAL" clId="{E2C2CDDD-CAC9-4783-87D1-CAEB4364208D}" dt="2026-10-26T02:46:26.084" v="556" actId="478"/>
          <ac:spMkLst>
            <pc:docMk/>
            <pc:sldMk cId="2876673152" sldId="312"/>
            <ac:spMk id="14" creationId="{584F3209-1B30-ADB9-EEA4-AEB5340D462E}"/>
          </ac:spMkLst>
        </pc:spChg>
        <pc:spChg chg="add mod">
          <ac:chgData name="Sergey Chernykh" userId="c7c135f1-59ad-450e-b071-fa08415b0072" providerId="ADAL" clId="{E2C2CDDD-CAC9-4783-87D1-CAEB4364208D}" dt="2026-10-26T02:46:32.673" v="558"/>
          <ac:spMkLst>
            <pc:docMk/>
            <pc:sldMk cId="2876673152" sldId="312"/>
            <ac:spMk id="15" creationId="{AFF33DE4-118B-71D3-D79E-E756488FC6B5}"/>
          </ac:spMkLst>
        </pc:spChg>
        <pc:spChg chg="add mod">
          <ac:chgData name="Sergey Chernykh" userId="c7c135f1-59ad-450e-b071-fa08415b0072" providerId="ADAL" clId="{E2C2CDDD-CAC9-4783-87D1-CAEB4364208D}" dt="2026-10-26T02:46:32.673" v="558"/>
          <ac:spMkLst>
            <pc:docMk/>
            <pc:sldMk cId="2876673152" sldId="312"/>
            <ac:spMk id="16" creationId="{57A7F6A7-AB81-B248-AA67-421025DE6058}"/>
          </ac:spMkLst>
        </pc:spChg>
        <pc:spChg chg="add mod">
          <ac:chgData name="Sergey Chernykh" userId="c7c135f1-59ad-450e-b071-fa08415b0072" providerId="ADAL" clId="{E2C2CDDD-CAC9-4783-87D1-CAEB4364208D}" dt="2026-10-26T02:46:32.673" v="558"/>
          <ac:spMkLst>
            <pc:docMk/>
            <pc:sldMk cId="2876673152" sldId="312"/>
            <ac:spMk id="17" creationId="{DCA612CC-683F-D1E9-7633-8EB370F31FD9}"/>
          </ac:spMkLst>
        </pc:spChg>
        <pc:spChg chg="add mod">
          <ac:chgData name="Sergey Chernykh" userId="c7c135f1-59ad-450e-b071-fa08415b0072" providerId="ADAL" clId="{E2C2CDDD-CAC9-4783-87D1-CAEB4364208D}" dt="2026-10-26T02:46:32.673" v="558"/>
          <ac:spMkLst>
            <pc:docMk/>
            <pc:sldMk cId="2876673152" sldId="312"/>
            <ac:spMk id="18" creationId="{AEABEB5F-262D-D312-8B85-90AAC32571EF}"/>
          </ac:spMkLst>
        </pc:spChg>
        <pc:spChg chg="add mod">
          <ac:chgData name="Sergey Chernykh" userId="c7c135f1-59ad-450e-b071-fa08415b0072" providerId="ADAL" clId="{E2C2CDDD-CAC9-4783-87D1-CAEB4364208D}" dt="2026-10-26T02:46:32.673" v="558"/>
          <ac:spMkLst>
            <pc:docMk/>
            <pc:sldMk cId="2876673152" sldId="312"/>
            <ac:spMk id="19" creationId="{5BE2E53F-B535-507D-0F2F-44F88286F06D}"/>
          </ac:spMkLst>
        </pc:spChg>
        <pc:spChg chg="add mod">
          <ac:chgData name="Sergey Chernykh" userId="c7c135f1-59ad-450e-b071-fa08415b0072" providerId="ADAL" clId="{E2C2CDDD-CAC9-4783-87D1-CAEB4364208D}" dt="2026-10-26T02:46:32.673" v="558"/>
          <ac:spMkLst>
            <pc:docMk/>
            <pc:sldMk cId="2876673152" sldId="312"/>
            <ac:spMk id="20" creationId="{341C6904-2A8C-F929-4BB8-03E181F68198}"/>
          </ac:spMkLst>
        </pc:spChg>
        <pc:spChg chg="add del mod">
          <ac:chgData name="Sergey Chernykh" userId="c7c135f1-59ad-450e-b071-fa08415b0072" providerId="ADAL" clId="{E2C2CDDD-CAC9-4783-87D1-CAEB4364208D}" dt="2026-10-26T02:46:38.612" v="559" actId="478"/>
          <ac:spMkLst>
            <pc:docMk/>
            <pc:sldMk cId="2876673152" sldId="312"/>
            <ac:spMk id="21" creationId="{E457B3AB-A2C8-24C8-5061-4D8C7C0A89CE}"/>
          </ac:spMkLst>
        </pc:spChg>
      </pc:sldChg>
      <pc:sldChg chg="delSp mod">
        <pc:chgData name="Sergey Chernykh" userId="c7c135f1-59ad-450e-b071-fa08415b0072" providerId="ADAL" clId="{E2C2CDDD-CAC9-4783-87D1-CAEB4364208D}" dt="2026-10-26T02:47:58.300" v="564" actId="478"/>
        <pc:sldMkLst>
          <pc:docMk/>
          <pc:sldMk cId="2730217575" sldId="313"/>
        </pc:sldMkLst>
        <pc:spChg chg="del">
          <ac:chgData name="Sergey Chernykh" userId="c7c135f1-59ad-450e-b071-fa08415b0072" providerId="ADAL" clId="{E2C2CDDD-CAC9-4783-87D1-CAEB4364208D}" dt="2026-10-26T02:47:58.300" v="564" actId="478"/>
          <ac:spMkLst>
            <pc:docMk/>
            <pc:sldMk cId="2730217575" sldId="313"/>
            <ac:spMk id="19" creationId="{AE60C13C-A857-4816-6678-92768DA4F710}"/>
          </ac:spMkLst>
        </pc:spChg>
      </pc:sldChg>
      <pc:sldChg chg="modSp del mod">
        <pc:chgData name="Sergey Chernykh" userId="c7c135f1-59ad-450e-b071-fa08415b0072" providerId="ADAL" clId="{E2C2CDDD-CAC9-4783-87D1-CAEB4364208D}" dt="2026-10-26T04:19:50.932" v="929" actId="47"/>
        <pc:sldMkLst>
          <pc:docMk/>
          <pc:sldMk cId="3533661826" sldId="317"/>
        </pc:sldMkLst>
        <pc:spChg chg="mod">
          <ac:chgData name="Sergey Chernykh" userId="c7c135f1-59ad-450e-b071-fa08415b0072" providerId="ADAL" clId="{E2C2CDDD-CAC9-4783-87D1-CAEB4364208D}" dt="2026-10-26T04:18:56.359" v="921" actId="207"/>
          <ac:spMkLst>
            <pc:docMk/>
            <pc:sldMk cId="3533661826" sldId="317"/>
            <ac:spMk id="4" creationId="{BDCC4270-57F1-6389-FAE9-624454914557}"/>
          </ac:spMkLst>
        </pc:spChg>
      </pc:sldChg>
      <pc:sldChg chg="mod modShow">
        <pc:chgData name="Sergey Chernykh" userId="c7c135f1-59ad-450e-b071-fa08415b0072" providerId="ADAL" clId="{E2C2CDDD-CAC9-4783-87D1-CAEB4364208D}" dt="2026-10-26T04:19:59.096" v="930" actId="729"/>
        <pc:sldMkLst>
          <pc:docMk/>
          <pc:sldMk cId="1093837885" sldId="318"/>
        </pc:sldMkLst>
      </pc:sldChg>
      <pc:sldChg chg="mod modShow">
        <pc:chgData name="Sergey Chernykh" userId="c7c135f1-59ad-450e-b071-fa08415b0072" providerId="ADAL" clId="{E2C2CDDD-CAC9-4783-87D1-CAEB4364208D}" dt="2026-10-26T04:19:59.096" v="930" actId="729"/>
        <pc:sldMkLst>
          <pc:docMk/>
          <pc:sldMk cId="2070966724" sldId="319"/>
        </pc:sldMkLst>
      </pc:sldChg>
      <pc:sldChg chg="mod modShow">
        <pc:chgData name="Sergey Chernykh" userId="c7c135f1-59ad-450e-b071-fa08415b0072" providerId="ADAL" clId="{E2C2CDDD-CAC9-4783-87D1-CAEB4364208D}" dt="2026-10-26T04:19:59.096" v="930" actId="729"/>
        <pc:sldMkLst>
          <pc:docMk/>
          <pc:sldMk cId="4112245571" sldId="320"/>
        </pc:sldMkLst>
      </pc:sldChg>
      <pc:sldChg chg="mod ord modShow">
        <pc:chgData name="Sergey Chernykh" userId="c7c135f1-59ad-450e-b071-fa08415b0072" providerId="ADAL" clId="{E2C2CDDD-CAC9-4783-87D1-CAEB4364208D}" dt="2026-10-26T04:19:59.096" v="930" actId="729"/>
        <pc:sldMkLst>
          <pc:docMk/>
          <pc:sldMk cId="2186779238" sldId="321"/>
        </pc:sldMkLst>
      </pc:sldChg>
      <pc:sldChg chg="addSp modSp del mod ord">
        <pc:chgData name="Sergey Chernykh" userId="c7c135f1-59ad-450e-b071-fa08415b0072" providerId="ADAL" clId="{E2C2CDDD-CAC9-4783-87D1-CAEB4364208D}" dt="2026-10-26T04:20:48.893" v="939" actId="47"/>
        <pc:sldMkLst>
          <pc:docMk/>
          <pc:sldMk cId="7063318" sldId="322"/>
        </pc:sldMkLst>
        <pc:spChg chg="mod">
          <ac:chgData name="Sergey Chernykh" userId="c7c135f1-59ad-450e-b071-fa08415b0072" providerId="ADAL" clId="{E2C2CDDD-CAC9-4783-87D1-CAEB4364208D}" dt="2026-10-26T02:44:56.006" v="501" actId="20577"/>
          <ac:spMkLst>
            <pc:docMk/>
            <pc:sldMk cId="7063318" sldId="322"/>
            <ac:spMk id="2" creationId="{0C99F002-BE30-9DF5-106A-64CBC80A1BFF}"/>
          </ac:spMkLst>
        </pc:spChg>
        <pc:spChg chg="add mod">
          <ac:chgData name="Sergey Chernykh" userId="c7c135f1-59ad-450e-b071-fa08415b0072" providerId="ADAL" clId="{E2C2CDDD-CAC9-4783-87D1-CAEB4364208D}" dt="2026-10-26T03:43:29.062" v="798" actId="12"/>
          <ac:spMkLst>
            <pc:docMk/>
            <pc:sldMk cId="7063318" sldId="322"/>
            <ac:spMk id="3" creationId="{15DBF764-3F7A-B96B-FDE4-A7EC854822C9}"/>
          </ac:spMkLst>
        </pc:spChg>
        <pc:spChg chg="mod">
          <ac:chgData name="Sergey Chernykh" userId="c7c135f1-59ad-450e-b071-fa08415b0072" providerId="ADAL" clId="{E2C2CDDD-CAC9-4783-87D1-CAEB4364208D}" dt="2026-10-26T03:43:19.281" v="797" actId="404"/>
          <ac:spMkLst>
            <pc:docMk/>
            <pc:sldMk cId="7063318" sldId="322"/>
            <ac:spMk id="6" creationId="{E9624139-3BA1-71CF-4E46-DF8FE4DE5163}"/>
          </ac:spMkLst>
        </pc:spChg>
      </pc:sldChg>
      <pc:sldChg chg="ord">
        <pc:chgData name="Sergey Chernykh" userId="c7c135f1-59ad-450e-b071-fa08415b0072" providerId="ADAL" clId="{E2C2CDDD-CAC9-4783-87D1-CAEB4364208D}" dt="2026-10-26T04:18:24.176" v="917"/>
        <pc:sldMkLst>
          <pc:docMk/>
          <pc:sldMk cId="354506745" sldId="323"/>
        </pc:sldMkLst>
      </pc:sldChg>
      <pc:sldChg chg="delSp modSp mod">
        <pc:chgData name="Sergey Chernykh" userId="c7c135f1-59ad-450e-b071-fa08415b0072" providerId="ADAL" clId="{E2C2CDDD-CAC9-4783-87D1-CAEB4364208D}" dt="2026-10-26T04:20:30.118" v="938" actId="1076"/>
        <pc:sldMkLst>
          <pc:docMk/>
          <pc:sldMk cId="493617740" sldId="325"/>
        </pc:sldMkLst>
        <pc:spChg chg="mod">
          <ac:chgData name="Sergey Chernykh" userId="c7c135f1-59ad-450e-b071-fa08415b0072" providerId="ADAL" clId="{E2C2CDDD-CAC9-4783-87D1-CAEB4364208D}" dt="2026-10-26T04:20:30.118" v="938" actId="1076"/>
          <ac:spMkLst>
            <pc:docMk/>
            <pc:sldMk cId="493617740" sldId="325"/>
            <ac:spMk id="2" creationId="{0BFC72E7-F2FD-1494-7B3F-5CF7CE138469}"/>
          </ac:spMkLst>
        </pc:spChg>
        <pc:spChg chg="del">
          <ac:chgData name="Sergey Chernykh" userId="c7c135f1-59ad-450e-b071-fa08415b0072" providerId="ADAL" clId="{E2C2CDDD-CAC9-4783-87D1-CAEB4364208D}" dt="2026-10-26T04:20:22.733" v="933" actId="478"/>
          <ac:spMkLst>
            <pc:docMk/>
            <pc:sldMk cId="493617740" sldId="325"/>
            <ac:spMk id="4" creationId="{D94A5D97-99FB-CCFE-DE96-2B428DD5A7BC}"/>
          </ac:spMkLst>
        </pc:spChg>
        <pc:spChg chg="del">
          <ac:chgData name="Sergey Chernykh" userId="c7c135f1-59ad-450e-b071-fa08415b0072" providerId="ADAL" clId="{E2C2CDDD-CAC9-4783-87D1-CAEB4364208D}" dt="2026-10-26T02:54:48.603" v="567" actId="478"/>
          <ac:spMkLst>
            <pc:docMk/>
            <pc:sldMk cId="493617740" sldId="325"/>
            <ac:spMk id="6" creationId="{AA76EBB6-69C8-DAF7-4CDD-DCF1487F0023}"/>
          </ac:spMkLst>
        </pc:spChg>
        <pc:spChg chg="del">
          <ac:chgData name="Sergey Chernykh" userId="c7c135f1-59ad-450e-b071-fa08415b0072" providerId="ADAL" clId="{E2C2CDDD-CAC9-4783-87D1-CAEB4364208D}" dt="2026-10-26T04:20:16.619" v="931" actId="478"/>
          <ac:spMkLst>
            <pc:docMk/>
            <pc:sldMk cId="493617740" sldId="325"/>
            <ac:spMk id="7" creationId="{5043114B-81CC-9152-AE17-1A8DA873E667}"/>
          </ac:spMkLst>
        </pc:spChg>
        <pc:spChg chg="del">
          <ac:chgData name="Sergey Chernykh" userId="c7c135f1-59ad-450e-b071-fa08415b0072" providerId="ADAL" clId="{E2C2CDDD-CAC9-4783-87D1-CAEB4364208D}" dt="2026-10-26T04:20:20.302" v="932" actId="478"/>
          <ac:spMkLst>
            <pc:docMk/>
            <pc:sldMk cId="493617740" sldId="325"/>
            <ac:spMk id="8" creationId="{64091EA8-C3ED-1FE2-38E7-5DB5F13D923F}"/>
          </ac:spMkLst>
        </pc:spChg>
      </pc:sldChg>
      <pc:sldChg chg="del">
        <pc:chgData name="Sergey Chernykh" userId="c7c135f1-59ad-450e-b071-fa08415b0072" providerId="ADAL" clId="{E2C2CDDD-CAC9-4783-87D1-CAEB4364208D}" dt="2026-10-26T02:54:43.940" v="566" actId="47"/>
        <pc:sldMkLst>
          <pc:docMk/>
          <pc:sldMk cId="3517267154" sldId="326"/>
        </pc:sldMkLst>
      </pc:sldChg>
      <pc:sldChg chg="del">
        <pc:chgData name="Sergey Chernykh" userId="c7c135f1-59ad-450e-b071-fa08415b0072" providerId="ADAL" clId="{E2C2CDDD-CAC9-4783-87D1-CAEB4364208D}" dt="2026-10-26T02:54:43.940" v="566" actId="47"/>
        <pc:sldMkLst>
          <pc:docMk/>
          <pc:sldMk cId="632224189" sldId="327"/>
        </pc:sldMkLst>
      </pc:sldChg>
      <pc:sldChg chg="del">
        <pc:chgData name="Sergey Chernykh" userId="c7c135f1-59ad-450e-b071-fa08415b0072" providerId="ADAL" clId="{E2C2CDDD-CAC9-4783-87D1-CAEB4364208D}" dt="2026-10-26T02:54:43.940" v="566" actId="47"/>
        <pc:sldMkLst>
          <pc:docMk/>
          <pc:sldMk cId="2755806455" sldId="328"/>
        </pc:sldMkLst>
      </pc:sldChg>
      <pc:sldChg chg="del">
        <pc:chgData name="Sergey Chernykh" userId="c7c135f1-59ad-450e-b071-fa08415b0072" providerId="ADAL" clId="{E2C2CDDD-CAC9-4783-87D1-CAEB4364208D}" dt="2026-10-26T02:54:43.940" v="566" actId="47"/>
        <pc:sldMkLst>
          <pc:docMk/>
          <pc:sldMk cId="286056030" sldId="329"/>
        </pc:sldMkLst>
      </pc:sldChg>
      <pc:sldChg chg="modSp add mod">
        <pc:chgData name="Sergey Chernykh" userId="c7c135f1-59ad-450e-b071-fa08415b0072" providerId="ADAL" clId="{E2C2CDDD-CAC9-4783-87D1-CAEB4364208D}" dt="2026-10-26T04:15:12.099" v="836" actId="20577"/>
        <pc:sldMkLst>
          <pc:docMk/>
          <pc:sldMk cId="2963907165" sldId="330"/>
        </pc:sldMkLst>
        <pc:spChg chg="mod">
          <ac:chgData name="Sergey Chernykh" userId="c7c135f1-59ad-450e-b071-fa08415b0072" providerId="ADAL" clId="{E2C2CDDD-CAC9-4783-87D1-CAEB4364208D}" dt="2026-10-26T04:15:12.099" v="836" actId="20577"/>
          <ac:spMkLst>
            <pc:docMk/>
            <pc:sldMk cId="2963907165" sldId="330"/>
            <ac:spMk id="4" creationId="{DF66BB83-2448-0EDF-DC88-63C29FFE8AA7}"/>
          </ac:spMkLst>
        </pc:spChg>
        <pc:spChg chg="mod">
          <ac:chgData name="Sergey Chernykh" userId="c7c135f1-59ad-450e-b071-fa08415b0072" providerId="ADAL" clId="{E2C2CDDD-CAC9-4783-87D1-CAEB4364208D}" dt="2026-10-26T03:00:52.287" v="657" actId="20577"/>
          <ac:spMkLst>
            <pc:docMk/>
            <pc:sldMk cId="2963907165" sldId="330"/>
            <ac:spMk id="12" creationId="{E2AD6C19-0CED-A605-B60F-2E29E1EE68E9}"/>
          </ac:spMkLst>
        </pc:spChg>
      </pc:sldChg>
      <pc:sldChg chg="addSp delSp modSp add mod">
        <pc:chgData name="Sergey Chernykh" userId="c7c135f1-59ad-450e-b071-fa08415b0072" providerId="ADAL" clId="{E2C2CDDD-CAC9-4783-87D1-CAEB4364208D}" dt="2026-10-26T02:47:25.872" v="563"/>
        <pc:sldMkLst>
          <pc:docMk/>
          <pc:sldMk cId="1923728485" sldId="331"/>
        </pc:sldMkLst>
        <pc:spChg chg="del">
          <ac:chgData name="Sergey Chernykh" userId="c7c135f1-59ad-450e-b071-fa08415b0072" providerId="ADAL" clId="{E2C2CDDD-CAC9-4783-87D1-CAEB4364208D}" dt="2026-10-26T02:47:25.205" v="562" actId="478"/>
          <ac:spMkLst>
            <pc:docMk/>
            <pc:sldMk cId="1923728485" sldId="331"/>
            <ac:spMk id="3" creationId="{573F8BFE-C0AB-2149-7FEB-BA412AD515DF}"/>
          </ac:spMkLst>
        </pc:spChg>
        <pc:spChg chg="del">
          <ac:chgData name="Sergey Chernykh" userId="c7c135f1-59ad-450e-b071-fa08415b0072" providerId="ADAL" clId="{E2C2CDDD-CAC9-4783-87D1-CAEB4364208D}" dt="2026-10-26T02:47:20.648" v="561" actId="478"/>
          <ac:spMkLst>
            <pc:docMk/>
            <pc:sldMk cId="1923728485" sldId="331"/>
            <ac:spMk id="4" creationId="{0156C7A2-A2E4-9011-4479-54DD2670FE24}"/>
          </ac:spMkLst>
        </pc:spChg>
        <pc:spChg chg="del">
          <ac:chgData name="Sergey Chernykh" userId="c7c135f1-59ad-450e-b071-fa08415b0072" providerId="ADAL" clId="{E2C2CDDD-CAC9-4783-87D1-CAEB4364208D}" dt="2026-10-26T02:47:20.648" v="561" actId="478"/>
          <ac:spMkLst>
            <pc:docMk/>
            <pc:sldMk cId="1923728485" sldId="331"/>
            <ac:spMk id="7" creationId="{84C0437E-793D-5FB3-1C75-C12A0C91E5EA}"/>
          </ac:spMkLst>
        </pc:spChg>
        <pc:spChg chg="del">
          <ac:chgData name="Sergey Chernykh" userId="c7c135f1-59ad-450e-b071-fa08415b0072" providerId="ADAL" clId="{E2C2CDDD-CAC9-4783-87D1-CAEB4364208D}" dt="2026-10-26T02:47:20.648" v="561" actId="478"/>
          <ac:spMkLst>
            <pc:docMk/>
            <pc:sldMk cId="1923728485" sldId="331"/>
            <ac:spMk id="9" creationId="{1AB30700-9D8B-785A-9DEE-EC051BC70632}"/>
          </ac:spMkLst>
        </pc:spChg>
        <pc:spChg chg="del">
          <ac:chgData name="Sergey Chernykh" userId="c7c135f1-59ad-450e-b071-fa08415b0072" providerId="ADAL" clId="{E2C2CDDD-CAC9-4783-87D1-CAEB4364208D}" dt="2026-10-26T02:47:20.648" v="561" actId="478"/>
          <ac:spMkLst>
            <pc:docMk/>
            <pc:sldMk cId="1923728485" sldId="331"/>
            <ac:spMk id="10" creationId="{8371FB87-5174-F21F-E4DA-D74EF03A0BE4}"/>
          </ac:spMkLst>
        </pc:spChg>
        <pc:spChg chg="del">
          <ac:chgData name="Sergey Chernykh" userId="c7c135f1-59ad-450e-b071-fa08415b0072" providerId="ADAL" clId="{E2C2CDDD-CAC9-4783-87D1-CAEB4364208D}" dt="2026-10-26T02:47:20.648" v="561" actId="478"/>
          <ac:spMkLst>
            <pc:docMk/>
            <pc:sldMk cId="1923728485" sldId="331"/>
            <ac:spMk id="13" creationId="{88ECB2D4-7CF0-7A41-269E-AEB39648DB55}"/>
          </ac:spMkLst>
        </pc:spChg>
        <pc:spChg chg="del">
          <ac:chgData name="Sergey Chernykh" userId="c7c135f1-59ad-450e-b071-fa08415b0072" providerId="ADAL" clId="{E2C2CDDD-CAC9-4783-87D1-CAEB4364208D}" dt="2026-10-26T02:47:20.648" v="561" actId="478"/>
          <ac:spMkLst>
            <pc:docMk/>
            <pc:sldMk cId="1923728485" sldId="331"/>
            <ac:spMk id="15" creationId="{C03F1F38-F5D5-1F0D-6CB5-63938263F03E}"/>
          </ac:spMkLst>
        </pc:spChg>
        <pc:spChg chg="del">
          <ac:chgData name="Sergey Chernykh" userId="c7c135f1-59ad-450e-b071-fa08415b0072" providerId="ADAL" clId="{E2C2CDDD-CAC9-4783-87D1-CAEB4364208D}" dt="2026-10-26T02:47:20.648" v="561" actId="478"/>
          <ac:spMkLst>
            <pc:docMk/>
            <pc:sldMk cId="1923728485" sldId="331"/>
            <ac:spMk id="16" creationId="{BAE60865-F049-EF5A-B835-A859BB9243A7}"/>
          </ac:spMkLst>
        </pc:spChg>
        <pc:spChg chg="del">
          <ac:chgData name="Sergey Chernykh" userId="c7c135f1-59ad-450e-b071-fa08415b0072" providerId="ADAL" clId="{E2C2CDDD-CAC9-4783-87D1-CAEB4364208D}" dt="2026-10-26T02:47:20.648" v="561" actId="478"/>
          <ac:spMkLst>
            <pc:docMk/>
            <pc:sldMk cId="1923728485" sldId="331"/>
            <ac:spMk id="17" creationId="{6E383A97-02A2-493D-AE0A-2C7C50BB6CA9}"/>
          </ac:spMkLst>
        </pc:spChg>
        <pc:spChg chg="del">
          <ac:chgData name="Sergey Chernykh" userId="c7c135f1-59ad-450e-b071-fa08415b0072" providerId="ADAL" clId="{E2C2CDDD-CAC9-4783-87D1-CAEB4364208D}" dt="2026-10-26T02:47:20.648" v="561" actId="478"/>
          <ac:spMkLst>
            <pc:docMk/>
            <pc:sldMk cId="1923728485" sldId="331"/>
            <ac:spMk id="18" creationId="{FA98A342-B985-A2E3-8754-475182FD6839}"/>
          </ac:spMkLst>
        </pc:spChg>
        <pc:spChg chg="del">
          <ac:chgData name="Sergey Chernykh" userId="c7c135f1-59ad-450e-b071-fa08415b0072" providerId="ADAL" clId="{E2C2CDDD-CAC9-4783-87D1-CAEB4364208D}" dt="2026-10-26T02:47:20.648" v="561" actId="478"/>
          <ac:spMkLst>
            <pc:docMk/>
            <pc:sldMk cId="1923728485" sldId="331"/>
            <ac:spMk id="19" creationId="{DF498D21-31DF-038C-FAE1-06172F760A04}"/>
          </ac:spMkLst>
        </pc:spChg>
        <pc:spChg chg="add mod">
          <ac:chgData name="Sergey Chernykh" userId="c7c135f1-59ad-450e-b071-fa08415b0072" providerId="ADAL" clId="{E2C2CDDD-CAC9-4783-87D1-CAEB4364208D}" dt="2026-10-26T02:47:25.872" v="563"/>
          <ac:spMkLst>
            <pc:docMk/>
            <pc:sldMk cId="1923728485" sldId="331"/>
            <ac:spMk id="20" creationId="{BA0F3DCB-7F94-83B2-7534-805F934CC04D}"/>
          </ac:spMkLst>
        </pc:spChg>
        <pc:spChg chg="add mod">
          <ac:chgData name="Sergey Chernykh" userId="c7c135f1-59ad-450e-b071-fa08415b0072" providerId="ADAL" clId="{E2C2CDDD-CAC9-4783-87D1-CAEB4364208D}" dt="2026-10-26T02:47:25.872" v="563"/>
          <ac:spMkLst>
            <pc:docMk/>
            <pc:sldMk cId="1923728485" sldId="331"/>
            <ac:spMk id="21" creationId="{EB7109D1-2EF5-DCE8-1A1B-E8978C3D3D53}"/>
          </ac:spMkLst>
        </pc:spChg>
        <pc:spChg chg="add mod">
          <ac:chgData name="Sergey Chernykh" userId="c7c135f1-59ad-450e-b071-fa08415b0072" providerId="ADAL" clId="{E2C2CDDD-CAC9-4783-87D1-CAEB4364208D}" dt="2026-10-26T02:47:25.872" v="563"/>
          <ac:spMkLst>
            <pc:docMk/>
            <pc:sldMk cId="1923728485" sldId="331"/>
            <ac:spMk id="22" creationId="{BFD4E400-8ACA-B121-5A07-948E7BC359AA}"/>
          </ac:spMkLst>
        </pc:spChg>
        <pc:spChg chg="add mod">
          <ac:chgData name="Sergey Chernykh" userId="c7c135f1-59ad-450e-b071-fa08415b0072" providerId="ADAL" clId="{E2C2CDDD-CAC9-4783-87D1-CAEB4364208D}" dt="2026-10-26T02:47:25.872" v="563"/>
          <ac:spMkLst>
            <pc:docMk/>
            <pc:sldMk cId="1923728485" sldId="331"/>
            <ac:spMk id="23" creationId="{8E54E1B2-45AF-F3F4-A927-3609E3B0420E}"/>
          </ac:spMkLst>
        </pc:spChg>
        <pc:spChg chg="add mod">
          <ac:chgData name="Sergey Chernykh" userId="c7c135f1-59ad-450e-b071-fa08415b0072" providerId="ADAL" clId="{E2C2CDDD-CAC9-4783-87D1-CAEB4364208D}" dt="2026-10-26T02:47:25.872" v="563"/>
          <ac:spMkLst>
            <pc:docMk/>
            <pc:sldMk cId="1923728485" sldId="331"/>
            <ac:spMk id="24" creationId="{701F4701-E3FD-8ADB-36FF-C5FA8EAB30C6}"/>
          </ac:spMkLst>
        </pc:spChg>
        <pc:spChg chg="add mod">
          <ac:chgData name="Sergey Chernykh" userId="c7c135f1-59ad-450e-b071-fa08415b0072" providerId="ADAL" clId="{E2C2CDDD-CAC9-4783-87D1-CAEB4364208D}" dt="2026-10-26T02:47:25.872" v="563"/>
          <ac:spMkLst>
            <pc:docMk/>
            <pc:sldMk cId="1923728485" sldId="331"/>
            <ac:spMk id="25" creationId="{A4A86A35-20BB-DF31-A2E6-B924B41CB67B}"/>
          </ac:spMkLst>
        </pc:spChg>
        <pc:spChg chg="add mod">
          <ac:chgData name="Sergey Chernykh" userId="c7c135f1-59ad-450e-b071-fa08415b0072" providerId="ADAL" clId="{E2C2CDDD-CAC9-4783-87D1-CAEB4364208D}" dt="2026-10-26T02:47:25.872" v="563"/>
          <ac:spMkLst>
            <pc:docMk/>
            <pc:sldMk cId="1923728485" sldId="331"/>
            <ac:spMk id="26" creationId="{6D9E5020-9C3E-398E-652A-6A16F0336449}"/>
          </ac:spMkLst>
        </pc:spChg>
        <pc:spChg chg="add mod">
          <ac:chgData name="Sergey Chernykh" userId="c7c135f1-59ad-450e-b071-fa08415b0072" providerId="ADAL" clId="{E2C2CDDD-CAC9-4783-87D1-CAEB4364208D}" dt="2026-10-26T02:47:25.872" v="563"/>
          <ac:spMkLst>
            <pc:docMk/>
            <pc:sldMk cId="1923728485" sldId="331"/>
            <ac:spMk id="27" creationId="{979214B2-69B6-D137-18AE-724098079131}"/>
          </ac:spMkLst>
        </pc:spChg>
      </pc:sldChg>
      <pc:sldChg chg="addSp delSp modSp new mod">
        <pc:chgData name="Sergey Chernykh" userId="c7c135f1-59ad-450e-b071-fa08415b0072" providerId="ADAL" clId="{E2C2CDDD-CAC9-4783-87D1-CAEB4364208D}" dt="2026-10-26T02:59:03.760" v="608" actId="20577"/>
        <pc:sldMkLst>
          <pc:docMk/>
          <pc:sldMk cId="1916031232" sldId="332"/>
        </pc:sldMkLst>
        <pc:spChg chg="del">
          <ac:chgData name="Sergey Chernykh" userId="c7c135f1-59ad-450e-b071-fa08415b0072" providerId="ADAL" clId="{E2C2CDDD-CAC9-4783-87D1-CAEB4364208D}" dt="2026-10-26T02:55:56.485" v="571" actId="478"/>
          <ac:spMkLst>
            <pc:docMk/>
            <pc:sldMk cId="1916031232" sldId="332"/>
            <ac:spMk id="2" creationId="{420527E9-A99A-7AB0-CEC5-0F524139CF62}"/>
          </ac:spMkLst>
        </pc:spChg>
        <pc:spChg chg="del">
          <ac:chgData name="Sergey Chernykh" userId="c7c135f1-59ad-450e-b071-fa08415b0072" providerId="ADAL" clId="{E2C2CDDD-CAC9-4783-87D1-CAEB4364208D}" dt="2026-10-26T02:55:56.485" v="571" actId="478"/>
          <ac:spMkLst>
            <pc:docMk/>
            <pc:sldMk cId="1916031232" sldId="332"/>
            <ac:spMk id="3" creationId="{5331A4A7-F64A-32DB-C710-F0C8E48D7C46}"/>
          </ac:spMkLst>
        </pc:spChg>
        <pc:spChg chg="del">
          <ac:chgData name="Sergey Chernykh" userId="c7c135f1-59ad-450e-b071-fa08415b0072" providerId="ADAL" clId="{E2C2CDDD-CAC9-4783-87D1-CAEB4364208D}" dt="2026-10-26T02:55:56.485" v="571" actId="478"/>
          <ac:spMkLst>
            <pc:docMk/>
            <pc:sldMk cId="1916031232" sldId="332"/>
            <ac:spMk id="4" creationId="{7320A5E4-C516-0E0C-10FD-5171C4D06A3E}"/>
          </ac:spMkLst>
        </pc:spChg>
        <pc:spChg chg="add mod">
          <ac:chgData name="Sergey Chernykh" userId="c7c135f1-59ad-450e-b071-fa08415b0072" providerId="ADAL" clId="{E2C2CDDD-CAC9-4783-87D1-CAEB4364208D}" dt="2026-10-26T02:59:03.760" v="608" actId="20577"/>
          <ac:spMkLst>
            <pc:docMk/>
            <pc:sldMk cId="1916031232" sldId="332"/>
            <ac:spMk id="7" creationId="{46CB10C2-B261-7FD5-072D-A2A85C771AFE}"/>
          </ac:spMkLst>
        </pc:spChg>
        <pc:spChg chg="add mod">
          <ac:chgData name="Sergey Chernykh" userId="c7c135f1-59ad-450e-b071-fa08415b0072" providerId="ADAL" clId="{E2C2CDDD-CAC9-4783-87D1-CAEB4364208D}" dt="2026-10-26T02:56:01.377" v="572"/>
          <ac:spMkLst>
            <pc:docMk/>
            <pc:sldMk cId="1916031232" sldId="332"/>
            <ac:spMk id="8" creationId="{43D4F315-1B85-0B70-FAE0-BD48787798A6}"/>
          </ac:spMkLst>
        </pc:spChg>
        <pc:spChg chg="add mod">
          <ac:chgData name="Sergey Chernykh" userId="c7c135f1-59ad-450e-b071-fa08415b0072" providerId="ADAL" clId="{E2C2CDDD-CAC9-4783-87D1-CAEB4364208D}" dt="2026-10-26T02:56:01.377" v="572"/>
          <ac:spMkLst>
            <pc:docMk/>
            <pc:sldMk cId="1916031232" sldId="332"/>
            <ac:spMk id="9" creationId="{10D5AAA9-C0C9-394C-EEAF-BF4CBA2421BD}"/>
          </ac:spMkLst>
        </pc:spChg>
        <pc:spChg chg="add mod">
          <ac:chgData name="Sergey Chernykh" userId="c7c135f1-59ad-450e-b071-fa08415b0072" providerId="ADAL" clId="{E2C2CDDD-CAC9-4783-87D1-CAEB4364208D}" dt="2026-10-26T02:56:01.377" v="572"/>
          <ac:spMkLst>
            <pc:docMk/>
            <pc:sldMk cId="1916031232" sldId="332"/>
            <ac:spMk id="10" creationId="{39FD5EF0-49B7-5148-6530-3C60FD9F9133}"/>
          </ac:spMkLst>
        </pc:spChg>
        <pc:spChg chg="add mod">
          <ac:chgData name="Sergey Chernykh" userId="c7c135f1-59ad-450e-b071-fa08415b0072" providerId="ADAL" clId="{E2C2CDDD-CAC9-4783-87D1-CAEB4364208D}" dt="2026-10-26T02:56:01.377" v="572"/>
          <ac:spMkLst>
            <pc:docMk/>
            <pc:sldMk cId="1916031232" sldId="332"/>
            <ac:spMk id="11" creationId="{233D35B9-B5DB-30B5-56F7-062EFFCCB4E4}"/>
          </ac:spMkLst>
        </pc:spChg>
        <pc:spChg chg="add mod">
          <ac:chgData name="Sergey Chernykh" userId="c7c135f1-59ad-450e-b071-fa08415b0072" providerId="ADAL" clId="{E2C2CDDD-CAC9-4783-87D1-CAEB4364208D}" dt="2026-10-26T02:56:01.377" v="572"/>
          <ac:spMkLst>
            <pc:docMk/>
            <pc:sldMk cId="1916031232" sldId="332"/>
            <ac:spMk id="12" creationId="{3A103D8F-711C-A6DE-F093-654F609ED740}"/>
          </ac:spMkLst>
        </pc:spChg>
        <pc:spChg chg="add mod">
          <ac:chgData name="Sergey Chernykh" userId="c7c135f1-59ad-450e-b071-fa08415b0072" providerId="ADAL" clId="{E2C2CDDD-CAC9-4783-87D1-CAEB4364208D}" dt="2026-10-26T02:56:01.377" v="572"/>
          <ac:spMkLst>
            <pc:docMk/>
            <pc:sldMk cId="1916031232" sldId="332"/>
            <ac:spMk id="13" creationId="{20BBA15D-8F72-E768-11F3-6D428D77FFCC}"/>
          </ac:spMkLst>
        </pc:spChg>
        <pc:spChg chg="add mod">
          <ac:chgData name="Sergey Chernykh" userId="c7c135f1-59ad-450e-b071-fa08415b0072" providerId="ADAL" clId="{E2C2CDDD-CAC9-4783-87D1-CAEB4364208D}" dt="2026-10-26T02:56:01.377" v="572"/>
          <ac:spMkLst>
            <pc:docMk/>
            <pc:sldMk cId="1916031232" sldId="332"/>
            <ac:spMk id="14" creationId="{218F80C6-79A0-1BE9-45EB-AD319F261C87}"/>
          </ac:spMkLst>
        </pc:spChg>
        <pc:spChg chg="add mod">
          <ac:chgData name="Sergey Chernykh" userId="c7c135f1-59ad-450e-b071-fa08415b0072" providerId="ADAL" clId="{E2C2CDDD-CAC9-4783-87D1-CAEB4364208D}" dt="2026-10-26T02:56:01.377" v="572"/>
          <ac:spMkLst>
            <pc:docMk/>
            <pc:sldMk cId="1916031232" sldId="332"/>
            <ac:spMk id="15" creationId="{B93DADF3-A79C-F4FF-3FE2-F77E1879A62D}"/>
          </ac:spMkLst>
        </pc:spChg>
        <pc:spChg chg="add mod">
          <ac:chgData name="Sergey Chernykh" userId="c7c135f1-59ad-450e-b071-fa08415b0072" providerId="ADAL" clId="{E2C2CDDD-CAC9-4783-87D1-CAEB4364208D}" dt="2026-10-26T02:56:01.377" v="572"/>
          <ac:spMkLst>
            <pc:docMk/>
            <pc:sldMk cId="1916031232" sldId="332"/>
            <ac:spMk id="16" creationId="{620C9F4A-415D-49E0-AC16-5FA424040A04}"/>
          </ac:spMkLst>
        </pc:spChg>
      </pc:sldChg>
      <pc:sldChg chg="addSp delSp modSp add mod">
        <pc:chgData name="Sergey Chernykh" userId="c7c135f1-59ad-450e-b071-fa08415b0072" providerId="ADAL" clId="{E2C2CDDD-CAC9-4783-87D1-CAEB4364208D}" dt="2026-10-26T03:03:36.098" v="769" actId="1036"/>
        <pc:sldMkLst>
          <pc:docMk/>
          <pc:sldMk cId="712137811" sldId="333"/>
        </pc:sldMkLst>
        <pc:spChg chg="add del mod">
          <ac:chgData name="Sergey Chernykh" userId="c7c135f1-59ad-450e-b071-fa08415b0072" providerId="ADAL" clId="{E2C2CDDD-CAC9-4783-87D1-CAEB4364208D}" dt="2026-10-26T02:58:34.741" v="575" actId="478"/>
          <ac:spMkLst>
            <pc:docMk/>
            <pc:sldMk cId="712137811" sldId="333"/>
            <ac:spMk id="3" creationId="{B1E10E17-B839-158E-3D6F-6FD4FFF65E3C}"/>
          </ac:spMkLst>
        </pc:spChg>
        <pc:spChg chg="del">
          <ac:chgData name="Sergey Chernykh" userId="c7c135f1-59ad-450e-b071-fa08415b0072" providerId="ADAL" clId="{E2C2CDDD-CAC9-4783-87D1-CAEB4364208D}" dt="2026-10-26T02:58:32.437" v="574" actId="478"/>
          <ac:spMkLst>
            <pc:docMk/>
            <pc:sldMk cId="712137811" sldId="333"/>
            <ac:spMk id="4" creationId="{94CE81FB-908C-AB98-6563-A225B513940C}"/>
          </ac:spMkLst>
        </pc:spChg>
        <pc:spChg chg="del">
          <ac:chgData name="Sergey Chernykh" userId="c7c135f1-59ad-450e-b071-fa08415b0072" providerId="ADAL" clId="{E2C2CDDD-CAC9-4783-87D1-CAEB4364208D}" dt="2026-10-26T02:58:32.437" v="574" actId="478"/>
          <ac:spMkLst>
            <pc:docMk/>
            <pc:sldMk cId="712137811" sldId="333"/>
            <ac:spMk id="7" creationId="{BB84C687-9D87-5C9A-6E7D-72EACDF7FEAD}"/>
          </ac:spMkLst>
        </pc:spChg>
        <pc:spChg chg="del">
          <ac:chgData name="Sergey Chernykh" userId="c7c135f1-59ad-450e-b071-fa08415b0072" providerId="ADAL" clId="{E2C2CDDD-CAC9-4783-87D1-CAEB4364208D}" dt="2026-10-26T02:58:32.437" v="574" actId="478"/>
          <ac:spMkLst>
            <pc:docMk/>
            <pc:sldMk cId="712137811" sldId="333"/>
            <ac:spMk id="8" creationId="{2113AB6E-8E66-7390-D4DD-16B21B682361}"/>
          </ac:spMkLst>
        </pc:spChg>
        <pc:spChg chg="del">
          <ac:chgData name="Sergey Chernykh" userId="c7c135f1-59ad-450e-b071-fa08415b0072" providerId="ADAL" clId="{E2C2CDDD-CAC9-4783-87D1-CAEB4364208D}" dt="2026-10-26T02:58:32.437" v="574" actId="478"/>
          <ac:spMkLst>
            <pc:docMk/>
            <pc:sldMk cId="712137811" sldId="333"/>
            <ac:spMk id="9" creationId="{23B3E3E2-5F67-3279-9979-ED966A25EC69}"/>
          </ac:spMkLst>
        </pc:spChg>
        <pc:spChg chg="del">
          <ac:chgData name="Sergey Chernykh" userId="c7c135f1-59ad-450e-b071-fa08415b0072" providerId="ADAL" clId="{E2C2CDDD-CAC9-4783-87D1-CAEB4364208D}" dt="2026-10-26T02:58:32.437" v="574" actId="478"/>
          <ac:spMkLst>
            <pc:docMk/>
            <pc:sldMk cId="712137811" sldId="333"/>
            <ac:spMk id="10" creationId="{80FF7236-1AD1-ED06-360B-C4AAECB02B2F}"/>
          </ac:spMkLst>
        </pc:spChg>
        <pc:spChg chg="del">
          <ac:chgData name="Sergey Chernykh" userId="c7c135f1-59ad-450e-b071-fa08415b0072" providerId="ADAL" clId="{E2C2CDDD-CAC9-4783-87D1-CAEB4364208D}" dt="2026-10-26T02:58:32.437" v="574" actId="478"/>
          <ac:spMkLst>
            <pc:docMk/>
            <pc:sldMk cId="712137811" sldId="333"/>
            <ac:spMk id="11" creationId="{6226F0FD-1BE2-7BB0-0B50-E617091A5B94}"/>
          </ac:spMkLst>
        </pc:spChg>
        <pc:spChg chg="del">
          <ac:chgData name="Sergey Chernykh" userId="c7c135f1-59ad-450e-b071-fa08415b0072" providerId="ADAL" clId="{E2C2CDDD-CAC9-4783-87D1-CAEB4364208D}" dt="2026-10-26T02:58:32.437" v="574" actId="478"/>
          <ac:spMkLst>
            <pc:docMk/>
            <pc:sldMk cId="712137811" sldId="333"/>
            <ac:spMk id="12" creationId="{F5D89B4B-9601-EB88-D1EB-EA09A114D3CE}"/>
          </ac:spMkLst>
        </pc:spChg>
        <pc:spChg chg="del">
          <ac:chgData name="Sergey Chernykh" userId="c7c135f1-59ad-450e-b071-fa08415b0072" providerId="ADAL" clId="{E2C2CDDD-CAC9-4783-87D1-CAEB4364208D}" dt="2026-10-26T02:58:32.437" v="574" actId="478"/>
          <ac:spMkLst>
            <pc:docMk/>
            <pc:sldMk cId="712137811" sldId="333"/>
            <ac:spMk id="13" creationId="{7E57560D-36ED-FE90-A6C0-22754B5359FC}"/>
          </ac:spMkLst>
        </pc:spChg>
        <pc:spChg chg="del">
          <ac:chgData name="Sergey Chernykh" userId="c7c135f1-59ad-450e-b071-fa08415b0072" providerId="ADAL" clId="{E2C2CDDD-CAC9-4783-87D1-CAEB4364208D}" dt="2026-10-26T02:58:32.437" v="574" actId="478"/>
          <ac:spMkLst>
            <pc:docMk/>
            <pc:sldMk cId="712137811" sldId="333"/>
            <ac:spMk id="14" creationId="{0D33CE1D-FFE7-095B-3C8E-A2AD76527446}"/>
          </ac:spMkLst>
        </pc:spChg>
        <pc:spChg chg="add mod">
          <ac:chgData name="Sergey Chernykh" userId="c7c135f1-59ad-450e-b071-fa08415b0072" providerId="ADAL" clId="{E2C2CDDD-CAC9-4783-87D1-CAEB4364208D}" dt="2026-10-26T03:03:24.026" v="749" actId="20577"/>
          <ac:spMkLst>
            <pc:docMk/>
            <pc:sldMk cId="712137811" sldId="333"/>
            <ac:spMk id="15" creationId="{C8881F06-3ABC-AEBB-B72E-AF3074B29542}"/>
          </ac:spMkLst>
        </pc:spChg>
        <pc:spChg chg="add mod">
          <ac:chgData name="Sergey Chernykh" userId="c7c135f1-59ad-450e-b071-fa08415b0072" providerId="ADAL" clId="{E2C2CDDD-CAC9-4783-87D1-CAEB4364208D}" dt="2026-10-26T03:03:36.098" v="769" actId="1036"/>
          <ac:spMkLst>
            <pc:docMk/>
            <pc:sldMk cId="712137811" sldId="333"/>
            <ac:spMk id="16" creationId="{CE8DBDFF-7620-2B63-212C-698F6F0431AF}"/>
          </ac:spMkLst>
        </pc:spChg>
        <pc:spChg chg="add mod">
          <ac:chgData name="Sergey Chernykh" userId="c7c135f1-59ad-450e-b071-fa08415b0072" providerId="ADAL" clId="{E2C2CDDD-CAC9-4783-87D1-CAEB4364208D}" dt="2026-10-26T02:58:35.205" v="576"/>
          <ac:spMkLst>
            <pc:docMk/>
            <pc:sldMk cId="712137811" sldId="333"/>
            <ac:spMk id="17" creationId="{AD1DDA41-6E22-3E06-9FC3-1CCFA3F79554}"/>
          </ac:spMkLst>
        </pc:spChg>
        <pc:spChg chg="add mod">
          <ac:chgData name="Sergey Chernykh" userId="c7c135f1-59ad-450e-b071-fa08415b0072" providerId="ADAL" clId="{E2C2CDDD-CAC9-4783-87D1-CAEB4364208D}" dt="2026-10-26T02:58:35.205" v="576"/>
          <ac:spMkLst>
            <pc:docMk/>
            <pc:sldMk cId="712137811" sldId="333"/>
            <ac:spMk id="19" creationId="{8D3B1D06-163E-EDE4-69E4-3103767CC708}"/>
          </ac:spMkLst>
        </pc:spChg>
        <pc:spChg chg="add mod">
          <ac:chgData name="Sergey Chernykh" userId="c7c135f1-59ad-450e-b071-fa08415b0072" providerId="ADAL" clId="{E2C2CDDD-CAC9-4783-87D1-CAEB4364208D}" dt="2026-10-26T02:58:35.205" v="576"/>
          <ac:spMkLst>
            <pc:docMk/>
            <pc:sldMk cId="712137811" sldId="333"/>
            <ac:spMk id="21" creationId="{4FDFBDFC-DD67-8C33-0BCC-3CFF2DED5101}"/>
          </ac:spMkLst>
        </pc:spChg>
        <pc:spChg chg="add mod">
          <ac:chgData name="Sergey Chernykh" userId="c7c135f1-59ad-450e-b071-fa08415b0072" providerId="ADAL" clId="{E2C2CDDD-CAC9-4783-87D1-CAEB4364208D}" dt="2026-10-26T02:58:35.205" v="576"/>
          <ac:spMkLst>
            <pc:docMk/>
            <pc:sldMk cId="712137811" sldId="333"/>
            <ac:spMk id="23" creationId="{76231322-A1F9-8AB8-6F6F-E2FA3DAB4233}"/>
          </ac:spMkLst>
        </pc:spChg>
        <pc:spChg chg="add mod">
          <ac:chgData name="Sergey Chernykh" userId="c7c135f1-59ad-450e-b071-fa08415b0072" providerId="ADAL" clId="{E2C2CDDD-CAC9-4783-87D1-CAEB4364208D}" dt="2026-10-26T02:58:35.205" v="576"/>
          <ac:spMkLst>
            <pc:docMk/>
            <pc:sldMk cId="712137811" sldId="333"/>
            <ac:spMk id="24" creationId="{2795A95A-BC8F-94B3-114B-D94DA6BBD19F}"/>
          </ac:spMkLst>
        </pc:spChg>
        <pc:cxnChg chg="add mod">
          <ac:chgData name="Sergey Chernykh" userId="c7c135f1-59ad-450e-b071-fa08415b0072" providerId="ADAL" clId="{E2C2CDDD-CAC9-4783-87D1-CAEB4364208D}" dt="2026-10-26T02:58:35.205" v="576"/>
          <ac:cxnSpMkLst>
            <pc:docMk/>
            <pc:sldMk cId="712137811" sldId="333"/>
            <ac:cxnSpMk id="18" creationId="{1B167288-6754-F827-8E90-0EE8403EB07B}"/>
          </ac:cxnSpMkLst>
        </pc:cxnChg>
        <pc:cxnChg chg="add mod">
          <ac:chgData name="Sergey Chernykh" userId="c7c135f1-59ad-450e-b071-fa08415b0072" providerId="ADAL" clId="{E2C2CDDD-CAC9-4783-87D1-CAEB4364208D}" dt="2026-10-26T02:58:35.205" v="576"/>
          <ac:cxnSpMkLst>
            <pc:docMk/>
            <pc:sldMk cId="712137811" sldId="333"/>
            <ac:cxnSpMk id="20" creationId="{6BE4AA4E-EFEC-667E-6B65-4759E2EFF960}"/>
          </ac:cxnSpMkLst>
        </pc:cxnChg>
        <pc:cxnChg chg="add mod">
          <ac:chgData name="Sergey Chernykh" userId="c7c135f1-59ad-450e-b071-fa08415b0072" providerId="ADAL" clId="{E2C2CDDD-CAC9-4783-87D1-CAEB4364208D}" dt="2026-10-26T02:58:35.205" v="576"/>
          <ac:cxnSpMkLst>
            <pc:docMk/>
            <pc:sldMk cId="712137811" sldId="333"/>
            <ac:cxnSpMk id="22" creationId="{7185D193-29E5-BF09-F170-319A1A024208}"/>
          </ac:cxnSpMkLst>
        </pc:cxnChg>
      </pc:sldChg>
      <pc:sldChg chg="addSp delSp modSp add mod">
        <pc:chgData name="Sergey Chernykh" userId="c7c135f1-59ad-450e-b071-fa08415b0072" providerId="ADAL" clId="{E2C2CDDD-CAC9-4783-87D1-CAEB4364208D}" dt="2026-10-26T04:19:47.636" v="928" actId="207"/>
        <pc:sldMkLst>
          <pc:docMk/>
          <pc:sldMk cId="2136408010" sldId="334"/>
        </pc:sldMkLst>
        <pc:spChg chg="del">
          <ac:chgData name="Sergey Chernykh" userId="c7c135f1-59ad-450e-b071-fa08415b0072" providerId="ADAL" clId="{E2C2CDDD-CAC9-4783-87D1-CAEB4364208D}" dt="2026-10-26T04:19:38.686" v="925" actId="478"/>
          <ac:spMkLst>
            <pc:docMk/>
            <pc:sldMk cId="2136408010" sldId="334"/>
            <ac:spMk id="2" creationId="{B38A477F-79EF-086B-B6B6-4947C1A93B5D}"/>
          </ac:spMkLst>
        </pc:spChg>
        <pc:spChg chg="del">
          <ac:chgData name="Sergey Chernykh" userId="c7c135f1-59ad-450e-b071-fa08415b0072" providerId="ADAL" clId="{E2C2CDDD-CAC9-4783-87D1-CAEB4364208D}" dt="2026-10-26T04:19:38.686" v="925" actId="478"/>
          <ac:spMkLst>
            <pc:docMk/>
            <pc:sldMk cId="2136408010" sldId="334"/>
            <ac:spMk id="3" creationId="{FF47C3DA-60B5-8777-6988-25A0891031DF}"/>
          </ac:spMkLst>
        </pc:spChg>
        <pc:spChg chg="del">
          <ac:chgData name="Sergey Chernykh" userId="c7c135f1-59ad-450e-b071-fa08415b0072" providerId="ADAL" clId="{E2C2CDDD-CAC9-4783-87D1-CAEB4364208D}" dt="2026-10-26T04:19:38.686" v="925" actId="478"/>
          <ac:spMkLst>
            <pc:docMk/>
            <pc:sldMk cId="2136408010" sldId="334"/>
            <ac:spMk id="4" creationId="{36FEF023-4BAB-E37C-4DAE-C20260ED4327}"/>
          </ac:spMkLst>
        </pc:spChg>
        <pc:spChg chg="del">
          <ac:chgData name="Sergey Chernykh" userId="c7c135f1-59ad-450e-b071-fa08415b0072" providerId="ADAL" clId="{E2C2CDDD-CAC9-4783-87D1-CAEB4364208D}" dt="2026-10-26T04:19:38.686" v="925" actId="478"/>
          <ac:spMkLst>
            <pc:docMk/>
            <pc:sldMk cId="2136408010" sldId="334"/>
            <ac:spMk id="6" creationId="{241D1749-335E-F786-2D68-FDA061FCFCAC}"/>
          </ac:spMkLst>
        </pc:spChg>
        <pc:spChg chg="del">
          <ac:chgData name="Sergey Chernykh" userId="c7c135f1-59ad-450e-b071-fa08415b0072" providerId="ADAL" clId="{E2C2CDDD-CAC9-4783-87D1-CAEB4364208D}" dt="2026-10-26T04:19:38.686" v="925" actId="478"/>
          <ac:spMkLst>
            <pc:docMk/>
            <pc:sldMk cId="2136408010" sldId="334"/>
            <ac:spMk id="7" creationId="{7593D19E-39AE-9A52-8782-8D6FAC8DFB2D}"/>
          </ac:spMkLst>
        </pc:spChg>
        <pc:spChg chg="del">
          <ac:chgData name="Sergey Chernykh" userId="c7c135f1-59ad-450e-b071-fa08415b0072" providerId="ADAL" clId="{E2C2CDDD-CAC9-4783-87D1-CAEB4364208D}" dt="2026-10-26T04:19:38.686" v="925" actId="478"/>
          <ac:spMkLst>
            <pc:docMk/>
            <pc:sldMk cId="2136408010" sldId="334"/>
            <ac:spMk id="8" creationId="{4DBB8668-FE99-1528-3A4F-C86BD0575288}"/>
          </ac:spMkLst>
        </pc:spChg>
        <pc:spChg chg="add del mod">
          <ac:chgData name="Sergey Chernykh" userId="c7c135f1-59ad-450e-b071-fa08415b0072" providerId="ADAL" clId="{E2C2CDDD-CAC9-4783-87D1-CAEB4364208D}" dt="2026-10-26T04:19:40.640" v="926" actId="478"/>
          <ac:spMkLst>
            <pc:docMk/>
            <pc:sldMk cId="2136408010" sldId="334"/>
            <ac:spMk id="9" creationId="{78A1B3C5-7004-2F3D-D239-06D67D40A2B6}"/>
          </ac:spMkLst>
        </pc:spChg>
        <pc:spChg chg="add mod">
          <ac:chgData name="Sergey Chernykh" userId="c7c135f1-59ad-450e-b071-fa08415b0072" providerId="ADAL" clId="{E2C2CDDD-CAC9-4783-87D1-CAEB4364208D}" dt="2026-10-26T04:19:47.636" v="928" actId="207"/>
          <ac:spMkLst>
            <pc:docMk/>
            <pc:sldMk cId="2136408010" sldId="334"/>
            <ac:spMk id="10" creationId="{24E0B46B-897A-FBA0-5BDC-94A8B1A7A5BE}"/>
          </ac:spMkLst>
        </pc:spChg>
        <pc:spChg chg="add mod">
          <ac:chgData name="Sergey Chernykh" userId="c7c135f1-59ad-450e-b071-fa08415b0072" providerId="ADAL" clId="{E2C2CDDD-CAC9-4783-87D1-CAEB4364208D}" dt="2026-10-26T04:19:47.636" v="928" actId="207"/>
          <ac:spMkLst>
            <pc:docMk/>
            <pc:sldMk cId="2136408010" sldId="334"/>
            <ac:spMk id="11" creationId="{47EF09F7-3F12-928A-3DDD-83F46B43B968}"/>
          </ac:spMkLst>
        </pc:spChg>
        <pc:spChg chg="add mod">
          <ac:chgData name="Sergey Chernykh" userId="c7c135f1-59ad-450e-b071-fa08415b0072" providerId="ADAL" clId="{E2C2CDDD-CAC9-4783-87D1-CAEB4364208D}" dt="2026-10-26T04:19:47.636" v="928" actId="207"/>
          <ac:spMkLst>
            <pc:docMk/>
            <pc:sldMk cId="2136408010" sldId="334"/>
            <ac:spMk id="12" creationId="{29584034-B831-0405-52C1-B3AD097963CA}"/>
          </ac:spMkLst>
        </pc:spChg>
        <pc:spChg chg="add mod">
          <ac:chgData name="Sergey Chernykh" userId="c7c135f1-59ad-450e-b071-fa08415b0072" providerId="ADAL" clId="{E2C2CDDD-CAC9-4783-87D1-CAEB4364208D}" dt="2026-10-26T04:19:47.636" v="928" actId="207"/>
          <ac:spMkLst>
            <pc:docMk/>
            <pc:sldMk cId="2136408010" sldId="334"/>
            <ac:spMk id="13" creationId="{45DD027E-521E-92D3-D79C-BEF32DCC31D1}"/>
          </ac:spMkLst>
        </pc:spChg>
        <pc:spChg chg="add mod">
          <ac:chgData name="Sergey Chernykh" userId="c7c135f1-59ad-450e-b071-fa08415b0072" providerId="ADAL" clId="{E2C2CDDD-CAC9-4783-87D1-CAEB4364208D}" dt="2026-10-26T04:19:47.636" v="928" actId="207"/>
          <ac:spMkLst>
            <pc:docMk/>
            <pc:sldMk cId="2136408010" sldId="334"/>
            <ac:spMk id="14" creationId="{725E3332-B6FC-CDA0-4B5D-81358326695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1"/>
            <a:ext cx="2889938" cy="493633"/>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777607" y="1"/>
            <a:ext cx="2889938" cy="493633"/>
          </a:xfrm>
          <a:prstGeom prst="rect">
            <a:avLst/>
          </a:prstGeom>
        </p:spPr>
        <p:txBody>
          <a:bodyPr vert="horz" lIns="91440" tIns="45720" rIns="91440" bIns="45720" rtlCol="0"/>
          <a:lstStyle>
            <a:lvl1pPr algn="r">
              <a:defRPr sz="1200"/>
            </a:lvl1pPr>
          </a:lstStyle>
          <a:p>
            <a:fld id="{92460324-399B-E044-B7AB-24BBE3670693}" type="datetimeFigureOut">
              <a:rPr lang="nl-NL" smtClean="0"/>
              <a:t>26-10-2026</a:t>
            </a:fld>
            <a:endParaRPr lang="nl-NL"/>
          </a:p>
        </p:txBody>
      </p:sp>
      <p:sp>
        <p:nvSpPr>
          <p:cNvPr id="4" name="Tijdelijke aanduiding voor voettekst 3"/>
          <p:cNvSpPr>
            <a:spLocks noGrp="1"/>
          </p:cNvSpPr>
          <p:nvPr>
            <p:ph type="ftr" sz="quarter" idx="2"/>
          </p:nvPr>
        </p:nvSpPr>
        <p:spPr>
          <a:xfrm>
            <a:off x="0" y="9377317"/>
            <a:ext cx="2889938" cy="493633"/>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777607" y="9377317"/>
            <a:ext cx="2889938" cy="493633"/>
          </a:xfrm>
          <a:prstGeom prst="rect">
            <a:avLst/>
          </a:prstGeom>
        </p:spPr>
        <p:txBody>
          <a:bodyPr vert="horz" lIns="91440" tIns="45720" rIns="91440" bIns="45720" rtlCol="0" anchor="b"/>
          <a:lstStyle>
            <a:lvl1pPr algn="r">
              <a:defRPr sz="1200"/>
            </a:lvl1pPr>
          </a:lstStyle>
          <a:p>
            <a:fld id="{6939251E-53F1-FC41-8C35-4A7AA1F42D14}" type="slidenum">
              <a:rPr lang="nl-NL" smtClean="0"/>
              <a:t>‹#›</a:t>
            </a:fld>
            <a:endParaRPr lang="nl-NL"/>
          </a:p>
        </p:txBody>
      </p:sp>
    </p:spTree>
    <p:extLst>
      <p:ext uri="{BB962C8B-B14F-4D97-AF65-F5344CB8AC3E}">
        <p14:creationId xmlns:p14="http://schemas.microsoft.com/office/powerpoint/2010/main" val="241291657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889938" cy="49363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777607" y="1"/>
            <a:ext cx="2889938" cy="493633"/>
          </a:xfrm>
          <a:prstGeom prst="rect">
            <a:avLst/>
          </a:prstGeom>
        </p:spPr>
        <p:txBody>
          <a:bodyPr vert="horz" lIns="91440" tIns="45720" rIns="91440" bIns="45720" rtlCol="0"/>
          <a:lstStyle>
            <a:lvl1pPr algn="r">
              <a:defRPr sz="1200"/>
            </a:lvl1pPr>
          </a:lstStyle>
          <a:p>
            <a:fld id="{16226358-5A07-BF4D-A2AB-14C0FB991A39}" type="datetimeFigureOut">
              <a:rPr lang="en-US" smtClean="0"/>
              <a:t>10/26/2026</a:t>
            </a:fld>
            <a:endParaRPr lang="en-US"/>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377317"/>
            <a:ext cx="2889938" cy="49363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777607" y="9377317"/>
            <a:ext cx="2889938" cy="493633"/>
          </a:xfrm>
          <a:prstGeom prst="rect">
            <a:avLst/>
          </a:prstGeom>
        </p:spPr>
        <p:txBody>
          <a:bodyPr vert="horz" lIns="91440" tIns="45720" rIns="91440" bIns="45720" rtlCol="0" anchor="b"/>
          <a:lstStyle>
            <a:lvl1pPr algn="r">
              <a:defRPr sz="1200"/>
            </a:lvl1pPr>
          </a:lstStyle>
          <a:p>
            <a:fld id="{4EE6E482-F2E1-AE4E-B7AD-A6CBD907DFA8}" type="slidenum">
              <a:rPr lang="en-US" smtClean="0"/>
              <a:t>‹#›</a:t>
            </a:fld>
            <a:endParaRPr lang="en-US"/>
          </a:p>
        </p:txBody>
      </p:sp>
    </p:spTree>
    <p:extLst>
      <p:ext uri="{BB962C8B-B14F-4D97-AF65-F5344CB8AC3E}">
        <p14:creationId xmlns:p14="http://schemas.microsoft.com/office/powerpoint/2010/main" val="3071687179"/>
      </p:ext>
    </p:extLst>
  </p:cSld>
  <p:clrMap bg1="lt1" tx1="dk1" bg2="lt2" tx2="dk2" accent1="accent1" accent2="accent2" accent3="accent3" accent4="accent4" accent5="accent5" accent6="accent6" hlink="hlink" folHlink="folHlink"/>
  <p:hf hdr="0" ftr="0" dt="0"/>
  <p:notesStyle>
    <a:lvl1pPr marL="0" algn="l" defTabSz="609585" rtl="0" eaLnBrk="1" latinLnBrk="0" hangingPunct="1">
      <a:defRPr sz="1600" kern="1200">
        <a:solidFill>
          <a:schemeClr val="tx1"/>
        </a:solidFill>
        <a:latin typeface="+mn-lt"/>
        <a:ea typeface="+mn-ea"/>
        <a:cs typeface="+mn-cs"/>
      </a:defRPr>
    </a:lvl1pPr>
    <a:lvl2pPr marL="609585" algn="l" defTabSz="609585" rtl="0" eaLnBrk="1" latinLnBrk="0" hangingPunct="1">
      <a:defRPr sz="1600" kern="1200">
        <a:solidFill>
          <a:schemeClr val="tx1"/>
        </a:solidFill>
        <a:latin typeface="+mn-lt"/>
        <a:ea typeface="+mn-ea"/>
        <a:cs typeface="+mn-cs"/>
      </a:defRPr>
    </a:lvl2pPr>
    <a:lvl3pPr marL="1219170" algn="l" defTabSz="609585" rtl="0" eaLnBrk="1" latinLnBrk="0" hangingPunct="1">
      <a:defRPr sz="1600" kern="1200">
        <a:solidFill>
          <a:schemeClr val="tx1"/>
        </a:solidFill>
        <a:latin typeface="+mn-lt"/>
        <a:ea typeface="+mn-ea"/>
        <a:cs typeface="+mn-cs"/>
      </a:defRPr>
    </a:lvl3pPr>
    <a:lvl4pPr marL="1828754" algn="l" defTabSz="609585" rtl="0" eaLnBrk="1" latinLnBrk="0" hangingPunct="1">
      <a:defRPr sz="1600" kern="1200">
        <a:solidFill>
          <a:schemeClr val="tx1"/>
        </a:solidFill>
        <a:latin typeface="+mn-lt"/>
        <a:ea typeface="+mn-ea"/>
        <a:cs typeface="+mn-cs"/>
      </a:defRPr>
    </a:lvl4pPr>
    <a:lvl5pPr marL="2438339" algn="l" defTabSz="609585" rtl="0" eaLnBrk="1" latinLnBrk="0" hangingPunct="1">
      <a:defRPr sz="1600" kern="1200">
        <a:solidFill>
          <a:schemeClr val="tx1"/>
        </a:solidFill>
        <a:latin typeface="+mn-lt"/>
        <a:ea typeface="+mn-ea"/>
        <a:cs typeface="+mn-cs"/>
      </a:defRPr>
    </a:lvl5pPr>
    <a:lvl6pPr marL="3047924" algn="l" defTabSz="609585" rtl="0" eaLnBrk="1" latinLnBrk="0" hangingPunct="1">
      <a:defRPr sz="1600" kern="1200">
        <a:solidFill>
          <a:schemeClr val="tx1"/>
        </a:solidFill>
        <a:latin typeface="+mn-lt"/>
        <a:ea typeface="+mn-ea"/>
        <a:cs typeface="+mn-cs"/>
      </a:defRPr>
    </a:lvl6pPr>
    <a:lvl7pPr marL="3657509" algn="l" defTabSz="609585" rtl="0" eaLnBrk="1" latinLnBrk="0" hangingPunct="1">
      <a:defRPr sz="1600" kern="1200">
        <a:solidFill>
          <a:schemeClr val="tx1"/>
        </a:solidFill>
        <a:latin typeface="+mn-lt"/>
        <a:ea typeface="+mn-ea"/>
        <a:cs typeface="+mn-cs"/>
      </a:defRPr>
    </a:lvl7pPr>
    <a:lvl8pPr marL="4267093" algn="l" defTabSz="609585" rtl="0" eaLnBrk="1" latinLnBrk="0" hangingPunct="1">
      <a:defRPr sz="1600" kern="1200">
        <a:solidFill>
          <a:schemeClr val="tx1"/>
        </a:solidFill>
        <a:latin typeface="+mn-lt"/>
        <a:ea typeface="+mn-ea"/>
        <a:cs typeface="+mn-cs"/>
      </a:defRPr>
    </a:lvl8pPr>
    <a:lvl9pPr marL="4876678" algn="l" defTabSz="609585"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FIRST PASS - NOT APPROVED FOR EXTERNAL DISTRIBUTION
Slide 1 | Welcome | Lead: Both | Target: 60 seconds
Working first-pass adaptation of the outline submitted to Nathan in PR #4. Confirm the final conference-portal title and apply the supplied WK presentation template before external use. No live demo or product integration is claimed complete.
Primary source: https://github.com/nathandyck/wk-tax-api/blob/8bfe2f5b1edebdfe9c74a22f79ad95f6fab5bf95/presentation/session-outline.md
Passage locator: section:2
Drafting boundary: speaker notes and slide phrasing are an assistant-authored adaptation. Recommendations, demo cues and illustrative platform integrations are not confirmed product features or completed results.</a:t>
            </a:r>
          </a:p>
          <a:p>
            <a:endParaRPr lang="en-US" dirty="0"/>
          </a:p>
          <a:p>
            <a:r>
              <a:rPr lang="en-US" dirty="0"/>
              <a:t>WK TEMPLATE MIGRATION</a:t>
            </a:r>
          </a:p>
          <a:p>
            <a:r>
              <a:rPr lang="en-US" dirty="0"/>
              <a:t>Original source slide: 1</a:t>
            </a:r>
          </a:p>
          <a:p>
            <a:r>
              <a:rPr lang="en-US" dirty="0"/>
              <a:t>Official layout: 3_Black Title Slide 02</a:t>
            </a:r>
          </a:p>
          <a:p>
            <a:r>
              <a:rPr lang="en-US" dirty="0"/>
              <a:t>Message treatment: cover</a:t>
            </a:r>
          </a:p>
          <a:p>
            <a:r>
              <a:rPr lang="en-US" dirty="0"/>
              <a:t>All original first-pass message text and source notes are retained. Additional introductory slides fit within the existing welcome allocation.</a:t>
            </a:r>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1</a:t>
            </a:fld>
            <a:endParaRPr lang="en-US"/>
          </a:p>
        </p:txBody>
      </p:sp>
    </p:spTree>
    <p:extLst>
      <p:ext uri="{BB962C8B-B14F-4D97-AF65-F5344CB8AC3E}">
        <p14:creationId xmlns:p14="http://schemas.microsoft.com/office/powerpoint/2010/main" val="134134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Added to satisfy the WK template's required session-title and description slide. This summarizes existing first-pass content and is covered by the existing 10-minute welcome; it adds no agenda time. Demo choices and API availability remain provisional.</a:t>
            </a:r>
          </a:p>
          <a:p>
            <a:endParaRPr lang="en-US"/>
          </a:p>
          <a:p>
            <a:r>
              <a:rPr lang="en-US"/>
              <a:t>WK TEMPLATE MIGRATION</a:t>
            </a:r>
          </a:p>
          <a:p>
            <a:r>
              <a:rPr lang="en-US"/>
              <a:t>Original source slide: </a:t>
            </a:r>
          </a:p>
          <a:p>
            <a:r>
              <a:rPr lang="en-US"/>
              <a:t>Official layout: Two Columns Right</a:t>
            </a:r>
          </a:p>
          <a:p>
            <a:r>
              <a:rPr lang="en-US"/>
              <a:t>Message treatment: overview</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a:t>
            </a:fld>
            <a:endParaRPr lang="en-US"/>
          </a:p>
        </p:txBody>
      </p:sp>
    </p:spTree>
    <p:extLst>
      <p:ext uri="{BB962C8B-B14F-4D97-AF65-F5344CB8AC3E}">
        <p14:creationId xmlns:p14="http://schemas.microsoft.com/office/powerpoint/2010/main" val="37338818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3 | Welcome | Lead: Both | Target: 90 seconds
The six submitted sections total 100 minutes. This deck has 33 main slides and four presenter-reference slides. Demo and Q&amp;A time are included, not added. End early rather than fill time.
Primary source: https://github.com/nathandyck/wk-tax-api/blob/8bfe2f5b1edebdfe9c74a22f79ad95f6fab5bf95/presentation/session-outline.md
Passage locator: section:5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3</a:t>
            </a:r>
          </a:p>
          <a:p>
            <a:r>
              <a:rPr lang="en-US"/>
              <a:t>Official layout: Page Breaker 2</a:t>
            </a:r>
          </a:p>
          <a:p>
            <a:r>
              <a:rPr lang="en-US"/>
              <a:t>Message treatment: agenda</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a:t>
            </a:fld>
            <a:endParaRPr lang="en-US"/>
          </a:p>
        </p:txBody>
      </p:sp>
    </p:spTree>
    <p:extLst>
      <p:ext uri="{BB962C8B-B14F-4D97-AF65-F5344CB8AC3E}">
        <p14:creationId xmlns:p14="http://schemas.microsoft.com/office/powerpoint/2010/main" val="18080870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Added to satisfy the WK template's required speaker slide, using its two-speaker layout. Presenter names and companies come from the original title slide. No headshots or confirmed job-title wording were supplied, so photographs remain explicitly marked as pending and no job titles are invented. Covered by the existing welcome allocation; no additional agenda time.</a:t>
            </a:r>
          </a:p>
          <a:p>
            <a:endParaRPr lang="en-US"/>
          </a:p>
          <a:p>
            <a:r>
              <a:rPr lang="en-US"/>
              <a:t>WK TEMPLATE MIGRATION</a:t>
            </a:r>
          </a:p>
          <a:p>
            <a:r>
              <a:rPr lang="en-US"/>
              <a:t>Original source slide: </a:t>
            </a:r>
          </a:p>
          <a:p>
            <a:r>
              <a:rPr lang="en-US"/>
              <a:t>Official layout: Two speaker without bio</a:t>
            </a:r>
          </a:p>
          <a:p>
            <a:r>
              <a:rPr lang="en-US"/>
              <a:t>Message treatment: speakers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4</a:t>
            </a:fld>
            <a:endParaRPr lang="en-US"/>
          </a:p>
        </p:txBody>
      </p:sp>
    </p:spTree>
    <p:extLst>
      <p:ext uri="{BB962C8B-B14F-4D97-AF65-F5344CB8AC3E}">
        <p14:creationId xmlns:p14="http://schemas.microsoft.com/office/powerpoint/2010/main" val="37069039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FIRST PASS - NOT APPROVED FOR EXTERNAL DISTRIBUTION
Slide 2 | Welcome | Lead: Both | Target: 120 seconds
The session message is practical: the firm supplies the workflow knowledge; the API and development tools supply different parts of the implementation. Do not imply that AI removes the need for review.
Primary source: https://github.com/nathandyck/wk-tax-api/blob/8bfe2f5b1edebdfe9c74a22f79ad95f6fab5bf95/presentation/session-outline.md
Passage locator: section:3
Drafting boundary: speaker notes and slide phrasing are an assistant-authored adaptation. Recommendations, demo cues and illustrative platform integrations are not confirmed product features or completed results.</a:t>
            </a:r>
          </a:p>
          <a:p>
            <a:endParaRPr lang="en-US" dirty="0"/>
          </a:p>
          <a:p>
            <a:r>
              <a:rPr lang="en-US" dirty="0"/>
              <a:t>WK TEMPLATE MIGRATION</a:t>
            </a:r>
          </a:p>
          <a:p>
            <a:r>
              <a:rPr lang="en-US" dirty="0"/>
              <a:t>Original source slide: 2</a:t>
            </a:r>
          </a:p>
          <a:p>
            <a:r>
              <a:rPr lang="en-US" dirty="0"/>
              <a:t>Official layout: Two Columns 2</a:t>
            </a:r>
          </a:p>
          <a:p>
            <a:r>
              <a:rPr lang="en-US" dirty="0"/>
              <a:t>Message treatment: four-grid</a:t>
            </a:r>
          </a:p>
          <a:p>
            <a:r>
              <a:rPr lang="en-US" dirty="0"/>
              <a:t>All original first-pass message text and source notes are retained. Additional introductory slides fit within the existing welcome allocation.</a:t>
            </a:r>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5</a:t>
            </a:fld>
            <a:endParaRPr lang="en-US"/>
          </a:p>
        </p:txBody>
      </p:sp>
    </p:spTree>
    <p:extLst>
      <p:ext uri="{BB962C8B-B14F-4D97-AF65-F5344CB8AC3E}">
        <p14:creationId xmlns:p14="http://schemas.microsoft.com/office/powerpoint/2010/main" val="35325519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FIRST PASS - NOT APPROVED FOR EXTERNAL DISTRIBUTION
Slide 10 | API capabilities | Lead: Nathan | Target: 120 seconds
Nathan should supply the exact attendee-facing links and support wording. Wolters Kluwer Open Integration landing page: https://www.wolterskluwer.com/en/solutions/cch-axcess/open-integration . That page could not be independently captured during this pass; this slide is grounded in the submitted outline. Transition to the finished application before explaining how it was built.
Primary source: https://github.com/nathandyck/wk-tax-api/blob/8bfe2f5b1edebdfe9c74a22f79ad95f6fab5bf95/presentation/session-outline.md
Passage locator: section:7
Drafting boundary: speaker notes and slide phrasing are an assistant-authored adaptation. Recommendations, demo cues and illustrative platform integrations are not confirmed product features or completed results.</a:t>
            </a:r>
          </a:p>
          <a:p>
            <a:endParaRPr lang="en-US" dirty="0"/>
          </a:p>
          <a:p>
            <a:r>
              <a:rPr lang="en-US" dirty="0"/>
              <a:t>WK TEMPLATE MIGRATION</a:t>
            </a:r>
          </a:p>
          <a:p>
            <a:r>
              <a:rPr lang="en-US" dirty="0"/>
              <a:t>Original source slide: 10</a:t>
            </a:r>
          </a:p>
          <a:p>
            <a:r>
              <a:rPr lang="en-US" dirty="0"/>
              <a:t>Official layout: Three Columns - Classic</a:t>
            </a:r>
          </a:p>
          <a:p>
            <a:r>
              <a:rPr lang="en-US" dirty="0"/>
              <a:t>Message treatment: three-columns</a:t>
            </a:r>
          </a:p>
          <a:p>
            <a:r>
              <a:rPr lang="en-US" dirty="0"/>
              <a:t>All original first-pass message text and source notes are retained. Additional introductory slides fit within the existing welcome allocation.</a:t>
            </a:r>
            <a:endParaRPr lang="en-CA" dirty="0"/>
          </a:p>
        </p:txBody>
      </p:sp>
      <p:sp>
        <p:nvSpPr>
          <p:cNvPr id="4" name="Slide Number Placeholder 3"/>
          <p:cNvSpPr>
            <a:spLocks noGrp="1"/>
          </p:cNvSpPr>
          <p:nvPr>
            <p:ph type="sldNum" sz="quarter" idx="5"/>
          </p:nvPr>
        </p:nvSpPr>
        <p:spPr/>
        <p:txBody>
          <a:bodyPr/>
          <a:lstStyle/>
          <a:p>
            <a:fld id="{4EE6E482-F2E1-AE4E-B7AD-A6CBD907DFA8}" type="slidenum">
              <a:rPr lang="en-US" smtClean="0"/>
              <a:t>6</a:t>
            </a:fld>
            <a:endParaRPr lang="en-US"/>
          </a:p>
        </p:txBody>
      </p:sp>
    </p:spTree>
    <p:extLst>
      <p:ext uri="{BB962C8B-B14F-4D97-AF65-F5344CB8AC3E}">
        <p14:creationId xmlns:p14="http://schemas.microsoft.com/office/powerpoint/2010/main" val="3245063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Take-home training: Wolters Kluwer's API Spotlight podcast, 10 to 15 minute episodes from CCH product experts and firms. These are audio episodes (Apple Podcasts, Amazon Music and iHeart), not videos.</a:t>
            </a:r>
          </a:p>
          <a:p>
            <a:endParaRPr lang="en-US"/>
          </a:p>
          <a:p>
            <a:r>
              <a:rPr lang="en-US"/>
              <a:t>Suggested placement: with the lab preview and next steps, near the close, or right after the CCH Axcess API product slide as the "go deeper" pointer. Nathan may want to introduce it, since it is Wolters Kluwer's series.</a:t>
            </a:r>
          </a:p>
          <a:p>
            <a:endParaRPr lang="en-US"/>
          </a:p>
          <a:p>
            <a:r>
              <a:rPr lang="en-US"/>
              <a:t>Why these four, mapped to the session:</a:t>
            </a:r>
          </a:p>
          <a:p>
            <a:r>
              <a:rPr lang="en-US"/>
              <a:t>- Exploring Wolters Kluwer's CCH Axcess API strategy, with Shahbaz Khan (API Program and Partners) and Adam Orentlicher. The starting point for anyone new to the APIs.</a:t>
            </a:r>
          </a:p>
          <a:p>
            <a:r>
              <a:rPr lang="en-US"/>
              <a:t>  https://www.wolterskluwer.com/en/expert-insights/api-spotlight-exploring-wolters-kluwers-cch-axcess-api-strategy</a:t>
            </a:r>
          </a:p>
          <a:p>
            <a:r>
              <a:rPr lang="en-US"/>
              <a:t>- Harnessing the power of Tax Transfer APIs, with Rod Lear. Importing and extracting return data, including automating the initial review of return amounts against workpapers.</a:t>
            </a:r>
          </a:p>
          <a:p>
            <a:r>
              <a:rPr lang="en-US"/>
              <a:t>  https://www.wolterskluwer.com/en/expert-insights/api-spotlight-harnessing-the-power-of-tax-transfer-apis</a:t>
            </a:r>
          </a:p>
          <a:p>
            <a:r>
              <a:rPr lang="en-US"/>
              <a:t>- Realized benefits of the Tax Transfer API, with Kenny Cheung of Grassi. A firm's own experience, including change management and making the case for technology investment.</a:t>
            </a:r>
          </a:p>
          <a:p>
            <a:r>
              <a:rPr lang="en-US"/>
              <a:t>  https://www.wolterskluwer.com/en/expert-insights/api-spotlight-realized-benefits-of-the-tax-transfer-api</a:t>
            </a:r>
          </a:p>
          <a:p>
            <a:r>
              <a:rPr lang="en-US"/>
              <a:t>- Unlocking efficiency with Document Management APIs, with Damon Russel. Firm Management APIs with Axcess Document and CCH Axcess Portal: file storage, publishing options, approval processes and tasks.</a:t>
            </a:r>
          </a:p>
          <a:p>
            <a:r>
              <a:rPr lang="en-US"/>
              <a:t>  https://www.wolterskluwer.com/en/expert-insights/api-spotlight-unlocking-efficiency-with-document-management-apis</a:t>
            </a:r>
          </a:p>
          <a:p>
            <a:endParaRPr lang="en-US"/>
          </a:p>
          <a:p>
            <a:r>
              <a:rPr lang="en-US"/>
              <a:t>The series page also lists upcoming topics (Workflow APIs, Practice Management APIs, and Common APIs with Engagement). The page may be out of date, so they are not on the slide; Nathan can say whether they have been released.</a:t>
            </a:r>
          </a:p>
          <a:p>
            <a:endParaRPr lang="en-US"/>
          </a:p>
          <a:p>
            <a:r>
              <a:rPr lang="en-US"/>
              <a:t>QR code target (verified by decoding): https://www.wolterskluwer.com/en/solutions/cch-axcess/open-integration/api-spotlight-podcast-series</a:t>
            </a:r>
            <a:endParaRPr lang="en-CA"/>
          </a:p>
        </p:txBody>
      </p:sp>
      <p:sp>
        <p:nvSpPr>
          <p:cNvPr id="4" name="Slide Number Placeholder 3"/>
          <p:cNvSpPr>
            <a:spLocks noGrp="1"/>
          </p:cNvSpPr>
          <p:nvPr>
            <p:ph type="sldNum" sz="quarter" idx="5"/>
          </p:nvPr>
        </p:nvSpPr>
        <p:spPr/>
        <p:txBody>
          <a:bodyPr/>
          <a:lstStyle/>
          <a:p>
            <a:fld id="{2C180658-5A37-4C3B-8443-DD6D5507A6DB}" type="slidenum">
              <a:rPr lang="en-CA" smtClean="0"/>
              <a:t>7</a:t>
            </a:fld>
            <a:endParaRPr lang="en-CA"/>
          </a:p>
        </p:txBody>
      </p:sp>
    </p:spTree>
    <p:extLst>
      <p:ext uri="{BB962C8B-B14F-4D97-AF65-F5344CB8AC3E}">
        <p14:creationId xmlns:p14="http://schemas.microsoft.com/office/powerpoint/2010/main" val="16759124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9 | API capabilities | Lead: Nathan | Target: 180 seconds
Illustrative integration possibilities from the outline, not claims of packaged connectors. Nathan may replace these with selected published firm examples such as organizer printing or client-data synchronization.
Primary source: https://github.com/nathandyck/wk-tax-api/blob/8bfe2f5b1edebdfe9c74a22f79ad95f6fab5bf95/presentation/session-outline.md
Passage locator: section:7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9</a:t>
            </a:r>
          </a:p>
          <a:p>
            <a:r>
              <a:rPr lang="en-US"/>
              <a:t>Official layout: Two Columns 2</a:t>
            </a:r>
          </a:p>
          <a:p>
            <a:r>
              <a:rPr lang="en-US"/>
              <a:t>Message treatment: four-grid</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8</a:t>
            </a:fld>
            <a:endParaRPr lang="en-US"/>
          </a:p>
        </p:txBody>
      </p:sp>
    </p:spTree>
    <p:extLst>
      <p:ext uri="{BB962C8B-B14F-4D97-AF65-F5344CB8AC3E}">
        <p14:creationId xmlns:p14="http://schemas.microsoft.com/office/powerpoint/2010/main" val="1973872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5 | Welcome | Lead: Both | Target: 150 seconds
Optional show of hands. Calibrate the explanations to the room. Invite one brief workflow example and keep the detailed exploration for the lab or questions.
Primary source: https://github.com/nathandyck/wk-tax-api/blob/8bfe2f5b1edebdfe9c74a22f79ad95f6fab5bf95/presentation/session-outline.md
Passage locator: section:6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5</a:t>
            </a:r>
          </a:p>
          <a:p>
            <a:r>
              <a:rPr lang="en-US"/>
              <a:t>Official layout: Two Columns Right</a:t>
            </a:r>
          </a:p>
          <a:p>
            <a:r>
              <a:rPr lang="en-US"/>
              <a:t>Message treatment: poll</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10</a:t>
            </a:fld>
            <a:endParaRPr lang="en-US"/>
          </a:p>
        </p:txBody>
      </p:sp>
    </p:spTree>
    <p:extLst>
      <p:ext uri="{BB962C8B-B14F-4D97-AF65-F5344CB8AC3E}">
        <p14:creationId xmlns:p14="http://schemas.microsoft.com/office/powerpoint/2010/main" val="40287703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2525D-216D-21AF-79B8-C9C8FB039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4C9D3A-67DE-467E-7238-C0B79E6FD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B3D30-0A8C-5EF3-CB55-B05CAADCAAAF}"/>
              </a:ext>
            </a:extLst>
          </p:cNvPr>
          <p:cNvSpPr>
            <a:spLocks noGrp="1"/>
          </p:cNvSpPr>
          <p:nvPr>
            <p:ph type="body" idx="1"/>
          </p:nvPr>
        </p:nvSpPr>
        <p:spPr/>
        <p:txBody>
          <a:bodyPr/>
          <a:lstStyle/>
          <a:p>
            <a:r>
              <a:rPr lang="en-US" dirty="0"/>
              <a:t>INTERNAL FIRST PASS - NOT APPROVED FOR EXTERNAL DISTRIBUTION
Slide 2 | Welcome | Lead: Both | Target: 120 seconds
The session message is practical: the firm supplies the workflow knowledge; the API and development tools supply different parts of the implementation. Do not imply that AI removes the need for review.
Primary source: https://github.com/nathandyck/wk-tax-api/blob/8bfe2f5b1edebdfe9c74a22f79ad95f6fab5bf95/presentation/session-outline.md
Passage locator: section:3
Drafting boundary: speaker notes and slide phrasing are an assistant-authored adaptation. Recommendations, demo cues and illustrative platform integrations are not confirmed product features or completed results.</a:t>
            </a:r>
          </a:p>
          <a:p>
            <a:endParaRPr lang="en-US" dirty="0"/>
          </a:p>
          <a:p>
            <a:r>
              <a:rPr lang="en-US" dirty="0"/>
              <a:t>WK TEMPLATE MIGRATION</a:t>
            </a:r>
          </a:p>
          <a:p>
            <a:r>
              <a:rPr lang="en-US" dirty="0"/>
              <a:t>Original source slide: 2</a:t>
            </a:r>
          </a:p>
          <a:p>
            <a:r>
              <a:rPr lang="en-US" dirty="0"/>
              <a:t>Official layout: Two Columns 2</a:t>
            </a:r>
          </a:p>
          <a:p>
            <a:r>
              <a:rPr lang="en-US" dirty="0"/>
              <a:t>Message treatment: four-grid</a:t>
            </a:r>
          </a:p>
          <a:p>
            <a:r>
              <a:rPr lang="en-US" dirty="0"/>
              <a:t>All original first-pass message text and source notes are retained. Additional introductory slides fit within the existing welcome allocation.</a:t>
            </a:r>
            <a:endParaRPr lang="en-CA" dirty="0"/>
          </a:p>
        </p:txBody>
      </p:sp>
      <p:sp>
        <p:nvSpPr>
          <p:cNvPr id="4" name="Slide Number Placeholder 3">
            <a:extLst>
              <a:ext uri="{FF2B5EF4-FFF2-40B4-BE49-F238E27FC236}">
                <a16:creationId xmlns:a16="http://schemas.microsoft.com/office/drawing/2014/main" id="{6E16EF44-5993-C996-12D9-8828131CD6FB}"/>
              </a:ext>
            </a:extLst>
          </p:cNvPr>
          <p:cNvSpPr>
            <a:spLocks noGrp="1"/>
          </p:cNvSpPr>
          <p:nvPr>
            <p:ph type="sldNum" sz="quarter" idx="5"/>
          </p:nvPr>
        </p:nvSpPr>
        <p:spPr/>
        <p:txBody>
          <a:bodyPr/>
          <a:lstStyle/>
          <a:p>
            <a:fld id="{4EE6E482-F2E1-AE4E-B7AD-A6CBD907DFA8}" type="slidenum">
              <a:rPr lang="en-US" smtClean="0"/>
              <a:t>11</a:t>
            </a:fld>
            <a:endParaRPr lang="en-US"/>
          </a:p>
        </p:txBody>
      </p:sp>
    </p:spTree>
    <p:extLst>
      <p:ext uri="{BB962C8B-B14F-4D97-AF65-F5344CB8AC3E}">
        <p14:creationId xmlns:p14="http://schemas.microsoft.com/office/powerpoint/2010/main" val="956427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7 | API capabilities | Lead: Nathan | Target: 240 seconds
Draft capability grouping from section 2 of the submitted outline. Nathan owns the final wording, scope, availability and any newly available capabilities. Advanced features may require additional licensing. Do not describe these as new releases without confirmation.
Primary source: https://github.com/nathandyck/wk-tax-api/blob/8bfe2f5b1edebdfe9c74a22f79ad95f6fab5bf95/presentation/session-outline.md
Passage locator: section:7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7</a:t>
            </a:r>
          </a:p>
          <a:p>
            <a:r>
              <a:rPr lang="en-US"/>
              <a:t>Official layout: Two Columns 2</a:t>
            </a:r>
          </a:p>
          <a:p>
            <a:r>
              <a:rPr lang="en-US"/>
              <a:t>Message treatment: four-grid</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12</a:t>
            </a:fld>
            <a:endParaRPr lang="en-US"/>
          </a:p>
        </p:txBody>
      </p:sp>
    </p:spTree>
    <p:extLst>
      <p:ext uri="{BB962C8B-B14F-4D97-AF65-F5344CB8AC3E}">
        <p14:creationId xmlns:p14="http://schemas.microsoft.com/office/powerpoint/2010/main" val="33053198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DDCA9-7BEF-BC01-416B-A7BA81AFA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1D458-0810-647B-B768-B9573BCD1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9EB767-286A-8245-20C8-26B9085751AA}"/>
              </a:ext>
            </a:extLst>
          </p:cNvPr>
          <p:cNvSpPr>
            <a:spLocks noGrp="1"/>
          </p:cNvSpPr>
          <p:nvPr>
            <p:ph type="body" idx="1"/>
          </p:nvPr>
        </p:nvSpPr>
        <p:spPr/>
        <p:txBody>
          <a:bodyPr/>
          <a:lstStyle/>
          <a:p>
            <a:r>
              <a:rPr lang="en-US" dirty="0"/>
              <a:t>INTERNAL FIRST PASS - NOT APPROVED FOR EXTERNAL DISTRIBUTION
Slide 2 | Welcome | Lead: Both | Target: 120 seconds
The session message is practical: the firm supplies the workflow knowledge; the API and development tools supply different parts of the implementation. Do not imply that AI removes the need for review.
Primary source: https://github.com/nathandyck/wk-tax-api/blob/8bfe2f5b1edebdfe9c74a22f79ad95f6fab5bf95/presentation/session-outline.md
Passage locator: section:3
Drafting boundary: speaker notes and slide phrasing are an assistant-authored adaptation. Recommendations, demo cues and illustrative platform integrations are not confirmed product features or completed results.</a:t>
            </a:r>
          </a:p>
          <a:p>
            <a:endParaRPr lang="en-US" dirty="0"/>
          </a:p>
          <a:p>
            <a:r>
              <a:rPr lang="en-US" dirty="0"/>
              <a:t>WK TEMPLATE MIGRATION</a:t>
            </a:r>
          </a:p>
          <a:p>
            <a:r>
              <a:rPr lang="en-US" dirty="0"/>
              <a:t>Original source slide: 2</a:t>
            </a:r>
          </a:p>
          <a:p>
            <a:r>
              <a:rPr lang="en-US" dirty="0"/>
              <a:t>Official layout: Two Columns 2</a:t>
            </a:r>
          </a:p>
          <a:p>
            <a:r>
              <a:rPr lang="en-US" dirty="0"/>
              <a:t>Message treatment: four-grid</a:t>
            </a:r>
          </a:p>
          <a:p>
            <a:r>
              <a:rPr lang="en-US" dirty="0"/>
              <a:t>All original first-pass message text and source notes are retained. Additional introductory slides fit within the existing welcome allocation.</a:t>
            </a:r>
            <a:endParaRPr lang="en-CA" dirty="0"/>
          </a:p>
        </p:txBody>
      </p:sp>
      <p:sp>
        <p:nvSpPr>
          <p:cNvPr id="4" name="Slide Number Placeholder 3">
            <a:extLst>
              <a:ext uri="{FF2B5EF4-FFF2-40B4-BE49-F238E27FC236}">
                <a16:creationId xmlns:a16="http://schemas.microsoft.com/office/drawing/2014/main" id="{FFC95B2D-D4F3-40A3-5F41-E1A5FD15A0A2}"/>
              </a:ext>
            </a:extLst>
          </p:cNvPr>
          <p:cNvSpPr>
            <a:spLocks noGrp="1"/>
          </p:cNvSpPr>
          <p:nvPr>
            <p:ph type="sldNum" sz="quarter" idx="5"/>
          </p:nvPr>
        </p:nvSpPr>
        <p:spPr/>
        <p:txBody>
          <a:bodyPr/>
          <a:lstStyle/>
          <a:p>
            <a:fld id="{4EE6E482-F2E1-AE4E-B7AD-A6CBD907DFA8}" type="slidenum">
              <a:rPr lang="en-US" smtClean="0"/>
              <a:t>13</a:t>
            </a:fld>
            <a:endParaRPr lang="en-US"/>
          </a:p>
        </p:txBody>
      </p:sp>
    </p:spTree>
    <p:extLst>
      <p:ext uri="{BB962C8B-B14F-4D97-AF65-F5344CB8AC3E}">
        <p14:creationId xmlns:p14="http://schemas.microsoft.com/office/powerpoint/2010/main" val="23720221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4 | Welcome | Lead: Both | Target: 180 seconds
Nathan should substitute one example he knows the audience will recognize. This is an illustrative before-and-after, not a measured productivity claim. Say CCH Axcess Tax on first mention and Axcess Tax afterward.
Primary source: https://github.com/nathandyck/wk-tax-api/blob/8bfe2f5b1edebdfe9c74a22f79ad95f6fab5bf95/presentation/session-outline.md
Passage locator: section:6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4</a:t>
            </a:r>
          </a:p>
          <a:p>
            <a:r>
              <a:rPr lang="en-US"/>
              <a:t>Official layout: Two Columns 2</a:t>
            </a:r>
          </a:p>
          <a:p>
            <a:r>
              <a:rPr lang="en-US"/>
              <a:t>Message treatment: comparison</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14</a:t>
            </a:fld>
            <a:endParaRPr lang="en-US"/>
          </a:p>
        </p:txBody>
      </p:sp>
    </p:spTree>
    <p:extLst>
      <p:ext uri="{BB962C8B-B14F-4D97-AF65-F5344CB8AC3E}">
        <p14:creationId xmlns:p14="http://schemas.microsoft.com/office/powerpoint/2010/main" val="6514661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6 | API capabilities | Lead: Nathan | Target: 180 seconds
Keep endpoints, parameters and variables off the screen. Nathan to confirm how CCH Axcess permissions apply. This conceptual sequence does not establish an entitlement or security guarantee.
Primary source: https://github.com/nathandyck/wk-tax-api/blob/8bfe2f5b1edebdfe9c74a22f79ad95f6fab5bf95/presentation/session-outline.md
Passage locator: section:7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6</a:t>
            </a:r>
          </a:p>
          <a:p>
            <a:r>
              <a:rPr lang="en-US"/>
              <a:t>Official layout: Two Columns - Classic</a:t>
            </a:r>
          </a:p>
          <a:p>
            <a:r>
              <a:rPr lang="en-US"/>
              <a:t>Message treatment: flow</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15</a:t>
            </a:fld>
            <a:endParaRPr lang="en-US"/>
          </a:p>
        </p:txBody>
      </p:sp>
    </p:spTree>
    <p:extLst>
      <p:ext uri="{BB962C8B-B14F-4D97-AF65-F5344CB8AC3E}">
        <p14:creationId xmlns:p14="http://schemas.microsoft.com/office/powerpoint/2010/main" val="36641178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8 | API capabilities | Lead: Nathan | Target: 180 seconds
REVIEW REQUIRED: the submitted outline explicitly leaves packaging with Nathan. Do not substitute guessed SKUs, included-feature lists or pricing. Add the newly available capability announcement only after Nathan supplies it.
Primary source: https://github.com/nathandyck/wk-tax-api/blob/8bfe2f5b1edebdfe9c74a22f79ad95f6fab5bf95/presentation/session-outline.md
Passage locator: section:7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8</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16</a:t>
            </a:fld>
            <a:endParaRPr lang="en-US"/>
          </a:p>
        </p:txBody>
      </p:sp>
    </p:spTree>
    <p:extLst>
      <p:ext uri="{BB962C8B-B14F-4D97-AF65-F5344CB8AC3E}">
        <p14:creationId xmlns:p14="http://schemas.microsoft.com/office/powerpoint/2010/main" val="4738748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11 | Application demonstration | Lead: Nathan with Sergey | Target: 120 seconds
DEMO CUE: show the finished application if the address-sync scenario is selected and rehearsed. This deck contains no fabricated screenshot or client record. The outline recommends address synchronization but does not establish it as the final choice.
Primary source: https://github.com/nathandyck/wk-tax-api/blob/8bfe2f5b1edebdfe9c74a22f79ad95f6fab5bf95/presentation/session-outline.md
Passage locator: section:12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11</a:t>
            </a:r>
          </a:p>
          <a:p>
            <a:r>
              <a:rPr lang="en-US"/>
              <a:t>Official layout: Title and Content (Dark)</a:t>
            </a:r>
          </a:p>
          <a:p>
            <a:r>
              <a:rPr lang="en-US"/>
              <a:t>Message treatment: demo</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17</a:t>
            </a:fld>
            <a:endParaRPr lang="en-US"/>
          </a:p>
        </p:txBody>
      </p:sp>
    </p:spTree>
    <p:extLst>
      <p:ext uri="{BB962C8B-B14F-4D97-AF65-F5344CB8AC3E}">
        <p14:creationId xmlns:p14="http://schemas.microsoft.com/office/powerpoint/2010/main" val="33754633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31 | Lab preview | Lead: Both | Target: 120 seconds
Add the final lab link and schedule only after confirmation. The outline says credentials belong in a local settings file excluded from source control; do not show any real value. Confirm the exact starting branch and expected setup with Nathan.
Primary source: https://github.com/nathandyck/wk-tax-api/blob/8bfe2f5b1edebdfe9c74a22f79ad95f6fab5bf95/presentation/session-outline.md
Passage locator: section:10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31</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18</a:t>
            </a:fld>
            <a:endParaRPr lang="en-US"/>
          </a:p>
        </p:txBody>
      </p:sp>
    </p:spTree>
    <p:extLst>
      <p:ext uri="{BB962C8B-B14F-4D97-AF65-F5344CB8AC3E}">
        <p14:creationId xmlns:p14="http://schemas.microsoft.com/office/powerpoint/2010/main" val="28002197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12 | Application demonstration | Lead: Nathan | Target: 420 seconds
Reserve seven minutes for the live finished-app walkthrough. Use only the designated test firm. Address synchronization requires work beyond the existing sample; confirm the client-address operations and compare-and-apply path before presenting. Use a recording if the live path is unavailable. Do not perform an unrehearsed live write.
Primary source: https://github.com/nathandyck/wk-tax-api/blob/8bfe2f5b1edebdfe9c74a22f79ad95f6fab5bf95/presentation/session-outline.md
Passage locator: section:12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12</a:t>
            </a:r>
          </a:p>
          <a:p>
            <a:r>
              <a:rPr lang="en-US"/>
              <a:t>Official layout: Two Columns - Classic (Grey)</a:t>
            </a:r>
          </a:p>
          <a:p>
            <a:r>
              <a:rPr lang="en-US"/>
              <a:t>Message treatment: flow</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19</a:t>
            </a:fld>
            <a:endParaRPr lang="en-US"/>
          </a:p>
        </p:txBody>
      </p:sp>
    </p:spTree>
    <p:extLst>
      <p:ext uri="{BB962C8B-B14F-4D97-AF65-F5344CB8AC3E}">
        <p14:creationId xmlns:p14="http://schemas.microsoft.com/office/powerpoint/2010/main" val="35942053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13 | Application demonstration | Lead: Nathan with Sergey | Target: 240 seconds
Use screenshots or a short recording of the actual build. Show the real prompt, API definitions, AGENTS.md and repository skill in the presenter environment. Replace this general sequence with actual corrections and test results after rehearsal; do not invent them.
Primary source: https://github.com/nathandyck/wk-tax-api/blob/8bfe2f5b1edebdfe9c74a22f79ad95f6fab5bf95/presentation/session-outline.md
Passage locator: section:8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13</a:t>
            </a:r>
          </a:p>
          <a:p>
            <a:r>
              <a:rPr lang="en-US"/>
              <a:t>Official layout: Two Columns - Classic</a:t>
            </a:r>
          </a:p>
          <a:p>
            <a:r>
              <a:rPr lang="en-US"/>
              <a:t>Message treatment: flow</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20</a:t>
            </a:fld>
            <a:endParaRPr lang="en-US"/>
          </a:p>
        </p:txBody>
      </p:sp>
    </p:spTree>
    <p:extLst>
      <p:ext uri="{BB962C8B-B14F-4D97-AF65-F5344CB8AC3E}">
        <p14:creationId xmlns:p14="http://schemas.microsoft.com/office/powerpoint/2010/main" val="1971579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14 | Application demonstration | Lead: Both | Target: 120 seconds
The submitted outline separates implementation help, API behavior and human accountability. An application built with AI can later run without AI; the next section distinguishes this from AI used at run time.
Primary source: https://github.com/nathandyck/wk-tax-api/blob/8bfe2f5b1edebdfe9c74a22f79ad95f6fab5bf95/presentation/session-outline.md
Passage locator: section:8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14</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21</a:t>
            </a:fld>
            <a:endParaRPr lang="en-US"/>
          </a:p>
        </p:txBody>
      </p:sp>
    </p:spTree>
    <p:extLst>
      <p:ext uri="{BB962C8B-B14F-4D97-AF65-F5344CB8AC3E}">
        <p14:creationId xmlns:p14="http://schemas.microsoft.com/office/powerpoint/2010/main" val="39616477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15 | AI tools | Lead: Sergey | Target: 300 seconds
Keep this distinction brief and concrete. These are explanatory roles, not rigid product categories. A product may support more than one role. Move quickly to the build-time versus run-time distinction.
Primary source: https://github.com/nathandyck/wk-tax-api/blob/8bfe2f5b1edebdfe9c74a22f79ad95f6fab5bf95/presentation/session-outline.md
Passage locator: section:9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15</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22</a:t>
            </a:fld>
            <a:endParaRPr lang="en-US"/>
          </a:p>
        </p:txBody>
      </p:sp>
    </p:spTree>
    <p:extLst>
      <p:ext uri="{BB962C8B-B14F-4D97-AF65-F5344CB8AC3E}">
        <p14:creationId xmlns:p14="http://schemas.microsoft.com/office/powerpoint/2010/main" val="26393413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16 | AI tools | Lead: Sergey | Target: 180 seconds
Build time fits a defined application or recurring task. Run time may fit requests that vary and need interpretation. These are patterns, not a declaration that every API workflow needs an agent.
Primary source: https://github.com/nathandyck/wk-tax-api/blob/8bfe2f5b1edebdfe9c74a22f79ad95f6fab5bf95/presentation/session-outline.md
Passage locator: section:9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16</a:t>
            </a:r>
          </a:p>
          <a:p>
            <a:r>
              <a:rPr lang="en-US"/>
              <a:t>Official layout: Two Columns 2</a:t>
            </a:r>
          </a:p>
          <a:p>
            <a:r>
              <a:rPr lang="en-US"/>
              <a:t>Message treatment: comparison</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23</a:t>
            </a:fld>
            <a:endParaRPr lang="en-US"/>
          </a:p>
        </p:txBody>
      </p:sp>
    </p:spTree>
    <p:extLst>
      <p:ext uri="{BB962C8B-B14F-4D97-AF65-F5344CB8AC3E}">
        <p14:creationId xmlns:p14="http://schemas.microsoft.com/office/powerpoint/2010/main" val="4287547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17 | AI tools | Lead: Sergey | Target: 180 seconds
Do not say that the application or API is free. Separate AI usage from the applicable development, hosting, API and product-license costs. Avoid price figures; Nathan owns CCH licensing and the firm must check its approved service terms.
Primary source: https://github.com/nathandyck/wk-tax-api/blob/8bfe2f5b1edebdfe9c74a22f79ad95f6fab5bf95/presentation/session-outline.md
Passage locator: section:11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17</a:t>
            </a:r>
          </a:p>
          <a:p>
            <a:r>
              <a:rPr lang="en-US"/>
              <a:t>Official layout: Two Columns 2</a:t>
            </a:r>
          </a:p>
          <a:p>
            <a:r>
              <a:rPr lang="en-US"/>
              <a:t>Message treatment: comparison</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24</a:t>
            </a:fld>
            <a:endParaRPr lang="en-US"/>
          </a:p>
        </p:txBody>
      </p:sp>
    </p:spTree>
    <p:extLst>
      <p:ext uri="{BB962C8B-B14F-4D97-AF65-F5344CB8AC3E}">
        <p14:creationId xmlns:p14="http://schemas.microsoft.com/office/powerpoint/2010/main" val="40727407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18 | AI tools | Lead: Sergey | Target: 120 seconds
This map explains roles only. The platform examples are proposed design illustrations, not released CCH Axcess integrations or product commitments. The following slides provide one concrete illustration per role.
Primary source: https://github.com/nathandyck/wk-tax-api/blob/8bfe2f5b1edebdfe9c74a22f79ad95f6fab5bf95/presentation/session-outline.md
Passage locator: section:9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18</a:t>
            </a:r>
          </a:p>
          <a:p>
            <a:r>
              <a:rPr lang="en-US"/>
              <a:t>Official layout: Two Columns 2</a:t>
            </a:r>
          </a:p>
          <a:p>
            <a:r>
              <a:rPr lang="en-US"/>
              <a:t>Message treatment: four-grid</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25</a:t>
            </a:fld>
            <a:endParaRPr lang="en-US"/>
          </a:p>
        </p:txBody>
      </p:sp>
    </p:spTree>
    <p:extLst>
      <p:ext uri="{BB962C8B-B14F-4D97-AF65-F5344CB8AC3E}">
        <p14:creationId xmlns:p14="http://schemas.microsoft.com/office/powerpoint/2010/main" val="3984937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19 | AI tools | Lead: Sergey | Target: 120 seconds
Lead with GitHub Copilot as agreed. Codespaces is the environment, not an API entitlement or security approval. Return-status reporting remains the proposed lab core, not a finalized event commitment.
Primary source: https://github.com/nathandyck/wk-tax-api/blob/8bfe2f5b1edebdfe9c74a22f79ad95f6fab5bf95/presentation/session-outline.md
Passage locator: section:9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19</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26</a:t>
            </a:fld>
            <a:endParaRPr lang="en-US"/>
          </a:p>
        </p:txBody>
      </p:sp>
    </p:spTree>
    <p:extLst>
      <p:ext uri="{BB962C8B-B14F-4D97-AF65-F5344CB8AC3E}">
        <p14:creationId xmlns:p14="http://schemas.microsoft.com/office/powerpoint/2010/main" val="34226632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20 | AI tools | Lead: Sergey | Target: 120 seconds
Illustrative design only. Microsoft 365 Copilot provides an everyday work experience; Copilot Studio can build and extend agents. A CCH Axcess tool connection would need to be implemented and authorized. Do not imply that Microsoft 365 Copilot automatically has access to Axcess Tax.
Primary source: https://github.com/nathandyck/wk-tax-api/blob/8bfe2f5b1edebdfe9c74a22f79ad95f6fab5bf95/presentation/session-outline.md
Passage locator: section:9
Technical role source: https://learn.microsoft.com/en-us/microsoft-copilot-studio/fundamentals-what-is-copilot-studio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20</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27</a:t>
            </a:fld>
            <a:endParaRPr lang="en-US"/>
          </a:p>
        </p:txBody>
      </p:sp>
    </p:spTree>
    <p:extLst>
      <p:ext uri="{BB962C8B-B14F-4D97-AF65-F5344CB8AC3E}">
        <p14:creationId xmlns:p14="http://schemas.microsoft.com/office/powerpoint/2010/main" val="30929568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21 | AI tools | Lead: Sergey | Target: 120 seconds
Use Foundry when explaining custom-agent development and operation. This example is a proposed architecture, not an existing WK integration. Do not suggest the platform itself grants access to firm data.
Primary source: https://github.com/nathandyck/wk-tax-api/blob/8bfe2f5b1edebdfe9c74a22f79ad95f6fab5bf95/presentation/session-outline.md
Passage locator: section:9
Technical role source: https://learn.microsoft.com/en-us/azure/ai-foundry/what-is-azure-ai-foundry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21</a:t>
            </a:r>
          </a:p>
          <a:p>
            <a:r>
              <a:rPr lang="en-US"/>
              <a:t>Official layout: Two Columns 2</a:t>
            </a:r>
          </a:p>
          <a:p>
            <a:r>
              <a:rPr lang="en-US"/>
              <a:t>Message treatment: four-grid</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28</a:t>
            </a:fld>
            <a:endParaRPr lang="en-US"/>
          </a:p>
        </p:txBody>
      </p:sp>
    </p:spTree>
    <p:extLst>
      <p:ext uri="{BB962C8B-B14F-4D97-AF65-F5344CB8AC3E}">
        <p14:creationId xmlns:p14="http://schemas.microsoft.com/office/powerpoint/2010/main" val="38206557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7C922-CBBA-2C4F-9057-6DB7AB0B0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3F769A-27D7-7EA1-1C55-47B3DC28F4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FA9216-DCAC-E6DF-2488-BFA6C0241C0B}"/>
              </a:ext>
            </a:extLst>
          </p:cNvPr>
          <p:cNvSpPr>
            <a:spLocks noGrp="1"/>
          </p:cNvSpPr>
          <p:nvPr>
            <p:ph type="body" idx="1"/>
          </p:nvPr>
        </p:nvSpPr>
        <p:spPr/>
        <p:txBody>
          <a:bodyPr/>
          <a:lstStyle/>
          <a:p>
            <a:r>
              <a:rPr lang="en-US"/>
              <a:t>INTERNAL FIRST PASS - NOT APPROVED FOR EXTERNAL DISTRIBUTION
Slide 21 | AI tools | Lead: Sergey | Target: 120 seconds
Use Foundry when explaining custom-agent development and operation. This example is a proposed architecture, not an existing WK integration. Do not suggest the platform itself grants access to firm data.
Primary source: https://github.com/nathandyck/wk-tax-api/blob/8bfe2f5b1edebdfe9c74a22f79ad95f6fab5bf95/presentation/session-outline.md
Passage locator: section:9
Technical role source: https://learn.microsoft.com/en-us/azure/ai-foundry/what-is-azure-ai-foundry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21</a:t>
            </a:r>
          </a:p>
          <a:p>
            <a:r>
              <a:rPr lang="en-US"/>
              <a:t>Official layout: Two Columns 2</a:t>
            </a:r>
          </a:p>
          <a:p>
            <a:r>
              <a:rPr lang="en-US"/>
              <a:t>Message treatment: four-grid</a:t>
            </a:r>
          </a:p>
          <a:p>
            <a:r>
              <a:rPr lang="en-US"/>
              <a:t>All original first-pass message text and source notes are retained. Additional introductory slides fit within the existing welcome allocation.</a:t>
            </a:r>
            <a:endParaRPr lang="en-CA"/>
          </a:p>
        </p:txBody>
      </p:sp>
      <p:sp>
        <p:nvSpPr>
          <p:cNvPr id="4" name="Slide Number Placeholder 3">
            <a:extLst>
              <a:ext uri="{FF2B5EF4-FFF2-40B4-BE49-F238E27FC236}">
                <a16:creationId xmlns:a16="http://schemas.microsoft.com/office/drawing/2014/main" id="{9D3A07F0-D533-77FA-2300-1E13D992532C}"/>
              </a:ext>
            </a:extLst>
          </p:cNvPr>
          <p:cNvSpPr>
            <a:spLocks noGrp="1"/>
          </p:cNvSpPr>
          <p:nvPr>
            <p:ph type="sldNum" sz="quarter" idx="5"/>
          </p:nvPr>
        </p:nvSpPr>
        <p:spPr/>
        <p:txBody>
          <a:bodyPr/>
          <a:lstStyle/>
          <a:p>
            <a:fld id="{4EE6E482-F2E1-AE4E-B7AD-A6CBD907DFA8}" type="slidenum">
              <a:rPr lang="en-US" smtClean="0"/>
              <a:t>29</a:t>
            </a:fld>
            <a:endParaRPr lang="en-US"/>
          </a:p>
        </p:txBody>
      </p:sp>
    </p:spTree>
    <p:extLst>
      <p:ext uri="{BB962C8B-B14F-4D97-AF65-F5344CB8AC3E}">
        <p14:creationId xmlns:p14="http://schemas.microsoft.com/office/powerpoint/2010/main" val="2848919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22 | AI tools | Lead: Sergey | Target: 120 seconds
Agent 365 is the oversight role in this platform map, not a replacement for building the application or connecting the API. The official overview describes observe, govern and secure. Do not claim that a particular CCH agent is already enrolled or that oversight is automatic.
Primary source: https://github.com/nathandyck/wk-tax-api/blob/8bfe2f5b1edebdfe9c74a22f79ad95f6fab5bf95/presentation/session-outline.md
Passage locator: section:9
Technical role source: https://learn.microsoft.com/en-us/microsoft-agent-365/overview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22</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30</a:t>
            </a:fld>
            <a:endParaRPr lang="en-US"/>
          </a:p>
        </p:txBody>
      </p:sp>
    </p:spTree>
    <p:extLst>
      <p:ext uri="{BB962C8B-B14F-4D97-AF65-F5344CB8AC3E}">
        <p14:creationId xmlns:p14="http://schemas.microsoft.com/office/powerpoint/2010/main" val="39873280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23 | AI tools | Lead: Sergey | Target: 180 seconds
The point is an iterative engineering process. A successful run does not prove all cases are handled. Use the real sample and real corrections during the build walkthrough. Other agentic coding tools can follow a similar loop.
Primary source: https://github.com/nathandyck/wk-tax-api/blob/8bfe2f5b1edebdfe9c74a22f79ad95f6fab5bf95/presentation/session-outline.md
Passage locator: section:9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23</a:t>
            </a:r>
          </a:p>
          <a:p>
            <a:r>
              <a:rPr lang="en-US"/>
              <a:t>Official layout: Two Columns - Classic (Grey)</a:t>
            </a:r>
          </a:p>
          <a:p>
            <a:r>
              <a:rPr lang="en-US"/>
              <a:t>Message treatment: cycle</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31</a:t>
            </a:fld>
            <a:endParaRPr lang="en-US"/>
          </a:p>
        </p:txBody>
      </p:sp>
    </p:spTree>
    <p:extLst>
      <p:ext uri="{BB962C8B-B14F-4D97-AF65-F5344CB8AC3E}">
        <p14:creationId xmlns:p14="http://schemas.microsoft.com/office/powerpoint/2010/main" val="11688569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24 | AI tools | Lead: Sergey | Target: 120 seconds
Show the real repository in the presenter view. The submitted outline specifically names swaggerFiles, AGENTS.md and the repository skill. Keep endpoint names and variables out of audience-facing slide copy.
Primary source: https://github.com/nathandyck/wk-tax-api/blob/8bfe2f5b1edebdfe9c74a22f79ad95f6fab5bf95/presentation/session-outline.md
Passage locator: section:8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24</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32</a:t>
            </a:fld>
            <a:endParaRPr lang="en-US"/>
          </a:p>
        </p:txBody>
      </p:sp>
    </p:spTree>
    <p:extLst>
      <p:ext uri="{BB962C8B-B14F-4D97-AF65-F5344CB8AC3E}">
        <p14:creationId xmlns:p14="http://schemas.microsoft.com/office/powerpoint/2010/main" val="41838977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F48ED-09B7-FA5C-A345-A9BC2D243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5A7E0-CBD4-5E98-CCB5-FA2367EFD0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CBAA2C-7D6A-E604-D88F-E5353DB29D4A}"/>
              </a:ext>
            </a:extLst>
          </p:cNvPr>
          <p:cNvSpPr>
            <a:spLocks noGrp="1"/>
          </p:cNvSpPr>
          <p:nvPr>
            <p:ph type="body" idx="1"/>
          </p:nvPr>
        </p:nvSpPr>
        <p:spPr/>
        <p:txBody>
          <a:bodyPr/>
          <a:lstStyle/>
          <a:p>
            <a:r>
              <a:rPr lang="en-US"/>
              <a:t>INTERNAL FIRST PASS - NOT APPROVED FOR EXTERNAL DISTRIBUTION
Slide 25 | AI tools | Lead: Sergey | Target: 120 seconds
This is an assistant-authored prompt illustration, not a quotation from a completed build. Define whether scope means one client, one signer or the whole firm. Return status is not e-file status or workflow status. Do not promise reasons for e-file rejection unless the selected API and exercise support them.
Primary source: https://github.com/nathandyck/wk-tax-api/blob/8bfe2f5b1edebdfe9c74a22f79ad95f6fab5bf95/presentation/session-outline.md
Passage locator: section:12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25</a:t>
            </a:r>
          </a:p>
          <a:p>
            <a:r>
              <a:rPr lang="en-US"/>
              <a:t>Official layout: Title and Content (Dark)</a:t>
            </a:r>
          </a:p>
          <a:p>
            <a:r>
              <a:rPr lang="en-US"/>
              <a:t>Message treatment: prompt</a:t>
            </a:r>
          </a:p>
          <a:p>
            <a:r>
              <a:rPr lang="en-US"/>
              <a:t>All original first-pass message text and source notes are retained. Additional introductory slides fit within the existing welcome allocation.</a:t>
            </a:r>
            <a:endParaRPr lang="en-CA"/>
          </a:p>
        </p:txBody>
      </p:sp>
      <p:sp>
        <p:nvSpPr>
          <p:cNvPr id="4" name="Slide Number Placeholder 3">
            <a:extLst>
              <a:ext uri="{FF2B5EF4-FFF2-40B4-BE49-F238E27FC236}">
                <a16:creationId xmlns:a16="http://schemas.microsoft.com/office/drawing/2014/main" id="{6C1FB97C-E258-501E-389E-54925FF7588F}"/>
              </a:ext>
            </a:extLst>
          </p:cNvPr>
          <p:cNvSpPr>
            <a:spLocks noGrp="1"/>
          </p:cNvSpPr>
          <p:nvPr>
            <p:ph type="sldNum" sz="quarter" idx="5"/>
          </p:nvPr>
        </p:nvSpPr>
        <p:spPr/>
        <p:txBody>
          <a:bodyPr/>
          <a:lstStyle/>
          <a:p>
            <a:fld id="{4EE6E482-F2E1-AE4E-B7AD-A6CBD907DFA8}" type="slidenum">
              <a:rPr lang="en-US" smtClean="0"/>
              <a:t>33</a:t>
            </a:fld>
            <a:endParaRPr lang="en-US"/>
          </a:p>
        </p:txBody>
      </p:sp>
    </p:spTree>
    <p:extLst>
      <p:ext uri="{BB962C8B-B14F-4D97-AF65-F5344CB8AC3E}">
        <p14:creationId xmlns:p14="http://schemas.microsoft.com/office/powerpoint/2010/main" val="34282755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26 | AI tools | Lead: Sergey | Target: 180 seconds
For return/client joins, the outline warns that Client ID uses a contains search: confirm exact identifiers. Do not equate return status, e-file status and workflow status. Explain safeguards as responsibilities, not an assurance that any generated application is safe.
Primary source: https://github.com/nathandyck/wk-tax-api/blob/8bfe2f5b1edebdfe9c74a22f79ad95f6fab5bf95/presentation/session-outline.md
Passage locator: section:12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26</a:t>
            </a:r>
          </a:p>
          <a:p>
            <a:r>
              <a:rPr lang="en-US"/>
              <a:t>Official layout: Title and Content</a:t>
            </a:r>
          </a:p>
          <a:p>
            <a:r>
              <a:rPr lang="en-US"/>
              <a:t>Message treatment: checklist</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34</a:t>
            </a:fld>
            <a:endParaRPr lang="en-US"/>
          </a:p>
        </p:txBody>
      </p:sp>
    </p:spTree>
    <p:extLst>
      <p:ext uri="{BB962C8B-B14F-4D97-AF65-F5344CB8AC3E}">
        <p14:creationId xmlns:p14="http://schemas.microsoft.com/office/powerpoint/2010/main" val="41988574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27 | AI tools | Lead: Sergey | Target: 240 seconds
Four-minute build demonstration or recording. A recording is the default until the live change is rehearsed. Use an actual result, including a correction if one occurred. No screenshots or test outcomes have been fabricated for this first pass.
Primary source: https://github.com/nathandyck/wk-tax-api/blob/8bfe2f5b1edebdfe9c74a22f79ad95f6fab5bf95/presentation/session-outline.md
Passage locator: section:9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27</a:t>
            </a:r>
          </a:p>
          <a:p>
            <a:r>
              <a:rPr lang="en-US"/>
              <a:t>Official layout: Title and Content (Grey)</a:t>
            </a:r>
          </a:p>
          <a:p>
            <a:r>
              <a:rPr lang="en-US"/>
              <a:t>Message treatment: demo</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35</a:t>
            </a:fld>
            <a:endParaRPr lang="en-US"/>
          </a:p>
        </p:txBody>
      </p:sp>
    </p:spTree>
    <p:extLst>
      <p:ext uri="{BB962C8B-B14F-4D97-AF65-F5344CB8AC3E}">
        <p14:creationId xmlns:p14="http://schemas.microsoft.com/office/powerpoint/2010/main" val="15601666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28 | Lab preview | Lead: Both | Target: 180 seconds
The hands-on lab is separate from the 100-minute session and should stand on its own. Align this wording with the lab team. Return-status reporting is the proposed core exercise; do not silently reinstate the earlier e-file-exception proposal as an agreed selection.
Primary source: https://github.com/nathandyck/wk-tax-api/blob/8bfe2f5b1edebdfe9c74a22f79ad95f6fab5bf95/presentation/session-outline.md
Passage locator: section:10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28</a:t>
            </a:r>
          </a:p>
          <a:p>
            <a:r>
              <a:rPr lang="en-US"/>
              <a:t>Official layout: Two Columns - Classic</a:t>
            </a:r>
          </a:p>
          <a:p>
            <a:r>
              <a:rPr lang="en-US"/>
              <a:t>Message treatment: lab-flow</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36</a:t>
            </a:fld>
            <a:endParaRPr lang="en-US"/>
          </a:p>
        </p:txBody>
      </p:sp>
    </p:spTree>
    <p:extLst>
      <p:ext uri="{BB962C8B-B14F-4D97-AF65-F5344CB8AC3E}">
        <p14:creationId xmlns:p14="http://schemas.microsoft.com/office/powerpoint/2010/main" val="30493583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29 | Lab preview | Lead: Both | Target: 180 seconds
These are the submitted candidate roles, not confirmed lab deliverables. Full contact export needs additional address, email and phone lookups. Confirm an exercise that is repeatable within the lab time.
Primary source: https://github.com/nathandyck/wk-tax-api/blob/8bfe2f5b1edebdfe9c74a22f79ad95f6fab5bf95/presentation/session-outline.md
Passage locator: section:12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29</a:t>
            </a:r>
          </a:p>
          <a:p>
            <a:r>
              <a:rPr lang="en-US"/>
              <a:t>Official layout: Three Columns - Classic</a:t>
            </a:r>
          </a:p>
          <a:p>
            <a:r>
              <a:rPr lang="en-US"/>
              <a:t>Message treatment: three-columns</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37</a:t>
            </a:fld>
            <a:endParaRPr lang="en-US"/>
          </a:p>
        </p:txBody>
      </p:sp>
    </p:spTree>
    <p:extLst>
      <p:ext uri="{BB962C8B-B14F-4D97-AF65-F5344CB8AC3E}">
        <p14:creationId xmlns:p14="http://schemas.microsoft.com/office/powerpoint/2010/main" val="40336191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32 | Questions | Lead: Both | Target: 840 seconds
Allow fourteen minutes here plus the one-minute close. If questions are sparse, discuss two or three audience workflows. Route licensing and newly available API details to Nathan. Do not stretch the session to fill time.
Primary source: https://github.com/nathandyck/wk-tax-api/blob/8bfe2f5b1edebdfe9c74a22f79ad95f6fab5bf95/presentation/session-outline.md
Passage locator: section:11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32</a:t>
            </a:r>
          </a:p>
          <a:p>
            <a:r>
              <a:rPr lang="en-US"/>
              <a:t>Official layout: Two Columns - Classic (Grey)</a:t>
            </a:r>
          </a:p>
          <a:p>
            <a:r>
              <a:rPr lang="en-US"/>
              <a:t>Message treatment: qa</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38</a:t>
            </a:fld>
            <a:endParaRPr lang="en-US"/>
          </a:p>
        </p:txBody>
      </p:sp>
    </p:spTree>
    <p:extLst>
      <p:ext uri="{BB962C8B-B14F-4D97-AF65-F5344CB8AC3E}">
        <p14:creationId xmlns:p14="http://schemas.microsoft.com/office/powerpoint/2010/main" val="387405770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INTERNAL FIRST PASS - NOT APPROVED FOR EXTERNAL DISTRIBUTION
Slide 33 | Close | Lead: Both | Target: 60 seconds
Close on the submitted learning objective: identify a workflow and know where to start. No broad claim about production readiness or measured time savings. Confirm the lab invitation details before final distribution.
Primary source: https://github.com/nathandyck/wk-tax-api/blob/8bfe2f5b1edebdfe9c74a22f79ad95f6fab5bf95/presentation/session-outline.md
Passage locator: section:14
Drafting boundary: speaker notes and slide phrasing are an assistant-authored adaptation. Recommendations, demo cues and illustrative platform integrations are not confirmed product features or completed results.</a:t>
            </a:r>
          </a:p>
          <a:p>
            <a:endParaRPr lang="en-US"/>
          </a:p>
          <a:p>
            <a:r>
              <a:rPr lang="en-US"/>
              <a:t>WK TEMPLATE MIGRATION</a:t>
            </a:r>
          </a:p>
          <a:p>
            <a:r>
              <a:rPr lang="en-US"/>
              <a:t>Original source slide: 33</a:t>
            </a:r>
          </a:p>
          <a:p>
            <a:r>
              <a:rPr lang="en-US"/>
              <a:t>Official layout: End slide</a:t>
            </a:r>
          </a:p>
          <a:p>
            <a:r>
              <a:rPr lang="en-US"/>
              <a:t>Message treatment: closing</a:t>
            </a:r>
          </a:p>
          <a:p>
            <a:r>
              <a:rPr lang="en-US"/>
              <a:t>All original first-pass message text and source notes are retained. Additional introductory slides fit within the existing welcome allocation.</a:t>
            </a:r>
            <a:endParaRPr lang="en-CA"/>
          </a:p>
        </p:txBody>
      </p:sp>
      <p:sp>
        <p:nvSpPr>
          <p:cNvPr id="4" name="Slide Number Placeholder 3"/>
          <p:cNvSpPr>
            <a:spLocks noGrp="1"/>
          </p:cNvSpPr>
          <p:nvPr>
            <p:ph type="sldNum" sz="quarter" idx="5"/>
          </p:nvPr>
        </p:nvSpPr>
        <p:spPr/>
        <p:txBody>
          <a:bodyPr/>
          <a:lstStyle/>
          <a:p>
            <a:fld id="{4EE6E482-F2E1-AE4E-B7AD-A6CBD907DFA8}" type="slidenum">
              <a:rPr lang="en-US" smtClean="0"/>
              <a:t>39</a:t>
            </a:fld>
            <a:endParaRPr lang="en-US"/>
          </a:p>
        </p:txBody>
      </p:sp>
    </p:spTree>
    <p:extLst>
      <p:ext uri="{BB962C8B-B14F-4D97-AF65-F5344CB8AC3E}">
        <p14:creationId xmlns:p14="http://schemas.microsoft.com/office/powerpoint/2010/main" val="300996204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www.youtube.com/user/WoltersKluwerComms" TargetMode="External"/><Relationship Id="rId7" Type="http://schemas.openxmlformats.org/officeDocument/2006/relationships/hyperlink" Target="https://www.instagram.com/_wolterskluwer/" TargetMode="External"/><Relationship Id="rId12"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11" Type="http://schemas.openxmlformats.org/officeDocument/2006/relationships/hyperlink" Target="https://twitter.com/Wolters_Kluwer" TargetMode="External"/><Relationship Id="rId5" Type="http://schemas.openxmlformats.org/officeDocument/2006/relationships/hyperlink" Target="https://www.facebook.com/wolterskluwer" TargetMode="External"/><Relationship Id="rId10" Type="http://schemas.openxmlformats.org/officeDocument/2006/relationships/image" Target="../media/image9.png"/><Relationship Id="rId4" Type="http://schemas.openxmlformats.org/officeDocument/2006/relationships/image" Target="../media/image6.png"/><Relationship Id="rId9" Type="http://schemas.openxmlformats.org/officeDocument/2006/relationships/hyperlink" Target="https://www.linkedin.com/company/wolters-kluw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Black Title Slide 02">
    <p:spTree>
      <p:nvGrpSpPr>
        <p:cNvPr id="1" name=""/>
        <p:cNvGrpSpPr/>
        <p:nvPr/>
      </p:nvGrpSpPr>
      <p:grpSpPr>
        <a:xfrm>
          <a:off x="0" y="0"/>
          <a:ext cx="0" cy="0"/>
          <a:chOff x="0" y="0"/>
          <a:chExt cx="0" cy="0"/>
        </a:xfrm>
      </p:grpSpPr>
      <p:pic>
        <p:nvPicPr>
          <p:cNvPr id="2" name="Afbeelding 11">
            <a:extLst>
              <a:ext uri="{FF2B5EF4-FFF2-40B4-BE49-F238E27FC236}">
                <a16:creationId xmlns:a16="http://schemas.microsoft.com/office/drawing/2014/main" id="{DE2C207E-02CA-E84B-9EC9-D866D41761FC}"/>
              </a:ext>
            </a:extLst>
          </p:cNvPr>
          <p:cNvPicPr>
            <a:picLocks noChangeAspect="1"/>
          </p:cNvPicPr>
          <p:nvPr userDrawn="1"/>
        </p:nvPicPr>
        <p:blipFill>
          <a:blip r:embed="rId2"/>
          <a:srcRect/>
          <a:stretch/>
        </p:blipFill>
        <p:spPr>
          <a:xfrm>
            <a:off x="0" y="0"/>
            <a:ext cx="12192000" cy="6858000"/>
          </a:xfrm>
          <a:prstGeom prst="rect">
            <a:avLst/>
          </a:prstGeom>
        </p:spPr>
      </p:pic>
      <p:sp>
        <p:nvSpPr>
          <p:cNvPr id="15" name="Rectangle 14">
            <a:extLst>
              <a:ext uri="{FF2B5EF4-FFF2-40B4-BE49-F238E27FC236}">
                <a16:creationId xmlns:a16="http://schemas.microsoft.com/office/drawing/2014/main" id="{AFB05743-3EC5-D7CC-E704-F0A39CFF4840}"/>
              </a:ext>
            </a:extLst>
          </p:cNvPr>
          <p:cNvSpPr/>
          <p:nvPr userDrawn="1"/>
        </p:nvSpPr>
        <p:spPr>
          <a:xfrm>
            <a:off x="334963" y="333376"/>
            <a:ext cx="3708400" cy="619125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sz="3200" dirty="0"/>
          </a:p>
        </p:txBody>
      </p:sp>
      <p:cxnSp>
        <p:nvCxnSpPr>
          <p:cNvPr id="16" name="Rechte verbindingslijn 12">
            <a:extLst>
              <a:ext uri="{FF2B5EF4-FFF2-40B4-BE49-F238E27FC236}">
                <a16:creationId xmlns:a16="http://schemas.microsoft.com/office/drawing/2014/main" id="{B183D5A5-9FF5-C2E3-C71F-D14FF32D5903}"/>
              </a:ext>
            </a:extLst>
          </p:cNvPr>
          <p:cNvCxnSpPr>
            <a:cxnSpLocks/>
          </p:cNvCxnSpPr>
          <p:nvPr userDrawn="1"/>
        </p:nvCxnSpPr>
        <p:spPr>
          <a:xfrm flipH="1">
            <a:off x="658813" y="677174"/>
            <a:ext cx="30607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6FF9DA5B-E64D-295F-24E2-D298B3F50437}"/>
              </a:ext>
            </a:extLst>
          </p:cNvPr>
          <p:cNvSpPr>
            <a:spLocks noGrp="1"/>
          </p:cNvSpPr>
          <p:nvPr>
            <p:ph type="ctrTitle"/>
          </p:nvPr>
        </p:nvSpPr>
        <p:spPr>
          <a:xfrm>
            <a:off x="548869" y="851030"/>
            <a:ext cx="3170644" cy="2933260"/>
          </a:xfrm>
        </p:spPr>
        <p:txBody>
          <a:bodyPr wrap="square" lIns="108000" tIns="36000" rIns="108000" anchor="t">
            <a:noAutofit/>
          </a:bodyPr>
          <a:lstStyle>
            <a:lvl1pPr>
              <a:defRPr sz="3600" b="0">
                <a:solidFill>
                  <a:schemeClr val="tx1"/>
                </a:solidFill>
              </a:defRPr>
            </a:lvl1pPr>
          </a:lstStyle>
          <a:p>
            <a:r>
              <a:rPr lang="en-US" dirty="0"/>
              <a:t>Click to edit Master title style</a:t>
            </a:r>
          </a:p>
        </p:txBody>
      </p:sp>
      <p:sp>
        <p:nvSpPr>
          <p:cNvPr id="18" name="Tijdelijke aanduiding voor tekst 3">
            <a:extLst>
              <a:ext uri="{FF2B5EF4-FFF2-40B4-BE49-F238E27FC236}">
                <a16:creationId xmlns:a16="http://schemas.microsoft.com/office/drawing/2014/main" id="{1B1A768E-B445-B1FF-7118-5B4C6476AA36}"/>
              </a:ext>
            </a:extLst>
          </p:cNvPr>
          <p:cNvSpPr>
            <a:spLocks noGrp="1"/>
          </p:cNvSpPr>
          <p:nvPr>
            <p:ph type="body" sz="quarter" idx="12" hasCustomPrompt="1"/>
          </p:nvPr>
        </p:nvSpPr>
        <p:spPr>
          <a:xfrm>
            <a:off x="548869" y="3958145"/>
            <a:ext cx="3170644" cy="532320"/>
          </a:xfrm>
        </p:spPr>
        <p:txBody>
          <a:bodyPr lIns="72000" rIns="90000"/>
          <a:lstStyle>
            <a:lvl1pPr marL="40639" indent="0">
              <a:buNone/>
              <a:defRPr sz="1800">
                <a:solidFill>
                  <a:schemeClr val="tx1"/>
                </a:solidFill>
              </a:defRPr>
            </a:lvl1pPr>
          </a:lstStyle>
          <a:p>
            <a:pPr lvl="0"/>
            <a:r>
              <a:rPr lang="en-US" dirty="0"/>
              <a:t>Name presenter</a:t>
            </a:r>
          </a:p>
        </p:txBody>
      </p:sp>
      <p:sp>
        <p:nvSpPr>
          <p:cNvPr id="19" name="Tijdelijke aanduiding voor tekst 3">
            <a:extLst>
              <a:ext uri="{FF2B5EF4-FFF2-40B4-BE49-F238E27FC236}">
                <a16:creationId xmlns:a16="http://schemas.microsoft.com/office/drawing/2014/main" id="{11A4E5DB-CCF0-0EF6-B49D-9A8319637723}"/>
              </a:ext>
            </a:extLst>
          </p:cNvPr>
          <p:cNvSpPr>
            <a:spLocks noGrp="1"/>
          </p:cNvSpPr>
          <p:nvPr>
            <p:ph type="body" sz="quarter" idx="14" hasCustomPrompt="1"/>
          </p:nvPr>
        </p:nvSpPr>
        <p:spPr>
          <a:xfrm>
            <a:off x="548868" y="4499373"/>
            <a:ext cx="3170645" cy="532320"/>
          </a:xfrm>
        </p:spPr>
        <p:txBody>
          <a:bodyPr lIns="72000" rIns="90000"/>
          <a:lstStyle>
            <a:lvl1pPr marL="40639" indent="0">
              <a:buNone/>
              <a:defRPr sz="1800">
                <a:solidFill>
                  <a:schemeClr val="tx1"/>
                </a:solidFill>
              </a:defRPr>
            </a:lvl1pPr>
          </a:lstStyle>
          <a:p>
            <a:pPr lvl="0"/>
            <a:r>
              <a:rPr lang="en-US"/>
              <a:t>Date</a:t>
            </a:r>
          </a:p>
        </p:txBody>
      </p:sp>
      <p:grpSp>
        <p:nvGrpSpPr>
          <p:cNvPr id="36" name="Group 35">
            <a:extLst>
              <a:ext uri="{FF2B5EF4-FFF2-40B4-BE49-F238E27FC236}">
                <a16:creationId xmlns:a16="http://schemas.microsoft.com/office/drawing/2014/main" id="{53CDCBD1-2CE0-1038-0F25-BF0DBE2E4FD9}"/>
              </a:ext>
            </a:extLst>
          </p:cNvPr>
          <p:cNvGrpSpPr/>
          <p:nvPr userDrawn="1"/>
        </p:nvGrpSpPr>
        <p:grpSpPr>
          <a:xfrm>
            <a:off x="10748720" y="6111522"/>
            <a:ext cx="1109394" cy="413104"/>
            <a:chOff x="5242819" y="3107487"/>
            <a:chExt cx="1707312" cy="635750"/>
          </a:xfrm>
        </p:grpSpPr>
        <p:sp>
          <p:nvSpPr>
            <p:cNvPr id="9" name="Oval 8">
              <a:extLst>
                <a:ext uri="{FF2B5EF4-FFF2-40B4-BE49-F238E27FC236}">
                  <a16:creationId xmlns:a16="http://schemas.microsoft.com/office/drawing/2014/main" id="{68124726-879C-85F0-4306-543BCB4DC4E1}"/>
                </a:ext>
              </a:extLst>
            </p:cNvPr>
            <p:cNvSpPr/>
            <p:nvPr/>
          </p:nvSpPr>
          <p:spPr>
            <a:xfrm>
              <a:off x="5242819" y="3107487"/>
              <a:ext cx="99925" cy="99925"/>
            </a:xfrm>
            <a:prstGeom prst="ellipse">
              <a:avLst/>
            </a:prstGeom>
            <a:solidFill>
              <a:srgbClr val="FFFFFF"/>
            </a:solidFill>
            <a:ln w="8653" cap="flat">
              <a:noFill/>
              <a:prstDash val="solid"/>
              <a:miter/>
            </a:ln>
          </p:spPr>
          <p:txBody>
            <a:bodyPr/>
            <a:lstStyle/>
            <a:p>
              <a:endParaRPr lang="en-US"/>
            </a:p>
          </p:txBody>
        </p:sp>
        <p:sp>
          <p:nvSpPr>
            <p:cNvPr id="10" name="Oval 9">
              <a:extLst>
                <a:ext uri="{FF2B5EF4-FFF2-40B4-BE49-F238E27FC236}">
                  <a16:creationId xmlns:a16="http://schemas.microsoft.com/office/drawing/2014/main" id="{DAC9F70B-BDEC-34D9-FD18-078E6BA4F4DD}"/>
                </a:ext>
              </a:extLst>
            </p:cNvPr>
            <p:cNvSpPr/>
            <p:nvPr/>
          </p:nvSpPr>
          <p:spPr>
            <a:xfrm>
              <a:off x="6582294" y="3107487"/>
              <a:ext cx="99925" cy="99925"/>
            </a:xfrm>
            <a:prstGeom prst="ellipse">
              <a:avLst/>
            </a:prstGeom>
            <a:solidFill>
              <a:srgbClr val="FFFFFF"/>
            </a:solidFill>
            <a:ln w="8653" cap="flat">
              <a:noFill/>
              <a:prstDash val="solid"/>
              <a:miter/>
            </a:ln>
          </p:spPr>
          <p:txBody>
            <a:bodyPr/>
            <a:lstStyle/>
            <a:p>
              <a:endParaRPr lang="en-US"/>
            </a:p>
          </p:txBody>
        </p:sp>
        <p:sp>
          <p:nvSpPr>
            <p:cNvPr id="11" name="Oval 10">
              <a:extLst>
                <a:ext uri="{FF2B5EF4-FFF2-40B4-BE49-F238E27FC236}">
                  <a16:creationId xmlns:a16="http://schemas.microsoft.com/office/drawing/2014/main" id="{54E05161-CB8E-9F32-75FA-75098682AE83}"/>
                </a:ext>
              </a:extLst>
            </p:cNvPr>
            <p:cNvSpPr/>
            <p:nvPr/>
          </p:nvSpPr>
          <p:spPr>
            <a:xfrm>
              <a:off x="6314382" y="3107487"/>
              <a:ext cx="99925" cy="99925"/>
            </a:xfrm>
            <a:prstGeom prst="ellipse">
              <a:avLst/>
            </a:prstGeom>
            <a:solidFill>
              <a:srgbClr val="FFFFFF"/>
            </a:solidFill>
            <a:ln w="8653" cap="flat">
              <a:noFill/>
              <a:prstDash val="solid"/>
              <a:miter/>
            </a:ln>
          </p:spPr>
          <p:txBody>
            <a:bodyPr/>
            <a:lstStyle/>
            <a:p>
              <a:endParaRPr lang="en-US"/>
            </a:p>
          </p:txBody>
        </p:sp>
        <p:sp>
          <p:nvSpPr>
            <p:cNvPr id="12" name="Oval 11">
              <a:extLst>
                <a:ext uri="{FF2B5EF4-FFF2-40B4-BE49-F238E27FC236}">
                  <a16:creationId xmlns:a16="http://schemas.microsoft.com/office/drawing/2014/main" id="{80D68371-AD03-70A7-D11A-8326D1BB42E2}"/>
                </a:ext>
              </a:extLst>
            </p:cNvPr>
            <p:cNvSpPr/>
            <p:nvPr/>
          </p:nvSpPr>
          <p:spPr>
            <a:xfrm>
              <a:off x="6046469" y="3107487"/>
              <a:ext cx="99925" cy="99925"/>
            </a:xfrm>
            <a:prstGeom prst="ellipse">
              <a:avLst/>
            </a:prstGeom>
            <a:solidFill>
              <a:srgbClr val="FFFFFF"/>
            </a:solidFill>
            <a:ln w="8653" cap="flat">
              <a:noFill/>
              <a:prstDash val="solid"/>
              <a:miter/>
            </a:ln>
          </p:spPr>
          <p:txBody>
            <a:bodyPr/>
            <a:lstStyle/>
            <a:p>
              <a:endParaRPr lang="en-US"/>
            </a:p>
          </p:txBody>
        </p:sp>
        <p:sp>
          <p:nvSpPr>
            <p:cNvPr id="13" name="Oval 12">
              <a:extLst>
                <a:ext uri="{FF2B5EF4-FFF2-40B4-BE49-F238E27FC236}">
                  <a16:creationId xmlns:a16="http://schemas.microsoft.com/office/drawing/2014/main" id="{75B9FBF7-46CB-7C93-5BE5-0AD88E9DE2B2}"/>
                </a:ext>
              </a:extLst>
            </p:cNvPr>
            <p:cNvSpPr/>
            <p:nvPr/>
          </p:nvSpPr>
          <p:spPr>
            <a:xfrm>
              <a:off x="5778644" y="3107487"/>
              <a:ext cx="99925" cy="99925"/>
            </a:xfrm>
            <a:prstGeom prst="ellipse">
              <a:avLst/>
            </a:prstGeom>
            <a:solidFill>
              <a:srgbClr val="FFFFFF"/>
            </a:solidFill>
            <a:ln w="8653" cap="flat">
              <a:noFill/>
              <a:prstDash val="solid"/>
              <a:miter/>
            </a:ln>
          </p:spPr>
          <p:txBody>
            <a:bodyPr/>
            <a:lstStyle/>
            <a:p>
              <a:endParaRPr lang="en-US"/>
            </a:p>
          </p:txBody>
        </p:sp>
        <p:sp>
          <p:nvSpPr>
            <p:cNvPr id="14" name="Oval 13">
              <a:extLst>
                <a:ext uri="{FF2B5EF4-FFF2-40B4-BE49-F238E27FC236}">
                  <a16:creationId xmlns:a16="http://schemas.microsoft.com/office/drawing/2014/main" id="{2BCEECE6-DBB7-D7A3-6826-8963FB0C42FE}"/>
                </a:ext>
              </a:extLst>
            </p:cNvPr>
            <p:cNvSpPr/>
            <p:nvPr/>
          </p:nvSpPr>
          <p:spPr>
            <a:xfrm>
              <a:off x="5510732" y="3107487"/>
              <a:ext cx="99925" cy="99925"/>
            </a:xfrm>
            <a:prstGeom prst="ellipse">
              <a:avLst/>
            </a:prstGeom>
            <a:solidFill>
              <a:srgbClr val="FFFFFF"/>
            </a:solidFill>
            <a:ln w="8653" cap="flat">
              <a:noFill/>
              <a:prstDash val="solid"/>
              <a:miter/>
            </a:ln>
          </p:spPr>
          <p:txBody>
            <a:bodyPr/>
            <a:lstStyle/>
            <a:p>
              <a:endParaRPr lang="en-US"/>
            </a:p>
          </p:txBody>
        </p:sp>
        <p:sp>
          <p:nvSpPr>
            <p:cNvPr id="21" name="Oval 20">
              <a:extLst>
                <a:ext uri="{FF2B5EF4-FFF2-40B4-BE49-F238E27FC236}">
                  <a16:creationId xmlns:a16="http://schemas.microsoft.com/office/drawing/2014/main" id="{14A61569-919C-EAE5-1450-80552B602050}"/>
                </a:ext>
              </a:extLst>
            </p:cNvPr>
            <p:cNvSpPr/>
            <p:nvPr/>
          </p:nvSpPr>
          <p:spPr>
            <a:xfrm>
              <a:off x="6850206" y="3107487"/>
              <a:ext cx="99925" cy="99925"/>
            </a:xfrm>
            <a:prstGeom prst="ellipse">
              <a:avLst/>
            </a:prstGeom>
            <a:solidFill>
              <a:srgbClr val="FFFFFF"/>
            </a:solidFill>
            <a:ln w="8653" cap="flat">
              <a:noFill/>
              <a:prstDash val="solid"/>
              <a:miter/>
            </a:ln>
          </p:spPr>
          <p:txBody>
            <a:bodyPr/>
            <a:lstStyle/>
            <a:p>
              <a:endParaRPr lang="en-US"/>
            </a:p>
          </p:txBody>
        </p:sp>
        <p:sp>
          <p:nvSpPr>
            <p:cNvPr id="22" name="Oval 21">
              <a:extLst>
                <a:ext uri="{FF2B5EF4-FFF2-40B4-BE49-F238E27FC236}">
                  <a16:creationId xmlns:a16="http://schemas.microsoft.com/office/drawing/2014/main" id="{F8046548-F327-B552-6B3A-B8476F61EB7A}"/>
                </a:ext>
              </a:extLst>
            </p:cNvPr>
            <p:cNvSpPr/>
            <p:nvPr/>
          </p:nvSpPr>
          <p:spPr>
            <a:xfrm>
              <a:off x="5242819" y="3643312"/>
              <a:ext cx="99925" cy="99925"/>
            </a:xfrm>
            <a:prstGeom prst="ellipse">
              <a:avLst/>
            </a:prstGeom>
            <a:solidFill>
              <a:srgbClr val="FFFFFF"/>
            </a:solidFill>
            <a:ln w="8653" cap="flat">
              <a:noFill/>
              <a:prstDash val="solid"/>
              <a:miter/>
            </a:ln>
          </p:spPr>
          <p:txBody>
            <a:bodyPr/>
            <a:lstStyle/>
            <a:p>
              <a:endParaRPr lang="en-US"/>
            </a:p>
          </p:txBody>
        </p:sp>
        <p:sp>
          <p:nvSpPr>
            <p:cNvPr id="23" name="Oval 22">
              <a:extLst>
                <a:ext uri="{FF2B5EF4-FFF2-40B4-BE49-F238E27FC236}">
                  <a16:creationId xmlns:a16="http://schemas.microsoft.com/office/drawing/2014/main" id="{B568D975-1103-CB14-ACED-37275B38F7B5}"/>
                </a:ext>
              </a:extLst>
            </p:cNvPr>
            <p:cNvSpPr/>
            <p:nvPr/>
          </p:nvSpPr>
          <p:spPr>
            <a:xfrm>
              <a:off x="5242819" y="3375400"/>
              <a:ext cx="99925" cy="99925"/>
            </a:xfrm>
            <a:prstGeom prst="ellipse">
              <a:avLst/>
            </a:prstGeom>
            <a:solidFill>
              <a:srgbClr val="FFFFFF"/>
            </a:solidFill>
            <a:ln w="8653" cap="flat">
              <a:noFill/>
              <a:prstDash val="solid"/>
              <a:miter/>
            </a:ln>
          </p:spPr>
          <p:txBody>
            <a:bodyPr/>
            <a:lstStyle/>
            <a:p>
              <a:endParaRPr lang="en-US"/>
            </a:p>
          </p:txBody>
        </p:sp>
        <p:sp>
          <p:nvSpPr>
            <p:cNvPr id="24" name="Oval 23">
              <a:extLst>
                <a:ext uri="{FF2B5EF4-FFF2-40B4-BE49-F238E27FC236}">
                  <a16:creationId xmlns:a16="http://schemas.microsoft.com/office/drawing/2014/main" id="{2CE16D4C-DC2D-8F40-02CD-55F8A9AC4E2F}"/>
                </a:ext>
              </a:extLst>
            </p:cNvPr>
            <p:cNvSpPr/>
            <p:nvPr/>
          </p:nvSpPr>
          <p:spPr>
            <a:xfrm>
              <a:off x="5510732" y="3643312"/>
              <a:ext cx="99925" cy="99925"/>
            </a:xfrm>
            <a:prstGeom prst="ellipse">
              <a:avLst/>
            </a:prstGeom>
            <a:solidFill>
              <a:srgbClr val="FFFFFF"/>
            </a:solidFill>
            <a:ln w="8653" cap="flat">
              <a:noFill/>
              <a:prstDash val="solid"/>
              <a:miter/>
            </a:ln>
          </p:spPr>
          <p:txBody>
            <a:bodyPr/>
            <a:lstStyle/>
            <a:p>
              <a:endParaRPr lang="en-US"/>
            </a:p>
          </p:txBody>
        </p:sp>
        <p:sp>
          <p:nvSpPr>
            <p:cNvPr id="25" name="Oval 24">
              <a:extLst>
                <a:ext uri="{FF2B5EF4-FFF2-40B4-BE49-F238E27FC236}">
                  <a16:creationId xmlns:a16="http://schemas.microsoft.com/office/drawing/2014/main" id="{AF2139A1-E5B3-A7A1-4023-05206A072FB4}"/>
                </a:ext>
              </a:extLst>
            </p:cNvPr>
            <p:cNvSpPr/>
            <p:nvPr/>
          </p:nvSpPr>
          <p:spPr>
            <a:xfrm>
              <a:off x="5510732" y="3375400"/>
              <a:ext cx="99925" cy="99925"/>
            </a:xfrm>
            <a:prstGeom prst="ellipse">
              <a:avLst/>
            </a:prstGeom>
            <a:solidFill>
              <a:srgbClr val="FFFFFF"/>
            </a:solidFill>
            <a:ln w="8653" cap="flat">
              <a:noFill/>
              <a:prstDash val="solid"/>
              <a:miter/>
            </a:ln>
          </p:spPr>
          <p:txBody>
            <a:bodyPr/>
            <a:lstStyle/>
            <a:p>
              <a:endParaRPr lang="en-US"/>
            </a:p>
          </p:txBody>
        </p:sp>
        <p:sp>
          <p:nvSpPr>
            <p:cNvPr id="26" name="Oval 25">
              <a:extLst>
                <a:ext uri="{FF2B5EF4-FFF2-40B4-BE49-F238E27FC236}">
                  <a16:creationId xmlns:a16="http://schemas.microsoft.com/office/drawing/2014/main" id="{85153AAD-50BD-C877-A9E8-6EB14910CA8C}"/>
                </a:ext>
              </a:extLst>
            </p:cNvPr>
            <p:cNvSpPr/>
            <p:nvPr/>
          </p:nvSpPr>
          <p:spPr>
            <a:xfrm>
              <a:off x="5778644" y="3643312"/>
              <a:ext cx="99925" cy="99925"/>
            </a:xfrm>
            <a:prstGeom prst="ellipse">
              <a:avLst/>
            </a:prstGeom>
            <a:solidFill>
              <a:srgbClr val="FFFFFF"/>
            </a:solidFill>
            <a:ln w="8653" cap="flat">
              <a:noFill/>
              <a:prstDash val="solid"/>
              <a:miter/>
            </a:ln>
          </p:spPr>
          <p:txBody>
            <a:bodyPr/>
            <a:lstStyle/>
            <a:p>
              <a:endParaRPr lang="en-US"/>
            </a:p>
          </p:txBody>
        </p:sp>
        <p:sp>
          <p:nvSpPr>
            <p:cNvPr id="27" name="Oval 26">
              <a:extLst>
                <a:ext uri="{FF2B5EF4-FFF2-40B4-BE49-F238E27FC236}">
                  <a16:creationId xmlns:a16="http://schemas.microsoft.com/office/drawing/2014/main" id="{FCF6A95C-6686-1627-5924-F35C7EF6F5AD}"/>
                </a:ext>
              </a:extLst>
            </p:cNvPr>
            <p:cNvSpPr/>
            <p:nvPr/>
          </p:nvSpPr>
          <p:spPr>
            <a:xfrm>
              <a:off x="5778644" y="3375400"/>
              <a:ext cx="99925" cy="99925"/>
            </a:xfrm>
            <a:prstGeom prst="ellipse">
              <a:avLst/>
            </a:prstGeom>
            <a:solidFill>
              <a:srgbClr val="FFFFFF"/>
            </a:solidFill>
            <a:ln w="8653" cap="flat">
              <a:noFill/>
              <a:prstDash val="solid"/>
              <a:miter/>
            </a:ln>
          </p:spPr>
          <p:txBody>
            <a:bodyPr/>
            <a:lstStyle/>
            <a:p>
              <a:endParaRPr lang="en-US"/>
            </a:p>
          </p:txBody>
        </p:sp>
        <p:sp>
          <p:nvSpPr>
            <p:cNvPr id="28" name="Oval 27">
              <a:extLst>
                <a:ext uri="{FF2B5EF4-FFF2-40B4-BE49-F238E27FC236}">
                  <a16:creationId xmlns:a16="http://schemas.microsoft.com/office/drawing/2014/main" id="{3D8930A9-2986-EEBA-5F06-44D7B073319F}"/>
                </a:ext>
              </a:extLst>
            </p:cNvPr>
            <p:cNvSpPr/>
            <p:nvPr/>
          </p:nvSpPr>
          <p:spPr>
            <a:xfrm>
              <a:off x="6046469" y="3643312"/>
              <a:ext cx="99925" cy="99925"/>
            </a:xfrm>
            <a:prstGeom prst="ellipse">
              <a:avLst/>
            </a:prstGeom>
            <a:solidFill>
              <a:srgbClr val="FFFFFF"/>
            </a:solidFill>
            <a:ln w="8653" cap="flat">
              <a:noFill/>
              <a:prstDash val="solid"/>
              <a:miter/>
            </a:ln>
          </p:spPr>
          <p:txBody>
            <a:bodyPr/>
            <a:lstStyle/>
            <a:p>
              <a:endParaRPr lang="en-US"/>
            </a:p>
          </p:txBody>
        </p:sp>
        <p:sp>
          <p:nvSpPr>
            <p:cNvPr id="29" name="Oval 28">
              <a:extLst>
                <a:ext uri="{FF2B5EF4-FFF2-40B4-BE49-F238E27FC236}">
                  <a16:creationId xmlns:a16="http://schemas.microsoft.com/office/drawing/2014/main" id="{F9A939D2-5A06-835A-5D63-B1BD14F136C0}"/>
                </a:ext>
              </a:extLst>
            </p:cNvPr>
            <p:cNvSpPr/>
            <p:nvPr/>
          </p:nvSpPr>
          <p:spPr>
            <a:xfrm>
              <a:off x="6046469" y="3375400"/>
              <a:ext cx="99925" cy="99925"/>
            </a:xfrm>
            <a:prstGeom prst="ellipse">
              <a:avLst/>
            </a:prstGeom>
            <a:solidFill>
              <a:srgbClr val="FFFFFF"/>
            </a:solidFill>
            <a:ln w="8653" cap="flat">
              <a:noFill/>
              <a:prstDash val="solid"/>
              <a:miter/>
            </a:ln>
          </p:spPr>
          <p:txBody>
            <a:bodyPr/>
            <a:lstStyle/>
            <a:p>
              <a:endParaRPr lang="en-US"/>
            </a:p>
          </p:txBody>
        </p:sp>
        <p:sp>
          <p:nvSpPr>
            <p:cNvPr id="30" name="Oval 29">
              <a:extLst>
                <a:ext uri="{FF2B5EF4-FFF2-40B4-BE49-F238E27FC236}">
                  <a16:creationId xmlns:a16="http://schemas.microsoft.com/office/drawing/2014/main" id="{6C164102-8BF0-0940-767B-49BB08FDD4C2}"/>
                </a:ext>
              </a:extLst>
            </p:cNvPr>
            <p:cNvSpPr/>
            <p:nvPr/>
          </p:nvSpPr>
          <p:spPr>
            <a:xfrm>
              <a:off x="6314382" y="3643312"/>
              <a:ext cx="99925" cy="99925"/>
            </a:xfrm>
            <a:prstGeom prst="ellipse">
              <a:avLst/>
            </a:prstGeom>
            <a:solidFill>
              <a:srgbClr val="FFFFFF"/>
            </a:solidFill>
            <a:ln w="8653" cap="flat">
              <a:noFill/>
              <a:prstDash val="solid"/>
              <a:miter/>
            </a:ln>
          </p:spPr>
          <p:txBody>
            <a:bodyPr/>
            <a:lstStyle/>
            <a:p>
              <a:endParaRPr lang="en-US"/>
            </a:p>
          </p:txBody>
        </p:sp>
        <p:sp>
          <p:nvSpPr>
            <p:cNvPr id="31" name="Oval 30">
              <a:extLst>
                <a:ext uri="{FF2B5EF4-FFF2-40B4-BE49-F238E27FC236}">
                  <a16:creationId xmlns:a16="http://schemas.microsoft.com/office/drawing/2014/main" id="{153234B4-0837-8D8E-F419-822F92CCC2CA}"/>
                </a:ext>
              </a:extLst>
            </p:cNvPr>
            <p:cNvSpPr/>
            <p:nvPr/>
          </p:nvSpPr>
          <p:spPr>
            <a:xfrm>
              <a:off x="6314382" y="3375400"/>
              <a:ext cx="99925" cy="99925"/>
            </a:xfrm>
            <a:prstGeom prst="ellipse">
              <a:avLst/>
            </a:prstGeom>
            <a:solidFill>
              <a:srgbClr val="FFFFFF"/>
            </a:solidFill>
            <a:ln w="8653" cap="flat">
              <a:noFill/>
              <a:prstDash val="solid"/>
              <a:miter/>
            </a:ln>
          </p:spPr>
          <p:txBody>
            <a:bodyPr/>
            <a:lstStyle/>
            <a:p>
              <a:endParaRPr lang="en-US"/>
            </a:p>
          </p:txBody>
        </p:sp>
        <p:sp>
          <p:nvSpPr>
            <p:cNvPr id="32" name="Oval 31">
              <a:extLst>
                <a:ext uri="{FF2B5EF4-FFF2-40B4-BE49-F238E27FC236}">
                  <a16:creationId xmlns:a16="http://schemas.microsoft.com/office/drawing/2014/main" id="{CD13C220-3ECC-9E38-06AA-7DEC86BB4680}"/>
                </a:ext>
              </a:extLst>
            </p:cNvPr>
            <p:cNvSpPr/>
            <p:nvPr/>
          </p:nvSpPr>
          <p:spPr>
            <a:xfrm>
              <a:off x="6582294" y="3643312"/>
              <a:ext cx="99925" cy="99925"/>
            </a:xfrm>
            <a:prstGeom prst="ellipse">
              <a:avLst/>
            </a:prstGeom>
            <a:solidFill>
              <a:srgbClr val="FFFFFF"/>
            </a:solidFill>
            <a:ln w="8653" cap="flat">
              <a:noFill/>
              <a:prstDash val="solid"/>
              <a:miter/>
            </a:ln>
          </p:spPr>
          <p:txBody>
            <a:bodyPr/>
            <a:lstStyle/>
            <a:p>
              <a:endParaRPr lang="en-US"/>
            </a:p>
          </p:txBody>
        </p:sp>
        <p:sp>
          <p:nvSpPr>
            <p:cNvPr id="33" name="Oval 32">
              <a:extLst>
                <a:ext uri="{FF2B5EF4-FFF2-40B4-BE49-F238E27FC236}">
                  <a16:creationId xmlns:a16="http://schemas.microsoft.com/office/drawing/2014/main" id="{C94AF480-5587-72CF-5250-E9EB8AEA723D}"/>
                </a:ext>
              </a:extLst>
            </p:cNvPr>
            <p:cNvSpPr/>
            <p:nvPr/>
          </p:nvSpPr>
          <p:spPr>
            <a:xfrm>
              <a:off x="6582294" y="3375400"/>
              <a:ext cx="99925" cy="99925"/>
            </a:xfrm>
            <a:prstGeom prst="ellipse">
              <a:avLst/>
            </a:prstGeom>
            <a:solidFill>
              <a:srgbClr val="FFFFFF"/>
            </a:solidFill>
            <a:ln w="8653" cap="flat">
              <a:noFill/>
              <a:prstDash val="solid"/>
              <a:miter/>
            </a:ln>
          </p:spPr>
          <p:txBody>
            <a:bodyPr/>
            <a:lstStyle/>
            <a:p>
              <a:endParaRPr lang="en-US"/>
            </a:p>
          </p:txBody>
        </p:sp>
        <p:sp>
          <p:nvSpPr>
            <p:cNvPr id="34" name="Oval 33">
              <a:extLst>
                <a:ext uri="{FF2B5EF4-FFF2-40B4-BE49-F238E27FC236}">
                  <a16:creationId xmlns:a16="http://schemas.microsoft.com/office/drawing/2014/main" id="{50621C98-5968-DBAD-E93A-911E26B3415F}"/>
                </a:ext>
              </a:extLst>
            </p:cNvPr>
            <p:cNvSpPr/>
            <p:nvPr/>
          </p:nvSpPr>
          <p:spPr>
            <a:xfrm>
              <a:off x="6850206" y="3643312"/>
              <a:ext cx="99925" cy="99925"/>
            </a:xfrm>
            <a:prstGeom prst="ellipse">
              <a:avLst/>
            </a:prstGeom>
            <a:solidFill>
              <a:srgbClr val="FFFFFF"/>
            </a:solidFill>
            <a:ln w="8653" cap="flat">
              <a:noFill/>
              <a:prstDash val="solid"/>
              <a:miter/>
            </a:ln>
          </p:spPr>
          <p:txBody>
            <a:bodyPr/>
            <a:lstStyle/>
            <a:p>
              <a:endParaRPr lang="en-US"/>
            </a:p>
          </p:txBody>
        </p:sp>
        <p:sp>
          <p:nvSpPr>
            <p:cNvPr id="35" name="Oval 34">
              <a:extLst>
                <a:ext uri="{FF2B5EF4-FFF2-40B4-BE49-F238E27FC236}">
                  <a16:creationId xmlns:a16="http://schemas.microsoft.com/office/drawing/2014/main" id="{3ACC0175-3D2F-AADF-4160-83EA402496C5}"/>
                </a:ext>
              </a:extLst>
            </p:cNvPr>
            <p:cNvSpPr/>
            <p:nvPr/>
          </p:nvSpPr>
          <p:spPr>
            <a:xfrm>
              <a:off x="6850206" y="3375400"/>
              <a:ext cx="99925" cy="99925"/>
            </a:xfrm>
            <a:prstGeom prst="ellipse">
              <a:avLst/>
            </a:prstGeom>
            <a:solidFill>
              <a:srgbClr val="FFFFFF"/>
            </a:solidFill>
            <a:ln w="8653" cap="flat">
              <a:noFill/>
              <a:prstDash val="solid"/>
              <a:miter/>
            </a:ln>
          </p:spPr>
          <p:txBody>
            <a:bodyPr/>
            <a:lstStyle/>
            <a:p>
              <a:endParaRPr lang="en-US"/>
            </a:p>
          </p:txBody>
        </p:sp>
      </p:grpSp>
      <p:grpSp>
        <p:nvGrpSpPr>
          <p:cNvPr id="42" name="Group 41">
            <a:extLst>
              <a:ext uri="{FF2B5EF4-FFF2-40B4-BE49-F238E27FC236}">
                <a16:creationId xmlns:a16="http://schemas.microsoft.com/office/drawing/2014/main" id="{A3D843F9-122F-B2A3-30FD-3D0BCF5C7CFE}"/>
              </a:ext>
            </a:extLst>
          </p:cNvPr>
          <p:cNvGrpSpPr/>
          <p:nvPr userDrawn="1"/>
        </p:nvGrpSpPr>
        <p:grpSpPr>
          <a:xfrm>
            <a:off x="4482072" y="333715"/>
            <a:ext cx="238962" cy="239018"/>
            <a:chOff x="5912600" y="3241444"/>
            <a:chExt cx="367751" cy="367837"/>
          </a:xfrm>
        </p:grpSpPr>
        <p:sp>
          <p:nvSpPr>
            <p:cNvPr id="38" name="Oval 37">
              <a:extLst>
                <a:ext uri="{FF2B5EF4-FFF2-40B4-BE49-F238E27FC236}">
                  <a16:creationId xmlns:a16="http://schemas.microsoft.com/office/drawing/2014/main" id="{952DCF13-7AAD-7712-F32E-430D87E32558}"/>
                </a:ext>
              </a:extLst>
            </p:cNvPr>
            <p:cNvSpPr/>
            <p:nvPr/>
          </p:nvSpPr>
          <p:spPr>
            <a:xfrm>
              <a:off x="6180426" y="3241444"/>
              <a:ext cx="99925" cy="99925"/>
            </a:xfrm>
            <a:prstGeom prst="ellipse">
              <a:avLst/>
            </a:prstGeom>
            <a:solidFill>
              <a:srgbClr val="FFFFFF"/>
            </a:solidFill>
            <a:ln w="8653" cap="flat">
              <a:noFill/>
              <a:prstDash val="solid"/>
              <a:miter/>
            </a:ln>
          </p:spPr>
          <p:txBody>
            <a:bodyPr/>
            <a:lstStyle/>
            <a:p>
              <a:endParaRPr lang="en-US"/>
            </a:p>
          </p:txBody>
        </p:sp>
        <p:sp>
          <p:nvSpPr>
            <p:cNvPr id="39" name="Oval 38">
              <a:extLst>
                <a:ext uri="{FF2B5EF4-FFF2-40B4-BE49-F238E27FC236}">
                  <a16:creationId xmlns:a16="http://schemas.microsoft.com/office/drawing/2014/main" id="{65DEEC32-C5CE-6770-8544-8FE0FE527880}"/>
                </a:ext>
              </a:extLst>
            </p:cNvPr>
            <p:cNvSpPr/>
            <p:nvPr/>
          </p:nvSpPr>
          <p:spPr>
            <a:xfrm>
              <a:off x="5912600" y="3241444"/>
              <a:ext cx="99925" cy="99925"/>
            </a:xfrm>
            <a:prstGeom prst="ellipse">
              <a:avLst/>
            </a:prstGeom>
            <a:solidFill>
              <a:srgbClr val="FFFFFF"/>
            </a:solidFill>
            <a:ln w="8653" cap="flat">
              <a:noFill/>
              <a:prstDash val="solid"/>
              <a:miter/>
            </a:ln>
          </p:spPr>
          <p:txBody>
            <a:bodyPr/>
            <a:lstStyle/>
            <a:p>
              <a:endParaRPr lang="en-US"/>
            </a:p>
          </p:txBody>
        </p:sp>
        <p:sp>
          <p:nvSpPr>
            <p:cNvPr id="40" name="Oval 39">
              <a:extLst>
                <a:ext uri="{FF2B5EF4-FFF2-40B4-BE49-F238E27FC236}">
                  <a16:creationId xmlns:a16="http://schemas.microsoft.com/office/drawing/2014/main" id="{D8CC9C7B-D5EC-A22B-0DD5-A53D531EC8BE}"/>
                </a:ext>
              </a:extLst>
            </p:cNvPr>
            <p:cNvSpPr/>
            <p:nvPr/>
          </p:nvSpPr>
          <p:spPr>
            <a:xfrm>
              <a:off x="5912600" y="3509356"/>
              <a:ext cx="99925" cy="99925"/>
            </a:xfrm>
            <a:prstGeom prst="ellipse">
              <a:avLst/>
            </a:prstGeom>
            <a:solidFill>
              <a:srgbClr val="FFFFFF"/>
            </a:solidFill>
            <a:ln w="8653" cap="flat">
              <a:noFill/>
              <a:prstDash val="solid"/>
              <a:miter/>
            </a:ln>
          </p:spPr>
          <p:txBody>
            <a:bodyPr/>
            <a:lstStyle/>
            <a:p>
              <a:endParaRPr lang="en-US"/>
            </a:p>
          </p:txBody>
        </p:sp>
        <p:sp>
          <p:nvSpPr>
            <p:cNvPr id="41" name="Oval 40">
              <a:extLst>
                <a:ext uri="{FF2B5EF4-FFF2-40B4-BE49-F238E27FC236}">
                  <a16:creationId xmlns:a16="http://schemas.microsoft.com/office/drawing/2014/main" id="{15B9615E-A191-9937-0268-64903D54020B}"/>
                </a:ext>
              </a:extLst>
            </p:cNvPr>
            <p:cNvSpPr/>
            <p:nvPr/>
          </p:nvSpPr>
          <p:spPr>
            <a:xfrm>
              <a:off x="6180426" y="3509356"/>
              <a:ext cx="99925" cy="99925"/>
            </a:xfrm>
            <a:prstGeom prst="ellipse">
              <a:avLst/>
            </a:prstGeom>
            <a:solidFill>
              <a:srgbClr val="FFFFFF"/>
            </a:solidFill>
            <a:ln w="8653" cap="flat">
              <a:noFill/>
              <a:prstDash val="solid"/>
              <a:miter/>
            </a:ln>
          </p:spPr>
          <p:txBody>
            <a:bodyPr/>
            <a:lstStyle/>
            <a:p>
              <a:endParaRPr lang="en-US"/>
            </a:p>
          </p:txBody>
        </p:sp>
      </p:grpSp>
      <p:cxnSp>
        <p:nvCxnSpPr>
          <p:cNvPr id="45" name="Straight Connector 44">
            <a:extLst>
              <a:ext uri="{FF2B5EF4-FFF2-40B4-BE49-F238E27FC236}">
                <a16:creationId xmlns:a16="http://schemas.microsoft.com/office/drawing/2014/main" id="{333161BA-37EE-B6BE-63CF-3CC8D61E9FDA}"/>
              </a:ext>
            </a:extLst>
          </p:cNvPr>
          <p:cNvCxnSpPr/>
          <p:nvPr userDrawn="1"/>
        </p:nvCxnSpPr>
        <p:spPr>
          <a:xfrm flipV="1">
            <a:off x="9665200" y="1908789"/>
            <a:ext cx="1470991" cy="1470991"/>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11E252A-C1A4-2D94-848C-A7C3F178FCCC}"/>
              </a:ext>
            </a:extLst>
          </p:cNvPr>
          <p:cNvCxnSpPr>
            <a:cxnSpLocks/>
          </p:cNvCxnSpPr>
          <p:nvPr userDrawn="1"/>
        </p:nvCxnSpPr>
        <p:spPr>
          <a:xfrm flipV="1">
            <a:off x="7895885" y="2452256"/>
            <a:ext cx="587512" cy="587512"/>
          </a:xfrm>
          <a:prstGeom prst="line">
            <a:avLst/>
          </a:prstGeom>
          <a:ln w="254000" cap="rnd">
            <a:solidFill>
              <a:schemeClr val="bg1"/>
            </a:solidFill>
          </a:ln>
          <a:effectLst/>
        </p:spPr>
        <p:style>
          <a:lnRef idx="2">
            <a:schemeClr val="accent1"/>
          </a:lnRef>
          <a:fillRef idx="0">
            <a:schemeClr val="accent1"/>
          </a:fillRef>
          <a:effectRef idx="1">
            <a:schemeClr val="accent1"/>
          </a:effectRef>
          <a:fontRef idx="minor">
            <a:schemeClr val="tx1"/>
          </a:fontRef>
        </p:style>
      </p:cxnSp>
      <p:pic>
        <p:nvPicPr>
          <p:cNvPr id="3" name="Afbeelding 11">
            <a:extLst>
              <a:ext uri="{FF2B5EF4-FFF2-40B4-BE49-F238E27FC236}">
                <a16:creationId xmlns:a16="http://schemas.microsoft.com/office/drawing/2014/main" id="{2433363B-F318-2CFC-CE62-CE9A16B2730F}"/>
              </a:ext>
            </a:extLst>
          </p:cNvPr>
          <p:cNvPicPr>
            <a:picLocks noChangeAspect="1"/>
          </p:cNvPicPr>
          <p:nvPr userDrawn="1"/>
        </p:nvPicPr>
        <p:blipFill>
          <a:blip r:embed="rId3"/>
          <a:srcRect l="47193"/>
          <a:stretch>
            <a:fillRect/>
          </a:stretch>
        </p:blipFill>
        <p:spPr>
          <a:xfrm>
            <a:off x="5753770" y="0"/>
            <a:ext cx="6438229" cy="6858000"/>
          </a:xfrm>
          <a:prstGeom prst="rect">
            <a:avLst/>
          </a:prstGeom>
        </p:spPr>
      </p:pic>
      <p:cxnSp>
        <p:nvCxnSpPr>
          <p:cNvPr id="46" name="Straight Connector 45">
            <a:extLst>
              <a:ext uri="{FF2B5EF4-FFF2-40B4-BE49-F238E27FC236}">
                <a16:creationId xmlns:a16="http://schemas.microsoft.com/office/drawing/2014/main" id="{9C37C6E6-134A-7CC3-F5EF-DE66BD85A7E7}"/>
              </a:ext>
            </a:extLst>
          </p:cNvPr>
          <p:cNvCxnSpPr>
            <a:cxnSpLocks/>
          </p:cNvCxnSpPr>
          <p:nvPr userDrawn="1"/>
        </p:nvCxnSpPr>
        <p:spPr>
          <a:xfrm flipV="1">
            <a:off x="9630323" y="3324349"/>
            <a:ext cx="1175024" cy="1175024"/>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BCFD453-F522-07B0-A939-B06B84D1BE76}"/>
              </a:ext>
            </a:extLst>
          </p:cNvPr>
          <p:cNvCxnSpPr>
            <a:cxnSpLocks/>
          </p:cNvCxnSpPr>
          <p:nvPr userDrawn="1"/>
        </p:nvCxnSpPr>
        <p:spPr>
          <a:xfrm flipV="1">
            <a:off x="8291143" y="4275117"/>
            <a:ext cx="373656" cy="373656"/>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A74B755D-2AB8-D63E-7198-4FD84B9E7654}"/>
              </a:ext>
            </a:extLst>
          </p:cNvPr>
          <p:cNvCxnSpPr>
            <a:cxnSpLocks/>
          </p:cNvCxnSpPr>
          <p:nvPr userDrawn="1"/>
        </p:nvCxnSpPr>
        <p:spPr>
          <a:xfrm flipV="1">
            <a:off x="4656103" y="4900159"/>
            <a:ext cx="923638" cy="923638"/>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4A22A676-30C3-D6A9-402F-11806544CC34}"/>
              </a:ext>
            </a:extLst>
          </p:cNvPr>
          <p:cNvCxnSpPr>
            <a:cxnSpLocks/>
          </p:cNvCxnSpPr>
          <p:nvPr userDrawn="1"/>
        </p:nvCxnSpPr>
        <p:spPr>
          <a:xfrm flipV="1">
            <a:off x="4043363" y="4900159"/>
            <a:ext cx="572733" cy="572733"/>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8CD58D9E-C8DE-ED4B-8C35-FB4FF14C2618}"/>
              </a:ext>
            </a:extLst>
          </p:cNvPr>
          <p:cNvCxnSpPr/>
          <p:nvPr userDrawn="1"/>
        </p:nvCxnSpPr>
        <p:spPr>
          <a:xfrm flipV="1">
            <a:off x="7343074" y="851030"/>
            <a:ext cx="1470991" cy="1470991"/>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pic>
        <p:nvPicPr>
          <p:cNvPr id="4" name="Picture 3" descr="A black background with white text&#10;&#10;Description automatically generated">
            <a:extLst>
              <a:ext uri="{FF2B5EF4-FFF2-40B4-BE49-F238E27FC236}">
                <a16:creationId xmlns:a16="http://schemas.microsoft.com/office/drawing/2014/main" id="{6E62F4C1-960C-07A6-FE75-CCBD187765E9}"/>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334962" y="5541220"/>
            <a:ext cx="2718081" cy="986400"/>
          </a:xfrm>
          <a:prstGeom prst="rect">
            <a:avLst/>
          </a:prstGeom>
        </p:spPr>
      </p:pic>
      <p:pic>
        <p:nvPicPr>
          <p:cNvPr id="8" name="Graphic 7">
            <a:extLst>
              <a:ext uri="{FF2B5EF4-FFF2-40B4-BE49-F238E27FC236}">
                <a16:creationId xmlns:a16="http://schemas.microsoft.com/office/drawing/2014/main" id="{89612674-7476-1345-3BB8-0B2920371765}"/>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9169199" y="331119"/>
            <a:ext cx="2679700" cy="406400"/>
          </a:xfrm>
          <a:prstGeom prst="rect">
            <a:avLst/>
          </a:prstGeom>
        </p:spPr>
      </p:pic>
    </p:spTree>
    <p:extLst>
      <p:ext uri="{BB962C8B-B14F-4D97-AF65-F5344CB8AC3E}">
        <p14:creationId xmlns:p14="http://schemas.microsoft.com/office/powerpoint/2010/main" val="2734582372"/>
      </p:ext>
    </p:extLst>
  </p:cSld>
  <p:clrMapOvr>
    <a:masterClrMapping/>
  </p:clrMapOvr>
  <p:extLst>
    <p:ext uri="{DCECCB84-F9BA-43D5-87BE-67443E8EF086}">
      <p15:sldGuideLst xmlns:p15="http://schemas.microsoft.com/office/powerpoint/2012/main">
        <p15:guide id="1" orient="horz" pos="210" userDrawn="1">
          <p15:clr>
            <a:srgbClr val="FBAE40"/>
          </p15:clr>
        </p15:guide>
        <p15:guide id="2" orient="horz" pos="414" userDrawn="1">
          <p15:clr>
            <a:srgbClr val="FBAE40"/>
          </p15:clr>
        </p15:guide>
        <p15:guide id="3" orient="horz" pos="618" userDrawn="1">
          <p15:clr>
            <a:srgbClr val="FBAE40"/>
          </p15:clr>
        </p15:guide>
        <p15:guide id="4" orient="horz" pos="4110" userDrawn="1">
          <p15:clr>
            <a:srgbClr val="FBAE40"/>
          </p15:clr>
        </p15:guide>
        <p15:guide id="5" orient="horz" pos="3906" userDrawn="1">
          <p15:clr>
            <a:srgbClr val="FBAE40"/>
          </p15:clr>
        </p15:guide>
        <p15:guide id="6" pos="211" userDrawn="1">
          <p15:clr>
            <a:srgbClr val="FBAE40"/>
          </p15:clr>
        </p15:guide>
        <p15:guide id="7" pos="415"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Black Title Slide 02">
    <p:spTree>
      <p:nvGrpSpPr>
        <p:cNvPr id="1" name=""/>
        <p:cNvGrpSpPr/>
        <p:nvPr/>
      </p:nvGrpSpPr>
      <p:grpSpPr>
        <a:xfrm>
          <a:off x="0" y="0"/>
          <a:ext cx="0" cy="0"/>
          <a:chOff x="0" y="0"/>
          <a:chExt cx="0" cy="0"/>
        </a:xfrm>
      </p:grpSpPr>
      <p:pic>
        <p:nvPicPr>
          <p:cNvPr id="2" name="Afbeelding 11">
            <a:extLst>
              <a:ext uri="{FF2B5EF4-FFF2-40B4-BE49-F238E27FC236}">
                <a16:creationId xmlns:a16="http://schemas.microsoft.com/office/drawing/2014/main" id="{DE2C207E-02CA-E84B-9EC9-D866D41761FC}"/>
              </a:ext>
            </a:extLst>
          </p:cNvPr>
          <p:cNvPicPr>
            <a:picLocks noChangeAspect="1"/>
          </p:cNvPicPr>
          <p:nvPr userDrawn="1"/>
        </p:nvPicPr>
        <p:blipFill>
          <a:blip r:embed="rId2"/>
          <a:srcRect/>
          <a:stretch/>
        </p:blipFill>
        <p:spPr>
          <a:xfrm>
            <a:off x="0" y="0"/>
            <a:ext cx="12192000" cy="6858000"/>
          </a:xfrm>
          <a:prstGeom prst="rect">
            <a:avLst/>
          </a:prstGeom>
        </p:spPr>
      </p:pic>
      <p:sp>
        <p:nvSpPr>
          <p:cNvPr id="15" name="Rectangle 14">
            <a:extLst>
              <a:ext uri="{FF2B5EF4-FFF2-40B4-BE49-F238E27FC236}">
                <a16:creationId xmlns:a16="http://schemas.microsoft.com/office/drawing/2014/main" id="{AFB05743-3EC5-D7CC-E704-F0A39CFF4840}"/>
              </a:ext>
            </a:extLst>
          </p:cNvPr>
          <p:cNvSpPr/>
          <p:nvPr userDrawn="1"/>
        </p:nvSpPr>
        <p:spPr>
          <a:xfrm>
            <a:off x="334963" y="333376"/>
            <a:ext cx="3708400" cy="619125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lang="en-US" sz="3200" dirty="0"/>
          </a:p>
        </p:txBody>
      </p:sp>
      <p:cxnSp>
        <p:nvCxnSpPr>
          <p:cNvPr id="16" name="Rechte verbindingslijn 12">
            <a:extLst>
              <a:ext uri="{FF2B5EF4-FFF2-40B4-BE49-F238E27FC236}">
                <a16:creationId xmlns:a16="http://schemas.microsoft.com/office/drawing/2014/main" id="{B183D5A5-9FF5-C2E3-C71F-D14FF32D5903}"/>
              </a:ext>
            </a:extLst>
          </p:cNvPr>
          <p:cNvCxnSpPr>
            <a:cxnSpLocks/>
          </p:cNvCxnSpPr>
          <p:nvPr userDrawn="1"/>
        </p:nvCxnSpPr>
        <p:spPr>
          <a:xfrm flipH="1">
            <a:off x="658813" y="677174"/>
            <a:ext cx="30607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6FF9DA5B-E64D-295F-24E2-D298B3F50437}"/>
              </a:ext>
            </a:extLst>
          </p:cNvPr>
          <p:cNvSpPr>
            <a:spLocks noGrp="1"/>
          </p:cNvSpPr>
          <p:nvPr>
            <p:ph type="ctrTitle"/>
          </p:nvPr>
        </p:nvSpPr>
        <p:spPr>
          <a:xfrm>
            <a:off x="548869" y="851030"/>
            <a:ext cx="3170644" cy="2933260"/>
          </a:xfrm>
        </p:spPr>
        <p:txBody>
          <a:bodyPr wrap="square" lIns="108000" tIns="36000" rIns="108000" anchor="t">
            <a:noAutofit/>
          </a:bodyPr>
          <a:lstStyle>
            <a:lvl1pPr>
              <a:defRPr sz="3600" b="0">
                <a:solidFill>
                  <a:schemeClr val="bg1"/>
                </a:solidFill>
              </a:defRPr>
            </a:lvl1pPr>
          </a:lstStyle>
          <a:p>
            <a:r>
              <a:rPr lang="en-US"/>
              <a:t>Click to edit Master title style</a:t>
            </a:r>
            <a:endParaRPr lang="en-US" dirty="0"/>
          </a:p>
        </p:txBody>
      </p:sp>
      <p:sp>
        <p:nvSpPr>
          <p:cNvPr id="18" name="Tijdelijke aanduiding voor tekst 3">
            <a:extLst>
              <a:ext uri="{FF2B5EF4-FFF2-40B4-BE49-F238E27FC236}">
                <a16:creationId xmlns:a16="http://schemas.microsoft.com/office/drawing/2014/main" id="{1B1A768E-B445-B1FF-7118-5B4C6476AA36}"/>
              </a:ext>
            </a:extLst>
          </p:cNvPr>
          <p:cNvSpPr>
            <a:spLocks noGrp="1"/>
          </p:cNvSpPr>
          <p:nvPr>
            <p:ph type="body" sz="quarter" idx="12" hasCustomPrompt="1"/>
          </p:nvPr>
        </p:nvSpPr>
        <p:spPr>
          <a:xfrm>
            <a:off x="548869" y="3958145"/>
            <a:ext cx="3170644" cy="532320"/>
          </a:xfrm>
        </p:spPr>
        <p:txBody>
          <a:bodyPr lIns="72000" rIns="90000"/>
          <a:lstStyle>
            <a:lvl1pPr marL="40639" indent="0">
              <a:buNone/>
              <a:defRPr sz="1800">
                <a:solidFill>
                  <a:schemeClr val="bg1"/>
                </a:solidFill>
              </a:defRPr>
            </a:lvl1pPr>
          </a:lstStyle>
          <a:p>
            <a:pPr lvl="0"/>
            <a:r>
              <a:rPr lang="en-US" dirty="0"/>
              <a:t>Name presenter</a:t>
            </a:r>
          </a:p>
        </p:txBody>
      </p:sp>
      <p:sp>
        <p:nvSpPr>
          <p:cNvPr id="19" name="Tijdelijke aanduiding voor tekst 3">
            <a:extLst>
              <a:ext uri="{FF2B5EF4-FFF2-40B4-BE49-F238E27FC236}">
                <a16:creationId xmlns:a16="http://schemas.microsoft.com/office/drawing/2014/main" id="{11A4E5DB-CCF0-0EF6-B49D-9A8319637723}"/>
              </a:ext>
            </a:extLst>
          </p:cNvPr>
          <p:cNvSpPr>
            <a:spLocks noGrp="1"/>
          </p:cNvSpPr>
          <p:nvPr>
            <p:ph type="body" sz="quarter" idx="14" hasCustomPrompt="1"/>
          </p:nvPr>
        </p:nvSpPr>
        <p:spPr>
          <a:xfrm>
            <a:off x="548868" y="4499373"/>
            <a:ext cx="3170645" cy="532320"/>
          </a:xfrm>
        </p:spPr>
        <p:txBody>
          <a:bodyPr lIns="72000" rIns="90000"/>
          <a:lstStyle>
            <a:lvl1pPr marL="40639" indent="0">
              <a:buNone/>
              <a:defRPr sz="1800">
                <a:solidFill>
                  <a:schemeClr val="bg1"/>
                </a:solidFill>
              </a:defRPr>
            </a:lvl1pPr>
          </a:lstStyle>
          <a:p>
            <a:pPr lvl="0"/>
            <a:r>
              <a:rPr lang="en-US"/>
              <a:t>Date</a:t>
            </a:r>
          </a:p>
        </p:txBody>
      </p:sp>
      <p:pic>
        <p:nvPicPr>
          <p:cNvPr id="20" name="Picture 19" descr="A black and white sign with white text&#10;&#10;Description automatically generated">
            <a:extLst>
              <a:ext uri="{FF2B5EF4-FFF2-40B4-BE49-F238E27FC236}">
                <a16:creationId xmlns:a16="http://schemas.microsoft.com/office/drawing/2014/main" id="{3415788E-672B-3A6F-ADC3-4A7FD2EEB38A}"/>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34963" y="5541221"/>
            <a:ext cx="2709829" cy="983405"/>
          </a:xfrm>
          <a:prstGeom prst="rect">
            <a:avLst/>
          </a:prstGeom>
        </p:spPr>
      </p:pic>
      <p:grpSp>
        <p:nvGrpSpPr>
          <p:cNvPr id="42" name="Group 41">
            <a:extLst>
              <a:ext uri="{FF2B5EF4-FFF2-40B4-BE49-F238E27FC236}">
                <a16:creationId xmlns:a16="http://schemas.microsoft.com/office/drawing/2014/main" id="{A3D843F9-122F-B2A3-30FD-3D0BCF5C7CFE}"/>
              </a:ext>
            </a:extLst>
          </p:cNvPr>
          <p:cNvGrpSpPr/>
          <p:nvPr userDrawn="1"/>
        </p:nvGrpSpPr>
        <p:grpSpPr>
          <a:xfrm>
            <a:off x="4482072" y="333715"/>
            <a:ext cx="238962" cy="239018"/>
            <a:chOff x="5912600" y="3241444"/>
            <a:chExt cx="367751" cy="367837"/>
          </a:xfrm>
        </p:grpSpPr>
        <p:sp>
          <p:nvSpPr>
            <p:cNvPr id="38" name="Oval 37">
              <a:extLst>
                <a:ext uri="{FF2B5EF4-FFF2-40B4-BE49-F238E27FC236}">
                  <a16:creationId xmlns:a16="http://schemas.microsoft.com/office/drawing/2014/main" id="{952DCF13-7AAD-7712-F32E-430D87E32558}"/>
                </a:ext>
              </a:extLst>
            </p:cNvPr>
            <p:cNvSpPr/>
            <p:nvPr/>
          </p:nvSpPr>
          <p:spPr>
            <a:xfrm>
              <a:off x="6180426" y="3241444"/>
              <a:ext cx="99925" cy="99925"/>
            </a:xfrm>
            <a:prstGeom prst="ellipse">
              <a:avLst/>
            </a:prstGeom>
            <a:solidFill>
              <a:srgbClr val="FFFFFF"/>
            </a:solidFill>
            <a:ln w="8653" cap="flat">
              <a:noFill/>
              <a:prstDash val="solid"/>
              <a:miter/>
            </a:ln>
          </p:spPr>
        </p:sp>
        <p:sp>
          <p:nvSpPr>
            <p:cNvPr id="39" name="Oval 38">
              <a:extLst>
                <a:ext uri="{FF2B5EF4-FFF2-40B4-BE49-F238E27FC236}">
                  <a16:creationId xmlns:a16="http://schemas.microsoft.com/office/drawing/2014/main" id="{65DEEC32-C5CE-6770-8544-8FE0FE527880}"/>
                </a:ext>
              </a:extLst>
            </p:cNvPr>
            <p:cNvSpPr/>
            <p:nvPr/>
          </p:nvSpPr>
          <p:spPr>
            <a:xfrm>
              <a:off x="5912600" y="3241444"/>
              <a:ext cx="99925" cy="99925"/>
            </a:xfrm>
            <a:prstGeom prst="ellipse">
              <a:avLst/>
            </a:prstGeom>
            <a:solidFill>
              <a:srgbClr val="FFFFFF"/>
            </a:solidFill>
            <a:ln w="8653" cap="flat">
              <a:noFill/>
              <a:prstDash val="solid"/>
              <a:miter/>
            </a:ln>
          </p:spPr>
        </p:sp>
        <p:sp>
          <p:nvSpPr>
            <p:cNvPr id="40" name="Oval 39">
              <a:extLst>
                <a:ext uri="{FF2B5EF4-FFF2-40B4-BE49-F238E27FC236}">
                  <a16:creationId xmlns:a16="http://schemas.microsoft.com/office/drawing/2014/main" id="{D8CC9C7B-D5EC-A22B-0DD5-A53D531EC8BE}"/>
                </a:ext>
              </a:extLst>
            </p:cNvPr>
            <p:cNvSpPr/>
            <p:nvPr/>
          </p:nvSpPr>
          <p:spPr>
            <a:xfrm>
              <a:off x="5912600" y="3509356"/>
              <a:ext cx="99925" cy="99925"/>
            </a:xfrm>
            <a:prstGeom prst="ellipse">
              <a:avLst/>
            </a:prstGeom>
            <a:solidFill>
              <a:srgbClr val="FFFFFF"/>
            </a:solidFill>
            <a:ln w="8653" cap="flat">
              <a:noFill/>
              <a:prstDash val="solid"/>
              <a:miter/>
            </a:ln>
          </p:spPr>
        </p:sp>
        <p:sp>
          <p:nvSpPr>
            <p:cNvPr id="41" name="Oval 40">
              <a:extLst>
                <a:ext uri="{FF2B5EF4-FFF2-40B4-BE49-F238E27FC236}">
                  <a16:creationId xmlns:a16="http://schemas.microsoft.com/office/drawing/2014/main" id="{15B9615E-A191-9937-0268-64903D54020B}"/>
                </a:ext>
              </a:extLst>
            </p:cNvPr>
            <p:cNvSpPr/>
            <p:nvPr/>
          </p:nvSpPr>
          <p:spPr>
            <a:xfrm>
              <a:off x="6180426" y="3509356"/>
              <a:ext cx="99925" cy="99925"/>
            </a:xfrm>
            <a:prstGeom prst="ellipse">
              <a:avLst/>
            </a:prstGeom>
            <a:solidFill>
              <a:srgbClr val="FFFFFF"/>
            </a:solidFill>
            <a:ln w="8653" cap="flat">
              <a:noFill/>
              <a:prstDash val="solid"/>
              <a:miter/>
            </a:ln>
          </p:spPr>
        </p:sp>
      </p:grpSp>
      <p:cxnSp>
        <p:nvCxnSpPr>
          <p:cNvPr id="45" name="Straight Connector 44">
            <a:extLst>
              <a:ext uri="{FF2B5EF4-FFF2-40B4-BE49-F238E27FC236}">
                <a16:creationId xmlns:a16="http://schemas.microsoft.com/office/drawing/2014/main" id="{333161BA-37EE-B6BE-63CF-3CC8D61E9FDA}"/>
              </a:ext>
            </a:extLst>
          </p:cNvPr>
          <p:cNvCxnSpPr/>
          <p:nvPr userDrawn="1"/>
        </p:nvCxnSpPr>
        <p:spPr>
          <a:xfrm flipV="1">
            <a:off x="9665200" y="1908789"/>
            <a:ext cx="1470991" cy="1470991"/>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B11E252A-C1A4-2D94-848C-A7C3F178FCCC}"/>
              </a:ext>
            </a:extLst>
          </p:cNvPr>
          <p:cNvCxnSpPr>
            <a:cxnSpLocks/>
          </p:cNvCxnSpPr>
          <p:nvPr userDrawn="1"/>
        </p:nvCxnSpPr>
        <p:spPr>
          <a:xfrm flipV="1">
            <a:off x="7895885" y="2452256"/>
            <a:ext cx="587512" cy="587512"/>
          </a:xfrm>
          <a:prstGeom prst="line">
            <a:avLst/>
          </a:prstGeom>
          <a:ln w="254000" cap="rnd">
            <a:solidFill>
              <a:schemeClr val="bg1"/>
            </a:solidFill>
          </a:ln>
          <a:effectLst/>
        </p:spPr>
        <p:style>
          <a:lnRef idx="2">
            <a:schemeClr val="accent1"/>
          </a:lnRef>
          <a:fillRef idx="0">
            <a:schemeClr val="accent1"/>
          </a:fillRef>
          <a:effectRef idx="1">
            <a:schemeClr val="accent1"/>
          </a:effectRef>
          <a:fontRef idx="minor">
            <a:schemeClr val="tx1"/>
          </a:fontRef>
        </p:style>
      </p:cxnSp>
      <p:pic>
        <p:nvPicPr>
          <p:cNvPr id="3" name="Afbeelding 11">
            <a:extLst>
              <a:ext uri="{FF2B5EF4-FFF2-40B4-BE49-F238E27FC236}">
                <a16:creationId xmlns:a16="http://schemas.microsoft.com/office/drawing/2014/main" id="{2433363B-F318-2CFC-CE62-CE9A16B2730F}"/>
              </a:ext>
            </a:extLst>
          </p:cNvPr>
          <p:cNvPicPr>
            <a:picLocks noChangeAspect="1"/>
          </p:cNvPicPr>
          <p:nvPr userDrawn="1"/>
        </p:nvPicPr>
        <p:blipFill>
          <a:blip r:embed="rId4"/>
          <a:srcRect l="47193"/>
          <a:stretch>
            <a:fillRect/>
          </a:stretch>
        </p:blipFill>
        <p:spPr>
          <a:xfrm>
            <a:off x="5753770" y="0"/>
            <a:ext cx="6438229" cy="6858000"/>
          </a:xfrm>
          <a:prstGeom prst="rect">
            <a:avLst/>
          </a:prstGeom>
        </p:spPr>
      </p:pic>
      <p:cxnSp>
        <p:nvCxnSpPr>
          <p:cNvPr id="46" name="Straight Connector 45">
            <a:extLst>
              <a:ext uri="{FF2B5EF4-FFF2-40B4-BE49-F238E27FC236}">
                <a16:creationId xmlns:a16="http://schemas.microsoft.com/office/drawing/2014/main" id="{9C37C6E6-134A-7CC3-F5EF-DE66BD85A7E7}"/>
              </a:ext>
            </a:extLst>
          </p:cNvPr>
          <p:cNvCxnSpPr>
            <a:cxnSpLocks/>
          </p:cNvCxnSpPr>
          <p:nvPr userDrawn="1"/>
        </p:nvCxnSpPr>
        <p:spPr>
          <a:xfrm flipV="1">
            <a:off x="9630323" y="3324349"/>
            <a:ext cx="1175024" cy="1175024"/>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BCFD453-F522-07B0-A939-B06B84D1BE76}"/>
              </a:ext>
            </a:extLst>
          </p:cNvPr>
          <p:cNvCxnSpPr>
            <a:cxnSpLocks/>
          </p:cNvCxnSpPr>
          <p:nvPr userDrawn="1"/>
        </p:nvCxnSpPr>
        <p:spPr>
          <a:xfrm flipV="1">
            <a:off x="8291143" y="4275117"/>
            <a:ext cx="373656" cy="373656"/>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A74B755D-2AB8-D63E-7198-4FD84B9E7654}"/>
              </a:ext>
            </a:extLst>
          </p:cNvPr>
          <p:cNvCxnSpPr>
            <a:cxnSpLocks/>
          </p:cNvCxnSpPr>
          <p:nvPr userDrawn="1"/>
        </p:nvCxnSpPr>
        <p:spPr>
          <a:xfrm flipV="1">
            <a:off x="4656103" y="4900159"/>
            <a:ext cx="923638" cy="923638"/>
          </a:xfrm>
          <a:prstGeom prst="line">
            <a:avLst/>
          </a:prstGeom>
          <a:ln w="254000" cap="rnd">
            <a:solidFill>
              <a:schemeClr val="accent3"/>
            </a:solidFill>
          </a:ln>
          <a:effectLst/>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4A22A676-30C3-D6A9-402F-11806544CC34}"/>
              </a:ext>
            </a:extLst>
          </p:cNvPr>
          <p:cNvCxnSpPr>
            <a:cxnSpLocks/>
          </p:cNvCxnSpPr>
          <p:nvPr userDrawn="1"/>
        </p:nvCxnSpPr>
        <p:spPr>
          <a:xfrm flipV="1">
            <a:off x="4043363" y="4900159"/>
            <a:ext cx="572733" cy="572733"/>
          </a:xfrm>
          <a:prstGeom prst="line">
            <a:avLst/>
          </a:prstGeom>
          <a:ln w="254000" cap="rnd">
            <a:solidFill>
              <a:schemeClr val="accent1"/>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8CD58D9E-C8DE-ED4B-8C35-FB4FF14C2618}"/>
              </a:ext>
            </a:extLst>
          </p:cNvPr>
          <p:cNvCxnSpPr/>
          <p:nvPr userDrawn="1"/>
        </p:nvCxnSpPr>
        <p:spPr>
          <a:xfrm flipV="1">
            <a:off x="7343074" y="851030"/>
            <a:ext cx="1470991" cy="1470991"/>
          </a:xfrm>
          <a:prstGeom prst="line">
            <a:avLst/>
          </a:prstGeom>
          <a:ln w="254000" cap="rnd">
            <a:solidFill>
              <a:schemeClr val="accent5"/>
            </a:solidFill>
          </a:ln>
          <a:effectLst/>
        </p:spPr>
        <p:style>
          <a:lnRef idx="2">
            <a:schemeClr val="accent1"/>
          </a:lnRef>
          <a:fillRef idx="0">
            <a:schemeClr val="accent1"/>
          </a:fillRef>
          <a:effectRef idx="1">
            <a:schemeClr val="accent1"/>
          </a:effectRef>
          <a:fontRef idx="minor">
            <a:schemeClr val="tx1"/>
          </a:fontRef>
        </p:style>
      </p:cxnSp>
      <p:grpSp>
        <p:nvGrpSpPr>
          <p:cNvPr id="5" name="Group 4">
            <a:extLst>
              <a:ext uri="{FF2B5EF4-FFF2-40B4-BE49-F238E27FC236}">
                <a16:creationId xmlns:a16="http://schemas.microsoft.com/office/drawing/2014/main" id="{AEC6CB34-62DF-88D4-ADE9-F52316240F3E}"/>
              </a:ext>
            </a:extLst>
          </p:cNvPr>
          <p:cNvGrpSpPr/>
          <p:nvPr userDrawn="1"/>
        </p:nvGrpSpPr>
        <p:grpSpPr>
          <a:xfrm>
            <a:off x="10748720" y="6111522"/>
            <a:ext cx="1109394" cy="413104"/>
            <a:chOff x="5242819" y="3107487"/>
            <a:chExt cx="1707312" cy="635750"/>
          </a:xfrm>
        </p:grpSpPr>
        <p:sp>
          <p:nvSpPr>
            <p:cNvPr id="6" name="Oval 5">
              <a:extLst>
                <a:ext uri="{FF2B5EF4-FFF2-40B4-BE49-F238E27FC236}">
                  <a16:creationId xmlns:a16="http://schemas.microsoft.com/office/drawing/2014/main" id="{77F655F8-39DB-BCE0-C938-E60B81750751}"/>
                </a:ext>
              </a:extLst>
            </p:cNvPr>
            <p:cNvSpPr/>
            <p:nvPr/>
          </p:nvSpPr>
          <p:spPr>
            <a:xfrm>
              <a:off x="5242819" y="3107487"/>
              <a:ext cx="99925" cy="99925"/>
            </a:xfrm>
            <a:prstGeom prst="ellipse">
              <a:avLst/>
            </a:prstGeom>
            <a:solidFill>
              <a:srgbClr val="FFFFFF"/>
            </a:solidFill>
            <a:ln w="8653" cap="flat">
              <a:noFill/>
              <a:prstDash val="solid"/>
              <a:miter/>
            </a:ln>
          </p:spPr>
          <p:txBody>
            <a:bodyPr/>
            <a:lstStyle/>
            <a:p>
              <a:endParaRPr lang="en-US"/>
            </a:p>
          </p:txBody>
        </p:sp>
        <p:sp>
          <p:nvSpPr>
            <p:cNvPr id="7" name="Oval 6">
              <a:extLst>
                <a:ext uri="{FF2B5EF4-FFF2-40B4-BE49-F238E27FC236}">
                  <a16:creationId xmlns:a16="http://schemas.microsoft.com/office/drawing/2014/main" id="{67C8CAEB-A46F-DD4A-8B72-9C2F1877681B}"/>
                </a:ext>
              </a:extLst>
            </p:cNvPr>
            <p:cNvSpPr/>
            <p:nvPr/>
          </p:nvSpPr>
          <p:spPr>
            <a:xfrm>
              <a:off x="6582294" y="3107487"/>
              <a:ext cx="99925" cy="99925"/>
            </a:xfrm>
            <a:prstGeom prst="ellipse">
              <a:avLst/>
            </a:prstGeom>
            <a:solidFill>
              <a:srgbClr val="FFFFFF"/>
            </a:solidFill>
            <a:ln w="8653" cap="flat">
              <a:noFill/>
              <a:prstDash val="solid"/>
              <a:miter/>
            </a:ln>
          </p:spPr>
          <p:txBody>
            <a:bodyPr/>
            <a:lstStyle/>
            <a:p>
              <a:endParaRPr lang="en-US"/>
            </a:p>
          </p:txBody>
        </p:sp>
        <p:sp>
          <p:nvSpPr>
            <p:cNvPr id="8" name="Oval 7">
              <a:extLst>
                <a:ext uri="{FF2B5EF4-FFF2-40B4-BE49-F238E27FC236}">
                  <a16:creationId xmlns:a16="http://schemas.microsoft.com/office/drawing/2014/main" id="{690027C1-1AA5-62A0-C167-8F0244F3721F}"/>
                </a:ext>
              </a:extLst>
            </p:cNvPr>
            <p:cNvSpPr/>
            <p:nvPr/>
          </p:nvSpPr>
          <p:spPr>
            <a:xfrm>
              <a:off x="6314382" y="3107487"/>
              <a:ext cx="99925" cy="99925"/>
            </a:xfrm>
            <a:prstGeom prst="ellipse">
              <a:avLst/>
            </a:prstGeom>
            <a:solidFill>
              <a:srgbClr val="FFFFFF"/>
            </a:solidFill>
            <a:ln w="8653" cap="flat">
              <a:noFill/>
              <a:prstDash val="solid"/>
              <a:miter/>
            </a:ln>
          </p:spPr>
          <p:txBody>
            <a:bodyPr/>
            <a:lstStyle/>
            <a:p>
              <a:endParaRPr lang="en-US"/>
            </a:p>
          </p:txBody>
        </p:sp>
        <p:sp>
          <p:nvSpPr>
            <p:cNvPr id="37" name="Oval 36">
              <a:extLst>
                <a:ext uri="{FF2B5EF4-FFF2-40B4-BE49-F238E27FC236}">
                  <a16:creationId xmlns:a16="http://schemas.microsoft.com/office/drawing/2014/main" id="{935C9890-FDF7-EA62-98E2-741EDD7F8B51}"/>
                </a:ext>
              </a:extLst>
            </p:cNvPr>
            <p:cNvSpPr/>
            <p:nvPr/>
          </p:nvSpPr>
          <p:spPr>
            <a:xfrm>
              <a:off x="6046469" y="3107487"/>
              <a:ext cx="99925" cy="99925"/>
            </a:xfrm>
            <a:prstGeom prst="ellipse">
              <a:avLst/>
            </a:prstGeom>
            <a:solidFill>
              <a:srgbClr val="FFFFFF"/>
            </a:solidFill>
            <a:ln w="8653" cap="flat">
              <a:noFill/>
              <a:prstDash val="solid"/>
              <a:miter/>
            </a:ln>
          </p:spPr>
          <p:txBody>
            <a:bodyPr/>
            <a:lstStyle/>
            <a:p>
              <a:endParaRPr lang="en-US"/>
            </a:p>
          </p:txBody>
        </p:sp>
        <p:sp>
          <p:nvSpPr>
            <p:cNvPr id="43" name="Oval 42">
              <a:extLst>
                <a:ext uri="{FF2B5EF4-FFF2-40B4-BE49-F238E27FC236}">
                  <a16:creationId xmlns:a16="http://schemas.microsoft.com/office/drawing/2014/main" id="{6B3B8B2A-BC4B-11B4-3242-36AB20A599EE}"/>
                </a:ext>
              </a:extLst>
            </p:cNvPr>
            <p:cNvSpPr/>
            <p:nvPr/>
          </p:nvSpPr>
          <p:spPr>
            <a:xfrm>
              <a:off x="5778644" y="3107487"/>
              <a:ext cx="99925" cy="99925"/>
            </a:xfrm>
            <a:prstGeom prst="ellipse">
              <a:avLst/>
            </a:prstGeom>
            <a:solidFill>
              <a:srgbClr val="FFFFFF"/>
            </a:solidFill>
            <a:ln w="8653" cap="flat">
              <a:noFill/>
              <a:prstDash val="solid"/>
              <a:miter/>
            </a:ln>
          </p:spPr>
          <p:txBody>
            <a:bodyPr/>
            <a:lstStyle/>
            <a:p>
              <a:endParaRPr lang="en-US"/>
            </a:p>
          </p:txBody>
        </p:sp>
        <p:sp>
          <p:nvSpPr>
            <p:cNvPr id="47" name="Oval 46">
              <a:extLst>
                <a:ext uri="{FF2B5EF4-FFF2-40B4-BE49-F238E27FC236}">
                  <a16:creationId xmlns:a16="http://schemas.microsoft.com/office/drawing/2014/main" id="{413CE763-9C15-EE35-83D7-1007995F2062}"/>
                </a:ext>
              </a:extLst>
            </p:cNvPr>
            <p:cNvSpPr/>
            <p:nvPr/>
          </p:nvSpPr>
          <p:spPr>
            <a:xfrm>
              <a:off x="5510732" y="3107487"/>
              <a:ext cx="99925" cy="99925"/>
            </a:xfrm>
            <a:prstGeom prst="ellipse">
              <a:avLst/>
            </a:prstGeom>
            <a:solidFill>
              <a:srgbClr val="FFFFFF"/>
            </a:solidFill>
            <a:ln w="8653" cap="flat">
              <a:noFill/>
              <a:prstDash val="solid"/>
              <a:miter/>
            </a:ln>
          </p:spPr>
          <p:txBody>
            <a:bodyPr/>
            <a:lstStyle/>
            <a:p>
              <a:endParaRPr lang="en-US"/>
            </a:p>
          </p:txBody>
        </p:sp>
        <p:sp>
          <p:nvSpPr>
            <p:cNvPr id="49" name="Oval 48">
              <a:extLst>
                <a:ext uri="{FF2B5EF4-FFF2-40B4-BE49-F238E27FC236}">
                  <a16:creationId xmlns:a16="http://schemas.microsoft.com/office/drawing/2014/main" id="{C26F0D15-960C-A02C-2379-9CBE73A6FE39}"/>
                </a:ext>
              </a:extLst>
            </p:cNvPr>
            <p:cNvSpPr/>
            <p:nvPr/>
          </p:nvSpPr>
          <p:spPr>
            <a:xfrm>
              <a:off x="6850206" y="3107487"/>
              <a:ext cx="99925" cy="99925"/>
            </a:xfrm>
            <a:prstGeom prst="ellipse">
              <a:avLst/>
            </a:prstGeom>
            <a:solidFill>
              <a:srgbClr val="FFFFFF"/>
            </a:solidFill>
            <a:ln w="8653" cap="flat">
              <a:noFill/>
              <a:prstDash val="solid"/>
              <a:miter/>
            </a:ln>
          </p:spPr>
          <p:txBody>
            <a:bodyPr/>
            <a:lstStyle/>
            <a:p>
              <a:endParaRPr lang="en-US"/>
            </a:p>
          </p:txBody>
        </p:sp>
        <p:sp>
          <p:nvSpPr>
            <p:cNvPr id="52" name="Oval 51">
              <a:extLst>
                <a:ext uri="{FF2B5EF4-FFF2-40B4-BE49-F238E27FC236}">
                  <a16:creationId xmlns:a16="http://schemas.microsoft.com/office/drawing/2014/main" id="{FFE74C6F-97AA-12BA-CBC3-C46A7A4F240A}"/>
                </a:ext>
              </a:extLst>
            </p:cNvPr>
            <p:cNvSpPr/>
            <p:nvPr/>
          </p:nvSpPr>
          <p:spPr>
            <a:xfrm>
              <a:off x="5242819" y="3643312"/>
              <a:ext cx="99925" cy="99925"/>
            </a:xfrm>
            <a:prstGeom prst="ellipse">
              <a:avLst/>
            </a:prstGeom>
            <a:solidFill>
              <a:srgbClr val="FFFFFF"/>
            </a:solidFill>
            <a:ln w="8653" cap="flat">
              <a:noFill/>
              <a:prstDash val="solid"/>
              <a:miter/>
            </a:ln>
          </p:spPr>
          <p:txBody>
            <a:bodyPr/>
            <a:lstStyle/>
            <a:p>
              <a:endParaRPr lang="en-US"/>
            </a:p>
          </p:txBody>
        </p:sp>
        <p:sp>
          <p:nvSpPr>
            <p:cNvPr id="54" name="Oval 53">
              <a:extLst>
                <a:ext uri="{FF2B5EF4-FFF2-40B4-BE49-F238E27FC236}">
                  <a16:creationId xmlns:a16="http://schemas.microsoft.com/office/drawing/2014/main" id="{6689271D-0316-8777-31BA-D79016761FB6}"/>
                </a:ext>
              </a:extLst>
            </p:cNvPr>
            <p:cNvSpPr/>
            <p:nvPr/>
          </p:nvSpPr>
          <p:spPr>
            <a:xfrm>
              <a:off x="5242819" y="3375400"/>
              <a:ext cx="99925" cy="99925"/>
            </a:xfrm>
            <a:prstGeom prst="ellipse">
              <a:avLst/>
            </a:prstGeom>
            <a:solidFill>
              <a:srgbClr val="FFFFFF"/>
            </a:solidFill>
            <a:ln w="8653" cap="flat">
              <a:noFill/>
              <a:prstDash val="solid"/>
              <a:miter/>
            </a:ln>
          </p:spPr>
          <p:txBody>
            <a:bodyPr/>
            <a:lstStyle/>
            <a:p>
              <a:endParaRPr lang="en-US"/>
            </a:p>
          </p:txBody>
        </p:sp>
        <p:sp>
          <p:nvSpPr>
            <p:cNvPr id="55" name="Oval 54">
              <a:extLst>
                <a:ext uri="{FF2B5EF4-FFF2-40B4-BE49-F238E27FC236}">
                  <a16:creationId xmlns:a16="http://schemas.microsoft.com/office/drawing/2014/main" id="{300E5187-0419-3F56-9D24-E0922500C7CD}"/>
                </a:ext>
              </a:extLst>
            </p:cNvPr>
            <p:cNvSpPr/>
            <p:nvPr/>
          </p:nvSpPr>
          <p:spPr>
            <a:xfrm>
              <a:off x="5510732" y="3643312"/>
              <a:ext cx="99925" cy="99925"/>
            </a:xfrm>
            <a:prstGeom prst="ellipse">
              <a:avLst/>
            </a:prstGeom>
            <a:solidFill>
              <a:srgbClr val="FFFFFF"/>
            </a:solidFill>
            <a:ln w="8653" cap="flat">
              <a:noFill/>
              <a:prstDash val="solid"/>
              <a:miter/>
            </a:ln>
          </p:spPr>
          <p:txBody>
            <a:bodyPr/>
            <a:lstStyle/>
            <a:p>
              <a:endParaRPr lang="en-US"/>
            </a:p>
          </p:txBody>
        </p:sp>
        <p:sp>
          <p:nvSpPr>
            <p:cNvPr id="56" name="Oval 55">
              <a:extLst>
                <a:ext uri="{FF2B5EF4-FFF2-40B4-BE49-F238E27FC236}">
                  <a16:creationId xmlns:a16="http://schemas.microsoft.com/office/drawing/2014/main" id="{9E5C9A66-559C-B935-7F76-E2D863B4D65D}"/>
                </a:ext>
              </a:extLst>
            </p:cNvPr>
            <p:cNvSpPr/>
            <p:nvPr/>
          </p:nvSpPr>
          <p:spPr>
            <a:xfrm>
              <a:off x="5510732" y="3375400"/>
              <a:ext cx="99925" cy="99925"/>
            </a:xfrm>
            <a:prstGeom prst="ellipse">
              <a:avLst/>
            </a:prstGeom>
            <a:solidFill>
              <a:srgbClr val="FFFFFF"/>
            </a:solidFill>
            <a:ln w="8653" cap="flat">
              <a:noFill/>
              <a:prstDash val="solid"/>
              <a:miter/>
            </a:ln>
          </p:spPr>
          <p:txBody>
            <a:bodyPr/>
            <a:lstStyle/>
            <a:p>
              <a:endParaRPr lang="en-US"/>
            </a:p>
          </p:txBody>
        </p:sp>
        <p:sp>
          <p:nvSpPr>
            <p:cNvPr id="57" name="Oval 56">
              <a:extLst>
                <a:ext uri="{FF2B5EF4-FFF2-40B4-BE49-F238E27FC236}">
                  <a16:creationId xmlns:a16="http://schemas.microsoft.com/office/drawing/2014/main" id="{925DD5E5-95B2-297F-16ED-7AACC7712176}"/>
                </a:ext>
              </a:extLst>
            </p:cNvPr>
            <p:cNvSpPr/>
            <p:nvPr/>
          </p:nvSpPr>
          <p:spPr>
            <a:xfrm>
              <a:off x="5778644" y="3643312"/>
              <a:ext cx="99925" cy="99925"/>
            </a:xfrm>
            <a:prstGeom prst="ellipse">
              <a:avLst/>
            </a:prstGeom>
            <a:solidFill>
              <a:srgbClr val="FFFFFF"/>
            </a:solidFill>
            <a:ln w="8653" cap="flat">
              <a:noFill/>
              <a:prstDash val="solid"/>
              <a:miter/>
            </a:ln>
          </p:spPr>
          <p:txBody>
            <a:bodyPr/>
            <a:lstStyle/>
            <a:p>
              <a:endParaRPr lang="en-US"/>
            </a:p>
          </p:txBody>
        </p:sp>
        <p:sp>
          <p:nvSpPr>
            <p:cNvPr id="58" name="Oval 57">
              <a:extLst>
                <a:ext uri="{FF2B5EF4-FFF2-40B4-BE49-F238E27FC236}">
                  <a16:creationId xmlns:a16="http://schemas.microsoft.com/office/drawing/2014/main" id="{C635759F-745B-3989-DED6-B24431EAC66D}"/>
                </a:ext>
              </a:extLst>
            </p:cNvPr>
            <p:cNvSpPr/>
            <p:nvPr/>
          </p:nvSpPr>
          <p:spPr>
            <a:xfrm>
              <a:off x="5778644" y="3375400"/>
              <a:ext cx="99925" cy="99925"/>
            </a:xfrm>
            <a:prstGeom prst="ellipse">
              <a:avLst/>
            </a:prstGeom>
            <a:solidFill>
              <a:srgbClr val="FFFFFF"/>
            </a:solidFill>
            <a:ln w="8653" cap="flat">
              <a:noFill/>
              <a:prstDash val="solid"/>
              <a:miter/>
            </a:ln>
          </p:spPr>
          <p:txBody>
            <a:bodyPr/>
            <a:lstStyle/>
            <a:p>
              <a:endParaRPr lang="en-US"/>
            </a:p>
          </p:txBody>
        </p:sp>
        <p:sp>
          <p:nvSpPr>
            <p:cNvPr id="59" name="Oval 58">
              <a:extLst>
                <a:ext uri="{FF2B5EF4-FFF2-40B4-BE49-F238E27FC236}">
                  <a16:creationId xmlns:a16="http://schemas.microsoft.com/office/drawing/2014/main" id="{AEAAB8BE-E888-DB24-DC18-BB9738E2AAE4}"/>
                </a:ext>
              </a:extLst>
            </p:cNvPr>
            <p:cNvSpPr/>
            <p:nvPr/>
          </p:nvSpPr>
          <p:spPr>
            <a:xfrm>
              <a:off x="6046469" y="3643312"/>
              <a:ext cx="99925" cy="99925"/>
            </a:xfrm>
            <a:prstGeom prst="ellipse">
              <a:avLst/>
            </a:prstGeom>
            <a:solidFill>
              <a:srgbClr val="FFFFFF"/>
            </a:solidFill>
            <a:ln w="8653" cap="flat">
              <a:noFill/>
              <a:prstDash val="solid"/>
              <a:miter/>
            </a:ln>
          </p:spPr>
          <p:txBody>
            <a:bodyPr/>
            <a:lstStyle/>
            <a:p>
              <a:endParaRPr lang="en-US"/>
            </a:p>
          </p:txBody>
        </p:sp>
        <p:sp>
          <p:nvSpPr>
            <p:cNvPr id="60" name="Oval 59">
              <a:extLst>
                <a:ext uri="{FF2B5EF4-FFF2-40B4-BE49-F238E27FC236}">
                  <a16:creationId xmlns:a16="http://schemas.microsoft.com/office/drawing/2014/main" id="{072719F6-C447-5C12-A6ED-94349D7AAA1C}"/>
                </a:ext>
              </a:extLst>
            </p:cNvPr>
            <p:cNvSpPr/>
            <p:nvPr/>
          </p:nvSpPr>
          <p:spPr>
            <a:xfrm>
              <a:off x="6046469" y="3375400"/>
              <a:ext cx="99925" cy="99925"/>
            </a:xfrm>
            <a:prstGeom prst="ellipse">
              <a:avLst/>
            </a:prstGeom>
            <a:solidFill>
              <a:srgbClr val="FFFFFF"/>
            </a:solidFill>
            <a:ln w="8653" cap="flat">
              <a:noFill/>
              <a:prstDash val="solid"/>
              <a:miter/>
            </a:ln>
          </p:spPr>
          <p:txBody>
            <a:bodyPr/>
            <a:lstStyle/>
            <a:p>
              <a:endParaRPr lang="en-US"/>
            </a:p>
          </p:txBody>
        </p:sp>
        <p:sp>
          <p:nvSpPr>
            <p:cNvPr id="61" name="Oval 60">
              <a:extLst>
                <a:ext uri="{FF2B5EF4-FFF2-40B4-BE49-F238E27FC236}">
                  <a16:creationId xmlns:a16="http://schemas.microsoft.com/office/drawing/2014/main" id="{B03E9FD8-F4F1-C8C2-ADE1-2F793F1C8C6D}"/>
                </a:ext>
              </a:extLst>
            </p:cNvPr>
            <p:cNvSpPr/>
            <p:nvPr/>
          </p:nvSpPr>
          <p:spPr>
            <a:xfrm>
              <a:off x="6314382" y="3643312"/>
              <a:ext cx="99925" cy="99925"/>
            </a:xfrm>
            <a:prstGeom prst="ellipse">
              <a:avLst/>
            </a:prstGeom>
            <a:solidFill>
              <a:srgbClr val="FFFFFF"/>
            </a:solidFill>
            <a:ln w="8653" cap="flat">
              <a:noFill/>
              <a:prstDash val="solid"/>
              <a:miter/>
            </a:ln>
          </p:spPr>
          <p:txBody>
            <a:bodyPr/>
            <a:lstStyle/>
            <a:p>
              <a:endParaRPr lang="en-US"/>
            </a:p>
          </p:txBody>
        </p:sp>
        <p:sp>
          <p:nvSpPr>
            <p:cNvPr id="62" name="Oval 61">
              <a:extLst>
                <a:ext uri="{FF2B5EF4-FFF2-40B4-BE49-F238E27FC236}">
                  <a16:creationId xmlns:a16="http://schemas.microsoft.com/office/drawing/2014/main" id="{8AECEBB6-F903-D024-08CD-48733294D9AC}"/>
                </a:ext>
              </a:extLst>
            </p:cNvPr>
            <p:cNvSpPr/>
            <p:nvPr/>
          </p:nvSpPr>
          <p:spPr>
            <a:xfrm>
              <a:off x="6314382" y="3375400"/>
              <a:ext cx="99925" cy="99925"/>
            </a:xfrm>
            <a:prstGeom prst="ellipse">
              <a:avLst/>
            </a:prstGeom>
            <a:solidFill>
              <a:srgbClr val="FFFFFF"/>
            </a:solidFill>
            <a:ln w="8653" cap="flat">
              <a:noFill/>
              <a:prstDash val="solid"/>
              <a:miter/>
            </a:ln>
          </p:spPr>
          <p:txBody>
            <a:bodyPr/>
            <a:lstStyle/>
            <a:p>
              <a:endParaRPr lang="en-US"/>
            </a:p>
          </p:txBody>
        </p:sp>
        <p:sp>
          <p:nvSpPr>
            <p:cNvPr id="63" name="Oval 62">
              <a:extLst>
                <a:ext uri="{FF2B5EF4-FFF2-40B4-BE49-F238E27FC236}">
                  <a16:creationId xmlns:a16="http://schemas.microsoft.com/office/drawing/2014/main" id="{73101250-C531-3FD2-F828-A4308E5DC0EC}"/>
                </a:ext>
              </a:extLst>
            </p:cNvPr>
            <p:cNvSpPr/>
            <p:nvPr/>
          </p:nvSpPr>
          <p:spPr>
            <a:xfrm>
              <a:off x="6582294" y="3643312"/>
              <a:ext cx="99925" cy="99925"/>
            </a:xfrm>
            <a:prstGeom prst="ellipse">
              <a:avLst/>
            </a:prstGeom>
            <a:solidFill>
              <a:srgbClr val="FFFFFF"/>
            </a:solidFill>
            <a:ln w="8653" cap="flat">
              <a:noFill/>
              <a:prstDash val="solid"/>
              <a:miter/>
            </a:ln>
          </p:spPr>
          <p:txBody>
            <a:bodyPr/>
            <a:lstStyle/>
            <a:p>
              <a:endParaRPr lang="en-US"/>
            </a:p>
          </p:txBody>
        </p:sp>
        <p:sp>
          <p:nvSpPr>
            <p:cNvPr id="64" name="Oval 63">
              <a:extLst>
                <a:ext uri="{FF2B5EF4-FFF2-40B4-BE49-F238E27FC236}">
                  <a16:creationId xmlns:a16="http://schemas.microsoft.com/office/drawing/2014/main" id="{B17B3AFF-B50D-6370-44CA-2AB8995F5E5A}"/>
                </a:ext>
              </a:extLst>
            </p:cNvPr>
            <p:cNvSpPr/>
            <p:nvPr/>
          </p:nvSpPr>
          <p:spPr>
            <a:xfrm>
              <a:off x="6582294" y="3375400"/>
              <a:ext cx="99925" cy="99925"/>
            </a:xfrm>
            <a:prstGeom prst="ellipse">
              <a:avLst/>
            </a:prstGeom>
            <a:solidFill>
              <a:srgbClr val="FFFFFF"/>
            </a:solidFill>
            <a:ln w="8653" cap="flat">
              <a:noFill/>
              <a:prstDash val="solid"/>
              <a:miter/>
            </a:ln>
          </p:spPr>
          <p:txBody>
            <a:bodyPr/>
            <a:lstStyle/>
            <a:p>
              <a:endParaRPr lang="en-US"/>
            </a:p>
          </p:txBody>
        </p:sp>
        <p:sp>
          <p:nvSpPr>
            <p:cNvPr id="65" name="Oval 64">
              <a:extLst>
                <a:ext uri="{FF2B5EF4-FFF2-40B4-BE49-F238E27FC236}">
                  <a16:creationId xmlns:a16="http://schemas.microsoft.com/office/drawing/2014/main" id="{E09FDC29-D727-CC61-8732-402C349E6775}"/>
                </a:ext>
              </a:extLst>
            </p:cNvPr>
            <p:cNvSpPr/>
            <p:nvPr/>
          </p:nvSpPr>
          <p:spPr>
            <a:xfrm>
              <a:off x="6850206" y="3643312"/>
              <a:ext cx="99925" cy="99925"/>
            </a:xfrm>
            <a:prstGeom prst="ellipse">
              <a:avLst/>
            </a:prstGeom>
            <a:solidFill>
              <a:srgbClr val="FFFFFF"/>
            </a:solidFill>
            <a:ln w="8653" cap="flat">
              <a:noFill/>
              <a:prstDash val="solid"/>
              <a:miter/>
            </a:ln>
          </p:spPr>
          <p:txBody>
            <a:bodyPr/>
            <a:lstStyle/>
            <a:p>
              <a:endParaRPr lang="en-US"/>
            </a:p>
          </p:txBody>
        </p:sp>
        <p:sp>
          <p:nvSpPr>
            <p:cNvPr id="66" name="Oval 65">
              <a:extLst>
                <a:ext uri="{FF2B5EF4-FFF2-40B4-BE49-F238E27FC236}">
                  <a16:creationId xmlns:a16="http://schemas.microsoft.com/office/drawing/2014/main" id="{0A8406C0-7B5F-746F-F2C3-5C0DCED2BB31}"/>
                </a:ext>
              </a:extLst>
            </p:cNvPr>
            <p:cNvSpPr/>
            <p:nvPr/>
          </p:nvSpPr>
          <p:spPr>
            <a:xfrm>
              <a:off x="6850206" y="3375400"/>
              <a:ext cx="99925" cy="99925"/>
            </a:xfrm>
            <a:prstGeom prst="ellipse">
              <a:avLst/>
            </a:prstGeom>
            <a:solidFill>
              <a:srgbClr val="FFFFFF"/>
            </a:solidFill>
            <a:ln w="8653" cap="flat">
              <a:noFill/>
              <a:prstDash val="solid"/>
              <a:miter/>
            </a:ln>
          </p:spPr>
          <p:txBody>
            <a:bodyPr/>
            <a:lstStyle/>
            <a:p>
              <a:endParaRPr lang="en-US"/>
            </a:p>
          </p:txBody>
        </p:sp>
      </p:grpSp>
      <p:pic>
        <p:nvPicPr>
          <p:cNvPr id="9" name="Graphic 8">
            <a:extLst>
              <a:ext uri="{FF2B5EF4-FFF2-40B4-BE49-F238E27FC236}">
                <a16:creationId xmlns:a16="http://schemas.microsoft.com/office/drawing/2014/main" id="{74A867A3-CD26-2D66-321A-5FAF9A183494}"/>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9169199" y="331119"/>
            <a:ext cx="2679700" cy="406400"/>
          </a:xfrm>
          <a:prstGeom prst="rect">
            <a:avLst/>
          </a:prstGeom>
        </p:spPr>
      </p:pic>
    </p:spTree>
    <p:extLst>
      <p:ext uri="{BB962C8B-B14F-4D97-AF65-F5344CB8AC3E}">
        <p14:creationId xmlns:p14="http://schemas.microsoft.com/office/powerpoint/2010/main" val="2296294239"/>
      </p:ext>
    </p:extLst>
  </p:cSld>
  <p:clrMapOvr>
    <a:masterClrMapping/>
  </p:clrMapOvr>
  <p:extLst>
    <p:ext uri="{DCECCB84-F9BA-43D5-87BE-67443E8EF086}">
      <p15:sldGuideLst xmlns:p15="http://schemas.microsoft.com/office/powerpoint/2012/main">
        <p15:guide id="1" orient="horz" pos="210" userDrawn="1">
          <p15:clr>
            <a:srgbClr val="FBAE40"/>
          </p15:clr>
        </p15:guide>
        <p15:guide id="2" orient="horz" pos="414" userDrawn="1">
          <p15:clr>
            <a:srgbClr val="FBAE40"/>
          </p15:clr>
        </p15:guide>
        <p15:guide id="3" orient="horz" pos="618" userDrawn="1">
          <p15:clr>
            <a:srgbClr val="FBAE40"/>
          </p15:clr>
        </p15:guide>
        <p15:guide id="4" orient="horz" pos="4110" userDrawn="1">
          <p15:clr>
            <a:srgbClr val="FBAE40"/>
          </p15:clr>
        </p15:guide>
        <p15:guide id="5" orient="horz" pos="3906" userDrawn="1">
          <p15:clr>
            <a:srgbClr val="FBAE40"/>
          </p15:clr>
        </p15:guide>
        <p15:guide id="6" pos="211" userDrawn="1">
          <p15:clr>
            <a:srgbClr val="FBAE40"/>
          </p15:clr>
        </p15:guide>
        <p15:guide id="7" pos="415"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Breaker 1">
    <p:bg>
      <p:bgPr>
        <a:solidFill>
          <a:schemeClr val="tx1"/>
        </a:solidFill>
        <a:effectLst/>
      </p:bgPr>
    </p:bg>
    <p:spTree>
      <p:nvGrpSpPr>
        <p:cNvPr id="1" name=""/>
        <p:cNvGrpSpPr/>
        <p:nvPr/>
      </p:nvGrpSpPr>
      <p:grpSpPr>
        <a:xfrm>
          <a:off x="0" y="0"/>
          <a:ext cx="0" cy="0"/>
          <a:chOff x="0" y="0"/>
          <a:chExt cx="0" cy="0"/>
        </a:xfrm>
      </p:grpSpPr>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Slide Number Placeholder 6">
            <a:extLst>
              <a:ext uri="{FF2B5EF4-FFF2-40B4-BE49-F238E27FC236}">
                <a16:creationId xmlns:a16="http://schemas.microsoft.com/office/drawing/2014/main" id="{5EF6DAF4-D814-3A51-BB97-077A69144036}"/>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grpSp>
        <p:nvGrpSpPr>
          <p:cNvPr id="9" name="Graphic 4">
            <a:extLst>
              <a:ext uri="{FF2B5EF4-FFF2-40B4-BE49-F238E27FC236}">
                <a16:creationId xmlns:a16="http://schemas.microsoft.com/office/drawing/2014/main" id="{CE6E3257-CB72-6AE3-1388-931EF6343F88}"/>
              </a:ext>
            </a:extLst>
          </p:cNvPr>
          <p:cNvGrpSpPr>
            <a:grpSpLocks noChangeAspect="1"/>
          </p:cNvGrpSpPr>
          <p:nvPr userDrawn="1"/>
        </p:nvGrpSpPr>
        <p:grpSpPr>
          <a:xfrm>
            <a:off x="8733924" y="703607"/>
            <a:ext cx="2520228" cy="2520000"/>
            <a:chOff x="9434512" y="4160044"/>
            <a:chExt cx="1066800" cy="1066704"/>
          </a:xfrm>
        </p:grpSpPr>
        <p:grpSp>
          <p:nvGrpSpPr>
            <p:cNvPr id="10" name="Graphic 4">
              <a:extLst>
                <a:ext uri="{FF2B5EF4-FFF2-40B4-BE49-F238E27FC236}">
                  <a16:creationId xmlns:a16="http://schemas.microsoft.com/office/drawing/2014/main" id="{9E9AD214-CF3C-28E8-5A7A-16AC0CA28453}"/>
                </a:ext>
              </a:extLst>
            </p:cNvPr>
            <p:cNvGrpSpPr/>
            <p:nvPr/>
          </p:nvGrpSpPr>
          <p:grpSpPr>
            <a:xfrm>
              <a:off x="9434512" y="4160044"/>
              <a:ext cx="1066800" cy="1066704"/>
              <a:chOff x="9434512" y="4160044"/>
              <a:chExt cx="1066800" cy="1066704"/>
            </a:xfrm>
          </p:grpSpPr>
          <p:sp>
            <p:nvSpPr>
              <p:cNvPr id="15" name="Freeform 14">
                <a:extLst>
                  <a:ext uri="{FF2B5EF4-FFF2-40B4-BE49-F238E27FC236}">
                    <a16:creationId xmlns:a16="http://schemas.microsoft.com/office/drawing/2014/main" id="{69652BC3-BB03-29AC-A0BA-4C6D53802AD4}"/>
                  </a:ext>
                </a:extLst>
              </p:cNvPr>
              <p:cNvSpPr/>
              <p:nvPr/>
            </p:nvSpPr>
            <p:spPr>
              <a:xfrm>
                <a:off x="10351102" y="4336923"/>
                <a:ext cx="150209" cy="712755"/>
              </a:xfrm>
              <a:custGeom>
                <a:avLst/>
                <a:gdLst>
                  <a:gd name="connsiteX0" fmla="*/ 13621 w 150209"/>
                  <a:gd name="connsiteY0" fmla="*/ 95 h 712755"/>
                  <a:gd name="connsiteX1" fmla="*/ 0 w 150209"/>
                  <a:gd name="connsiteY1" fmla="*/ 13716 h 712755"/>
                  <a:gd name="connsiteX2" fmla="*/ 131254 w 150209"/>
                  <a:gd name="connsiteY2" fmla="*/ 356426 h 712755"/>
                  <a:gd name="connsiteX3" fmla="*/ 0 w 150209"/>
                  <a:gd name="connsiteY3" fmla="*/ 699135 h 712755"/>
                  <a:gd name="connsiteX4" fmla="*/ 13621 w 150209"/>
                  <a:gd name="connsiteY4" fmla="*/ 712756 h 712755"/>
                  <a:gd name="connsiteX5" fmla="*/ 150209 w 150209"/>
                  <a:gd name="connsiteY5" fmla="*/ 356426 h 712755"/>
                  <a:gd name="connsiteX6" fmla="*/ 13621 w 150209"/>
                  <a:gd name="connsiteY6" fmla="*/ 0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209" h="712755">
                    <a:moveTo>
                      <a:pt x="13621" y="95"/>
                    </a:moveTo>
                    <a:lnTo>
                      <a:pt x="0" y="13716"/>
                    </a:lnTo>
                    <a:cubicBezTo>
                      <a:pt x="81534" y="104775"/>
                      <a:pt x="131254" y="224885"/>
                      <a:pt x="131254" y="356426"/>
                    </a:cubicBezTo>
                    <a:cubicBezTo>
                      <a:pt x="131254" y="487966"/>
                      <a:pt x="81534" y="608076"/>
                      <a:pt x="0" y="699135"/>
                    </a:cubicBezTo>
                    <a:lnTo>
                      <a:pt x="13621" y="712756"/>
                    </a:lnTo>
                    <a:cubicBezTo>
                      <a:pt x="98488" y="618268"/>
                      <a:pt x="150209" y="493395"/>
                      <a:pt x="150209" y="356426"/>
                    </a:cubicBezTo>
                    <a:cubicBezTo>
                      <a:pt x="150209" y="219456"/>
                      <a:pt x="98488" y="94488"/>
                      <a:pt x="13621" y="0"/>
                    </a:cubicBezTo>
                    <a:close/>
                  </a:path>
                </a:pathLst>
              </a:custGeom>
              <a:solidFill>
                <a:srgbClr val="85BC20"/>
              </a:solidFill>
              <a:ln w="0" cap="flat">
                <a:noFill/>
                <a:prstDash val="solid"/>
                <a:miter/>
              </a:ln>
            </p:spPr>
            <p:txBody>
              <a:bodyPr rtlCol="0" anchor="ctr"/>
              <a:lstStyle/>
              <a:p>
                <a:endParaRPr lang="en-NL"/>
              </a:p>
            </p:txBody>
          </p:sp>
          <p:sp>
            <p:nvSpPr>
              <p:cNvPr id="16" name="Freeform 15">
                <a:extLst>
                  <a:ext uri="{FF2B5EF4-FFF2-40B4-BE49-F238E27FC236}">
                    <a16:creationId xmlns:a16="http://schemas.microsoft.com/office/drawing/2014/main" id="{F7D03B2B-7482-896F-96BA-C0575B7AD901}"/>
                  </a:ext>
                </a:extLst>
              </p:cNvPr>
              <p:cNvSpPr/>
              <p:nvPr/>
            </p:nvSpPr>
            <p:spPr>
              <a:xfrm>
                <a:off x="9611581" y="5076539"/>
                <a:ext cx="712755" cy="150209"/>
              </a:xfrm>
              <a:custGeom>
                <a:avLst/>
                <a:gdLst>
                  <a:gd name="connsiteX0" fmla="*/ 699040 w 712755"/>
                  <a:gd name="connsiteY0" fmla="*/ 0 h 150209"/>
                  <a:gd name="connsiteX1" fmla="*/ 356330 w 712755"/>
                  <a:gd name="connsiteY1" fmla="*/ 131254 h 150209"/>
                  <a:gd name="connsiteX2" fmla="*/ 13621 w 712755"/>
                  <a:gd name="connsiteY2" fmla="*/ 0 h 150209"/>
                  <a:gd name="connsiteX3" fmla="*/ 0 w 712755"/>
                  <a:gd name="connsiteY3" fmla="*/ 13621 h 150209"/>
                  <a:gd name="connsiteX4" fmla="*/ 356330 w 712755"/>
                  <a:gd name="connsiteY4" fmla="*/ 150209 h 150209"/>
                  <a:gd name="connsiteX5" fmla="*/ 712756 w 712755"/>
                  <a:gd name="connsiteY5" fmla="*/ 13621 h 150209"/>
                  <a:gd name="connsiteX6" fmla="*/ 699135 w 712755"/>
                  <a:gd name="connsiteY6" fmla="*/ 0 h 150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209">
                    <a:moveTo>
                      <a:pt x="699040" y="0"/>
                    </a:moveTo>
                    <a:cubicBezTo>
                      <a:pt x="607981" y="81534"/>
                      <a:pt x="487870" y="131254"/>
                      <a:pt x="356330" y="131254"/>
                    </a:cubicBezTo>
                    <a:cubicBezTo>
                      <a:pt x="224790" y="131254"/>
                      <a:pt x="104680" y="81534"/>
                      <a:pt x="13621" y="0"/>
                    </a:cubicBezTo>
                    <a:lnTo>
                      <a:pt x="0" y="13621"/>
                    </a:lnTo>
                    <a:cubicBezTo>
                      <a:pt x="94488" y="98488"/>
                      <a:pt x="219361" y="150209"/>
                      <a:pt x="356330" y="150209"/>
                    </a:cubicBezTo>
                    <a:cubicBezTo>
                      <a:pt x="493300" y="150209"/>
                      <a:pt x="618268" y="98488"/>
                      <a:pt x="712756" y="13621"/>
                    </a:cubicBezTo>
                    <a:lnTo>
                      <a:pt x="699135" y="0"/>
                    </a:lnTo>
                    <a:close/>
                  </a:path>
                </a:pathLst>
              </a:custGeom>
              <a:solidFill>
                <a:schemeClr val="bg1"/>
              </a:solidFill>
              <a:ln w="0" cap="flat">
                <a:noFill/>
                <a:prstDash val="solid"/>
                <a:miter/>
              </a:ln>
            </p:spPr>
            <p:txBody>
              <a:bodyPr rtlCol="0" anchor="ctr"/>
              <a:lstStyle/>
              <a:p>
                <a:endParaRPr lang="en-NL"/>
              </a:p>
            </p:txBody>
          </p:sp>
          <p:sp>
            <p:nvSpPr>
              <p:cNvPr id="17" name="Freeform 16">
                <a:extLst>
                  <a:ext uri="{FF2B5EF4-FFF2-40B4-BE49-F238E27FC236}">
                    <a16:creationId xmlns:a16="http://schemas.microsoft.com/office/drawing/2014/main" id="{6BC6CEFB-46C0-BC8B-DB94-9B987894F2AD}"/>
                  </a:ext>
                </a:extLst>
              </p:cNvPr>
              <p:cNvSpPr/>
              <p:nvPr/>
            </p:nvSpPr>
            <p:spPr>
              <a:xfrm>
                <a:off x="9611486" y="4160044"/>
                <a:ext cx="712755" cy="150304"/>
              </a:xfrm>
              <a:custGeom>
                <a:avLst/>
                <a:gdLst>
                  <a:gd name="connsiteX0" fmla="*/ 13716 w 712755"/>
                  <a:gd name="connsiteY0" fmla="*/ 150305 h 150304"/>
                  <a:gd name="connsiteX1" fmla="*/ 356426 w 712755"/>
                  <a:gd name="connsiteY1" fmla="*/ 19050 h 150304"/>
                  <a:gd name="connsiteX2" fmla="*/ 699135 w 712755"/>
                  <a:gd name="connsiteY2" fmla="*/ 150305 h 150304"/>
                  <a:gd name="connsiteX3" fmla="*/ 712756 w 712755"/>
                  <a:gd name="connsiteY3" fmla="*/ 136684 h 150304"/>
                  <a:gd name="connsiteX4" fmla="*/ 356426 w 712755"/>
                  <a:gd name="connsiteY4" fmla="*/ 0 h 150304"/>
                  <a:gd name="connsiteX5" fmla="*/ 0 w 712755"/>
                  <a:gd name="connsiteY5" fmla="*/ 136589 h 150304"/>
                  <a:gd name="connsiteX6" fmla="*/ 13716 w 712755"/>
                  <a:gd name="connsiteY6" fmla="*/ 150305 h 15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304">
                    <a:moveTo>
                      <a:pt x="13716" y="150305"/>
                    </a:moveTo>
                    <a:cubicBezTo>
                      <a:pt x="104775" y="68771"/>
                      <a:pt x="224885" y="19050"/>
                      <a:pt x="356426" y="19050"/>
                    </a:cubicBezTo>
                    <a:cubicBezTo>
                      <a:pt x="487966" y="19050"/>
                      <a:pt x="608076" y="68771"/>
                      <a:pt x="699135" y="150305"/>
                    </a:cubicBezTo>
                    <a:lnTo>
                      <a:pt x="712756" y="136684"/>
                    </a:lnTo>
                    <a:cubicBezTo>
                      <a:pt x="618363" y="51721"/>
                      <a:pt x="493395" y="0"/>
                      <a:pt x="356426" y="0"/>
                    </a:cubicBezTo>
                    <a:cubicBezTo>
                      <a:pt x="219456" y="0"/>
                      <a:pt x="94488" y="51721"/>
                      <a:pt x="0" y="136589"/>
                    </a:cubicBezTo>
                    <a:lnTo>
                      <a:pt x="13716" y="150305"/>
                    </a:lnTo>
                    <a:close/>
                  </a:path>
                </a:pathLst>
              </a:custGeom>
              <a:solidFill>
                <a:srgbClr val="E5202E"/>
              </a:solidFill>
              <a:ln w="0" cap="flat">
                <a:noFill/>
                <a:prstDash val="solid"/>
                <a:miter/>
              </a:ln>
            </p:spPr>
            <p:txBody>
              <a:bodyPr rtlCol="0" anchor="ctr"/>
              <a:lstStyle/>
              <a:p>
                <a:endParaRPr lang="en-NL"/>
              </a:p>
            </p:txBody>
          </p:sp>
          <p:sp>
            <p:nvSpPr>
              <p:cNvPr id="18" name="Freeform 17">
                <a:extLst>
                  <a:ext uri="{FF2B5EF4-FFF2-40B4-BE49-F238E27FC236}">
                    <a16:creationId xmlns:a16="http://schemas.microsoft.com/office/drawing/2014/main" id="{3EBADF5E-C1F8-FA87-E6DE-B6820621D66D}"/>
                  </a:ext>
                </a:extLst>
              </p:cNvPr>
              <p:cNvSpPr/>
              <p:nvPr/>
            </p:nvSpPr>
            <p:spPr>
              <a:xfrm>
                <a:off x="9434512" y="4337113"/>
                <a:ext cx="150304" cy="712755"/>
              </a:xfrm>
              <a:custGeom>
                <a:avLst/>
                <a:gdLst>
                  <a:gd name="connsiteX0" fmla="*/ 150305 w 150304"/>
                  <a:gd name="connsiteY0" fmla="*/ 699040 h 712755"/>
                  <a:gd name="connsiteX1" fmla="*/ 19050 w 150304"/>
                  <a:gd name="connsiteY1" fmla="*/ 356330 h 712755"/>
                  <a:gd name="connsiteX2" fmla="*/ 150305 w 150304"/>
                  <a:gd name="connsiteY2" fmla="*/ 13621 h 712755"/>
                  <a:gd name="connsiteX3" fmla="*/ 136684 w 150304"/>
                  <a:gd name="connsiteY3" fmla="*/ 0 h 712755"/>
                  <a:gd name="connsiteX4" fmla="*/ 0 w 150304"/>
                  <a:gd name="connsiteY4" fmla="*/ 356330 h 712755"/>
                  <a:gd name="connsiteX5" fmla="*/ 136589 w 150304"/>
                  <a:gd name="connsiteY5" fmla="*/ 712756 h 712755"/>
                  <a:gd name="connsiteX6" fmla="*/ 150305 w 150304"/>
                  <a:gd name="connsiteY6" fmla="*/ 699135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304" h="712755">
                    <a:moveTo>
                      <a:pt x="150305" y="699040"/>
                    </a:moveTo>
                    <a:cubicBezTo>
                      <a:pt x="68771" y="607981"/>
                      <a:pt x="19050" y="487870"/>
                      <a:pt x="19050" y="356330"/>
                    </a:cubicBezTo>
                    <a:cubicBezTo>
                      <a:pt x="19050" y="224790"/>
                      <a:pt x="68771" y="104680"/>
                      <a:pt x="150305" y="13621"/>
                    </a:cubicBezTo>
                    <a:lnTo>
                      <a:pt x="136684" y="0"/>
                    </a:lnTo>
                    <a:cubicBezTo>
                      <a:pt x="51721" y="94393"/>
                      <a:pt x="0" y="219361"/>
                      <a:pt x="0" y="356330"/>
                    </a:cubicBezTo>
                    <a:cubicBezTo>
                      <a:pt x="0" y="493300"/>
                      <a:pt x="51721" y="618268"/>
                      <a:pt x="136589" y="712756"/>
                    </a:cubicBezTo>
                    <a:lnTo>
                      <a:pt x="150305" y="699135"/>
                    </a:lnTo>
                    <a:close/>
                  </a:path>
                </a:pathLst>
              </a:custGeom>
              <a:solidFill>
                <a:srgbClr val="007AC3"/>
              </a:solidFill>
              <a:ln w="0" cap="flat">
                <a:noFill/>
                <a:prstDash val="solid"/>
                <a:miter/>
              </a:ln>
            </p:spPr>
            <p:txBody>
              <a:bodyPr rtlCol="0" anchor="ctr"/>
              <a:lstStyle/>
              <a:p>
                <a:endParaRPr lang="en-NL"/>
              </a:p>
            </p:txBody>
          </p:sp>
        </p:grpSp>
        <p:sp>
          <p:nvSpPr>
            <p:cNvPr id="11" name="Freeform 10">
              <a:extLst>
                <a:ext uri="{FF2B5EF4-FFF2-40B4-BE49-F238E27FC236}">
                  <a16:creationId xmlns:a16="http://schemas.microsoft.com/office/drawing/2014/main" id="{1A4C194F-AB50-06CE-4B53-4AFB0B5E023C}"/>
                </a:ext>
              </a:extLst>
            </p:cNvPr>
            <p:cNvSpPr/>
            <p:nvPr/>
          </p:nvSpPr>
          <p:spPr>
            <a:xfrm>
              <a:off x="9819226" y="4658487"/>
              <a:ext cx="220598" cy="318230"/>
            </a:xfrm>
            <a:custGeom>
              <a:avLst/>
              <a:gdLst>
                <a:gd name="connsiteX0" fmla="*/ 220599 w 220598"/>
                <a:gd name="connsiteY0" fmla="*/ 318230 h 318230"/>
                <a:gd name="connsiteX1" fmla="*/ 201549 w 220598"/>
                <a:gd name="connsiteY1" fmla="*/ 318230 h 318230"/>
                <a:gd name="connsiteX2" fmla="*/ 201549 w 220598"/>
                <a:gd name="connsiteY2" fmla="*/ 21717 h 318230"/>
                <a:gd name="connsiteX3" fmla="*/ 2477 w 220598"/>
                <a:gd name="connsiteY3" fmla="*/ 48101 h 318230"/>
                <a:gd name="connsiteX4" fmla="*/ 0 w 220598"/>
                <a:gd name="connsiteY4" fmla="*/ 29242 h 318230"/>
                <a:gd name="connsiteX5" fmla="*/ 220599 w 220598"/>
                <a:gd name="connsiteY5" fmla="*/ 0 h 318230"/>
                <a:gd name="connsiteX6" fmla="*/ 220599 w 220598"/>
                <a:gd name="connsiteY6" fmla="*/ 318230 h 318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0598" h="318230">
                  <a:moveTo>
                    <a:pt x="220599" y="318230"/>
                  </a:moveTo>
                  <a:lnTo>
                    <a:pt x="201549" y="318230"/>
                  </a:lnTo>
                  <a:lnTo>
                    <a:pt x="201549" y="21717"/>
                  </a:lnTo>
                  <a:lnTo>
                    <a:pt x="2477" y="48101"/>
                  </a:lnTo>
                  <a:lnTo>
                    <a:pt x="0" y="29242"/>
                  </a:lnTo>
                  <a:lnTo>
                    <a:pt x="220599" y="0"/>
                  </a:lnTo>
                  <a:lnTo>
                    <a:pt x="220599" y="318230"/>
                  </a:lnTo>
                  <a:close/>
                </a:path>
              </a:pathLst>
            </a:custGeom>
            <a:solidFill>
              <a:srgbClr val="85BC20"/>
            </a:solidFill>
            <a:ln w="0" cap="flat">
              <a:noFill/>
              <a:prstDash val="solid"/>
              <a:miter/>
            </a:ln>
          </p:spPr>
          <p:txBody>
            <a:bodyPr rtlCol="0" anchor="ctr"/>
            <a:lstStyle/>
            <a:p>
              <a:endParaRPr lang="en-NL"/>
            </a:p>
          </p:txBody>
        </p:sp>
        <p:sp>
          <p:nvSpPr>
            <p:cNvPr id="12" name="Freeform 11">
              <a:extLst>
                <a:ext uri="{FF2B5EF4-FFF2-40B4-BE49-F238E27FC236}">
                  <a16:creationId xmlns:a16="http://schemas.microsoft.com/office/drawing/2014/main" id="{FBE0E5FF-D1C0-D0E5-316C-5BF96686292C}"/>
                </a:ext>
              </a:extLst>
            </p:cNvPr>
            <p:cNvSpPr/>
            <p:nvPr/>
          </p:nvSpPr>
          <p:spPr>
            <a:xfrm>
              <a:off x="9913905" y="4712589"/>
              <a:ext cx="18287" cy="264128"/>
            </a:xfrm>
            <a:custGeom>
              <a:avLst/>
              <a:gdLst>
                <a:gd name="connsiteX0" fmla="*/ 18288 w 18287"/>
                <a:gd name="connsiteY0" fmla="*/ 264128 h 264128"/>
                <a:gd name="connsiteX1" fmla="*/ 0 w 18287"/>
                <a:gd name="connsiteY1" fmla="*/ 264128 h 264128"/>
                <a:gd name="connsiteX2" fmla="*/ 0 w 18287"/>
                <a:gd name="connsiteY2" fmla="*/ 2477 h 264128"/>
                <a:gd name="connsiteX3" fmla="*/ 18288 w 18287"/>
                <a:gd name="connsiteY3" fmla="*/ 0 h 264128"/>
                <a:gd name="connsiteX4" fmla="*/ 18288 w 18287"/>
                <a:gd name="connsiteY4" fmla="*/ 264128 h 264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87" h="264128">
                  <a:moveTo>
                    <a:pt x="18288" y="264128"/>
                  </a:moveTo>
                  <a:lnTo>
                    <a:pt x="0" y="264128"/>
                  </a:lnTo>
                  <a:lnTo>
                    <a:pt x="0" y="2477"/>
                  </a:lnTo>
                  <a:lnTo>
                    <a:pt x="18288" y="0"/>
                  </a:lnTo>
                  <a:lnTo>
                    <a:pt x="18288" y="264128"/>
                  </a:lnTo>
                  <a:close/>
                </a:path>
              </a:pathLst>
            </a:custGeom>
            <a:solidFill>
              <a:srgbClr val="E5202E"/>
            </a:solidFill>
            <a:ln w="0" cap="flat">
              <a:noFill/>
              <a:prstDash val="solid"/>
              <a:miter/>
            </a:ln>
          </p:spPr>
          <p:txBody>
            <a:bodyPr rtlCol="0" anchor="ctr"/>
            <a:lstStyle/>
            <a:p>
              <a:endParaRPr lang="en-NL"/>
            </a:p>
          </p:txBody>
        </p:sp>
        <p:sp>
          <p:nvSpPr>
            <p:cNvPr id="13" name="Freeform 12">
              <a:extLst>
                <a:ext uri="{FF2B5EF4-FFF2-40B4-BE49-F238E27FC236}">
                  <a16:creationId xmlns:a16="http://schemas.microsoft.com/office/drawing/2014/main" id="{0E0460FD-5B5E-9834-F4D7-2492BF2016AB}"/>
                </a:ext>
              </a:extLst>
            </p:cNvPr>
            <p:cNvSpPr/>
            <p:nvPr/>
          </p:nvSpPr>
          <p:spPr>
            <a:xfrm>
              <a:off x="9848563" y="4369879"/>
              <a:ext cx="238696" cy="238696"/>
            </a:xfrm>
            <a:custGeom>
              <a:avLst/>
              <a:gdLst>
                <a:gd name="connsiteX0" fmla="*/ 119348 w 238696"/>
                <a:gd name="connsiteY0" fmla="*/ 238697 h 238696"/>
                <a:gd name="connsiteX1" fmla="*/ 0 w 238696"/>
                <a:gd name="connsiteY1" fmla="*/ 119348 h 238696"/>
                <a:gd name="connsiteX2" fmla="*/ 119348 w 238696"/>
                <a:gd name="connsiteY2" fmla="*/ 0 h 238696"/>
                <a:gd name="connsiteX3" fmla="*/ 238696 w 238696"/>
                <a:gd name="connsiteY3" fmla="*/ 119348 h 238696"/>
                <a:gd name="connsiteX4" fmla="*/ 119348 w 238696"/>
                <a:gd name="connsiteY4" fmla="*/ 238697 h 238696"/>
                <a:gd name="connsiteX5" fmla="*/ 119348 w 238696"/>
                <a:gd name="connsiteY5" fmla="*/ 18955 h 238696"/>
                <a:gd name="connsiteX6" fmla="*/ 19050 w 238696"/>
                <a:gd name="connsiteY6" fmla="*/ 119253 h 238696"/>
                <a:gd name="connsiteX7" fmla="*/ 119348 w 238696"/>
                <a:gd name="connsiteY7" fmla="*/ 219551 h 238696"/>
                <a:gd name="connsiteX8" fmla="*/ 219646 w 238696"/>
                <a:gd name="connsiteY8" fmla="*/ 119253 h 238696"/>
                <a:gd name="connsiteX9" fmla="*/ 119348 w 238696"/>
                <a:gd name="connsiteY9" fmla="*/ 18955 h 23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8696" h="238696">
                  <a:moveTo>
                    <a:pt x="119348" y="238697"/>
                  </a:moveTo>
                  <a:cubicBezTo>
                    <a:pt x="53530" y="238697"/>
                    <a:pt x="0" y="185166"/>
                    <a:pt x="0" y="119348"/>
                  </a:cubicBezTo>
                  <a:cubicBezTo>
                    <a:pt x="0" y="53530"/>
                    <a:pt x="53530" y="0"/>
                    <a:pt x="119348" y="0"/>
                  </a:cubicBezTo>
                  <a:cubicBezTo>
                    <a:pt x="185166" y="0"/>
                    <a:pt x="238696" y="53530"/>
                    <a:pt x="238696" y="119348"/>
                  </a:cubicBezTo>
                  <a:cubicBezTo>
                    <a:pt x="238696" y="185166"/>
                    <a:pt x="185166" y="238697"/>
                    <a:pt x="119348" y="238697"/>
                  </a:cubicBezTo>
                  <a:close/>
                  <a:moveTo>
                    <a:pt x="119348" y="18955"/>
                  </a:moveTo>
                  <a:cubicBezTo>
                    <a:pt x="64008" y="18955"/>
                    <a:pt x="19050" y="63913"/>
                    <a:pt x="19050" y="119253"/>
                  </a:cubicBezTo>
                  <a:cubicBezTo>
                    <a:pt x="19050" y="174593"/>
                    <a:pt x="64008" y="219551"/>
                    <a:pt x="119348" y="219551"/>
                  </a:cubicBezTo>
                  <a:cubicBezTo>
                    <a:pt x="174689" y="219551"/>
                    <a:pt x="219646" y="174593"/>
                    <a:pt x="219646" y="119253"/>
                  </a:cubicBezTo>
                  <a:cubicBezTo>
                    <a:pt x="219646" y="63913"/>
                    <a:pt x="174689" y="18955"/>
                    <a:pt x="119348" y="18955"/>
                  </a:cubicBezTo>
                  <a:close/>
                </a:path>
              </a:pathLst>
            </a:custGeom>
            <a:solidFill>
              <a:schemeClr val="bg1"/>
            </a:solidFill>
            <a:ln w="0" cap="flat">
              <a:noFill/>
              <a:prstDash val="solid"/>
              <a:miter/>
            </a:ln>
          </p:spPr>
          <p:txBody>
            <a:bodyPr rtlCol="0" anchor="ctr"/>
            <a:lstStyle/>
            <a:p>
              <a:endParaRPr lang="en-NL"/>
            </a:p>
          </p:txBody>
        </p:sp>
        <p:sp>
          <p:nvSpPr>
            <p:cNvPr id="14" name="Freeform 13">
              <a:extLst>
                <a:ext uri="{FF2B5EF4-FFF2-40B4-BE49-F238E27FC236}">
                  <a16:creationId xmlns:a16="http://schemas.microsoft.com/office/drawing/2014/main" id="{D4FF663A-6C7E-1603-C211-DA06469A2C27}"/>
                </a:ext>
              </a:extLst>
            </p:cNvPr>
            <p:cNvSpPr/>
            <p:nvPr/>
          </p:nvSpPr>
          <p:spPr>
            <a:xfrm>
              <a:off x="9820465" y="4998148"/>
              <a:ext cx="295275" cy="21621"/>
            </a:xfrm>
            <a:custGeom>
              <a:avLst/>
              <a:gdLst>
                <a:gd name="connsiteX0" fmla="*/ 0 w 295275"/>
                <a:gd name="connsiteY0" fmla="*/ 0 h 21621"/>
                <a:gd name="connsiteX1" fmla="*/ 295275 w 295275"/>
                <a:gd name="connsiteY1" fmla="*/ 0 h 21621"/>
                <a:gd name="connsiteX2" fmla="*/ 295275 w 295275"/>
                <a:gd name="connsiteY2" fmla="*/ 21622 h 21621"/>
                <a:gd name="connsiteX3" fmla="*/ 0 w 295275"/>
                <a:gd name="connsiteY3" fmla="*/ 21622 h 21621"/>
              </a:gdLst>
              <a:ahLst/>
              <a:cxnLst>
                <a:cxn ang="0">
                  <a:pos x="connsiteX0" y="connsiteY0"/>
                </a:cxn>
                <a:cxn ang="0">
                  <a:pos x="connsiteX1" y="connsiteY1"/>
                </a:cxn>
                <a:cxn ang="0">
                  <a:pos x="connsiteX2" y="connsiteY2"/>
                </a:cxn>
                <a:cxn ang="0">
                  <a:pos x="connsiteX3" y="connsiteY3"/>
                </a:cxn>
              </a:cxnLst>
              <a:rect l="l" t="t" r="r" b="b"/>
              <a:pathLst>
                <a:path w="295275" h="21621">
                  <a:moveTo>
                    <a:pt x="0" y="0"/>
                  </a:moveTo>
                  <a:lnTo>
                    <a:pt x="295275" y="0"/>
                  </a:lnTo>
                  <a:lnTo>
                    <a:pt x="295275" y="21622"/>
                  </a:lnTo>
                  <a:lnTo>
                    <a:pt x="0" y="21622"/>
                  </a:lnTo>
                  <a:close/>
                </a:path>
              </a:pathLst>
            </a:custGeom>
            <a:solidFill>
              <a:srgbClr val="007AC3"/>
            </a:solidFill>
            <a:ln w="0" cap="flat">
              <a:noFill/>
              <a:prstDash val="solid"/>
              <a:miter/>
            </a:ln>
          </p:spPr>
          <p:txBody>
            <a:bodyPr rtlCol="0" anchor="ctr"/>
            <a:lstStyle/>
            <a:p>
              <a:endParaRPr lang="en-NL"/>
            </a:p>
          </p:txBody>
        </p:sp>
      </p:grpSp>
      <p:sp>
        <p:nvSpPr>
          <p:cNvPr id="19" name="Title 1">
            <a:extLst>
              <a:ext uri="{FF2B5EF4-FFF2-40B4-BE49-F238E27FC236}">
                <a16:creationId xmlns:a16="http://schemas.microsoft.com/office/drawing/2014/main" id="{BF125D25-54F9-BAB5-AAD1-36D65CF34DC4}"/>
              </a:ext>
            </a:extLst>
          </p:cNvPr>
          <p:cNvSpPr>
            <a:spLocks noGrp="1"/>
          </p:cNvSpPr>
          <p:nvPr>
            <p:ph type="title"/>
          </p:nvPr>
        </p:nvSpPr>
        <p:spPr>
          <a:xfrm>
            <a:off x="242969" y="519957"/>
            <a:ext cx="7716032" cy="933935"/>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20" name="Content Placeholder 4">
            <a:extLst>
              <a:ext uri="{FF2B5EF4-FFF2-40B4-BE49-F238E27FC236}">
                <a16:creationId xmlns:a16="http://schemas.microsoft.com/office/drawing/2014/main" id="{7A632C23-4729-F59B-2E02-63AE18408413}"/>
              </a:ext>
            </a:extLst>
          </p:cNvPr>
          <p:cNvSpPr>
            <a:spLocks noGrp="1"/>
          </p:cNvSpPr>
          <p:nvPr>
            <p:ph sz="quarter" idx="19"/>
          </p:nvPr>
        </p:nvSpPr>
        <p:spPr>
          <a:xfrm>
            <a:off x="209835" y="1451739"/>
            <a:ext cx="7749165" cy="4749036"/>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jdelijke aanduiding voor voettekst 2">
            <a:extLst>
              <a:ext uri="{FF2B5EF4-FFF2-40B4-BE49-F238E27FC236}">
                <a16:creationId xmlns:a16="http://schemas.microsoft.com/office/drawing/2014/main" id="{3B6E73A7-457C-0B12-7AAF-5430AD60C173}"/>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4071364805"/>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6" orient="horz" pos="210">
          <p15:clr>
            <a:srgbClr val="FBAE40"/>
          </p15:clr>
        </p15:guide>
        <p15:guide id="7" orient="horz" pos="414" userDrawn="1">
          <p15:clr>
            <a:srgbClr val="FBAE40"/>
          </p15:clr>
        </p15:guide>
        <p15:guide id="8" orient="horz" pos="4110" userDrawn="1">
          <p15:clr>
            <a:srgbClr val="FBAE40"/>
          </p15:clr>
        </p15:guide>
        <p15:guide id="9" orient="horz" pos="3906" userDrawn="1">
          <p15:clr>
            <a:srgbClr val="FBAE40"/>
          </p15:clr>
        </p15:guide>
        <p15:guide id="10" orient="horz" pos="913"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Breaker 2">
    <p:bg>
      <p:bgPr>
        <a:solidFill>
          <a:schemeClr val="bg2"/>
        </a:solidFill>
        <a:effectLst/>
      </p:bgPr>
    </p:bg>
    <p:spTree>
      <p:nvGrpSpPr>
        <p:cNvPr id="1" name=""/>
        <p:cNvGrpSpPr/>
        <p:nvPr/>
      </p:nvGrpSpPr>
      <p:grpSpPr>
        <a:xfrm>
          <a:off x="0" y="0"/>
          <a:ext cx="0" cy="0"/>
          <a:chOff x="0" y="0"/>
          <a:chExt cx="0" cy="0"/>
        </a:xfrm>
      </p:grpSpPr>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2" name="Graphic 4">
            <a:extLst>
              <a:ext uri="{FF2B5EF4-FFF2-40B4-BE49-F238E27FC236}">
                <a16:creationId xmlns:a16="http://schemas.microsoft.com/office/drawing/2014/main" id="{7CB80173-6B89-2D95-3E86-2C60090637B0}"/>
              </a:ext>
            </a:extLst>
          </p:cNvPr>
          <p:cNvGrpSpPr>
            <a:grpSpLocks noChangeAspect="1"/>
          </p:cNvGrpSpPr>
          <p:nvPr userDrawn="1"/>
        </p:nvGrpSpPr>
        <p:grpSpPr>
          <a:xfrm>
            <a:off x="8733924" y="703607"/>
            <a:ext cx="2520228" cy="2520000"/>
            <a:chOff x="9434512" y="4160044"/>
            <a:chExt cx="1066800" cy="1066704"/>
          </a:xfrm>
        </p:grpSpPr>
        <p:grpSp>
          <p:nvGrpSpPr>
            <p:cNvPr id="3" name="Graphic 4">
              <a:extLst>
                <a:ext uri="{FF2B5EF4-FFF2-40B4-BE49-F238E27FC236}">
                  <a16:creationId xmlns:a16="http://schemas.microsoft.com/office/drawing/2014/main" id="{26DE93DF-5D7E-4CF9-7244-80B34421536F}"/>
                </a:ext>
              </a:extLst>
            </p:cNvPr>
            <p:cNvGrpSpPr/>
            <p:nvPr/>
          </p:nvGrpSpPr>
          <p:grpSpPr>
            <a:xfrm>
              <a:off x="9434512" y="4160044"/>
              <a:ext cx="1066800" cy="1066704"/>
              <a:chOff x="9434512" y="4160044"/>
              <a:chExt cx="1066800" cy="1066704"/>
            </a:xfrm>
          </p:grpSpPr>
          <p:sp>
            <p:nvSpPr>
              <p:cNvPr id="21" name="Freeform 20">
                <a:extLst>
                  <a:ext uri="{FF2B5EF4-FFF2-40B4-BE49-F238E27FC236}">
                    <a16:creationId xmlns:a16="http://schemas.microsoft.com/office/drawing/2014/main" id="{06403379-2038-B8D4-C1F3-D83122C72B27}"/>
                  </a:ext>
                </a:extLst>
              </p:cNvPr>
              <p:cNvSpPr/>
              <p:nvPr/>
            </p:nvSpPr>
            <p:spPr>
              <a:xfrm>
                <a:off x="10351102" y="4336923"/>
                <a:ext cx="150209" cy="712755"/>
              </a:xfrm>
              <a:custGeom>
                <a:avLst/>
                <a:gdLst>
                  <a:gd name="connsiteX0" fmla="*/ 13621 w 150209"/>
                  <a:gd name="connsiteY0" fmla="*/ 95 h 712755"/>
                  <a:gd name="connsiteX1" fmla="*/ 0 w 150209"/>
                  <a:gd name="connsiteY1" fmla="*/ 13716 h 712755"/>
                  <a:gd name="connsiteX2" fmla="*/ 131254 w 150209"/>
                  <a:gd name="connsiteY2" fmla="*/ 356426 h 712755"/>
                  <a:gd name="connsiteX3" fmla="*/ 0 w 150209"/>
                  <a:gd name="connsiteY3" fmla="*/ 699135 h 712755"/>
                  <a:gd name="connsiteX4" fmla="*/ 13621 w 150209"/>
                  <a:gd name="connsiteY4" fmla="*/ 712756 h 712755"/>
                  <a:gd name="connsiteX5" fmla="*/ 150209 w 150209"/>
                  <a:gd name="connsiteY5" fmla="*/ 356426 h 712755"/>
                  <a:gd name="connsiteX6" fmla="*/ 13621 w 150209"/>
                  <a:gd name="connsiteY6" fmla="*/ 0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209" h="712755">
                    <a:moveTo>
                      <a:pt x="13621" y="95"/>
                    </a:moveTo>
                    <a:lnTo>
                      <a:pt x="0" y="13716"/>
                    </a:lnTo>
                    <a:cubicBezTo>
                      <a:pt x="81534" y="104775"/>
                      <a:pt x="131254" y="224885"/>
                      <a:pt x="131254" y="356426"/>
                    </a:cubicBezTo>
                    <a:cubicBezTo>
                      <a:pt x="131254" y="487966"/>
                      <a:pt x="81534" y="608076"/>
                      <a:pt x="0" y="699135"/>
                    </a:cubicBezTo>
                    <a:lnTo>
                      <a:pt x="13621" y="712756"/>
                    </a:lnTo>
                    <a:cubicBezTo>
                      <a:pt x="98488" y="618268"/>
                      <a:pt x="150209" y="493395"/>
                      <a:pt x="150209" y="356426"/>
                    </a:cubicBezTo>
                    <a:cubicBezTo>
                      <a:pt x="150209" y="219456"/>
                      <a:pt x="98488" y="94488"/>
                      <a:pt x="13621" y="0"/>
                    </a:cubicBezTo>
                    <a:close/>
                  </a:path>
                </a:pathLst>
              </a:custGeom>
              <a:solidFill>
                <a:srgbClr val="85BC20"/>
              </a:solidFill>
              <a:ln w="0" cap="flat">
                <a:noFill/>
                <a:prstDash val="solid"/>
                <a:miter/>
              </a:ln>
            </p:spPr>
            <p:txBody>
              <a:bodyPr rtlCol="0" anchor="ctr"/>
              <a:lstStyle/>
              <a:p>
                <a:endParaRPr lang="en-NL"/>
              </a:p>
            </p:txBody>
          </p:sp>
          <p:sp>
            <p:nvSpPr>
              <p:cNvPr id="22" name="Freeform 21">
                <a:extLst>
                  <a:ext uri="{FF2B5EF4-FFF2-40B4-BE49-F238E27FC236}">
                    <a16:creationId xmlns:a16="http://schemas.microsoft.com/office/drawing/2014/main" id="{709C0394-BADD-1534-4474-4214505A7DF7}"/>
                  </a:ext>
                </a:extLst>
              </p:cNvPr>
              <p:cNvSpPr/>
              <p:nvPr/>
            </p:nvSpPr>
            <p:spPr>
              <a:xfrm>
                <a:off x="9611581" y="5076539"/>
                <a:ext cx="712755" cy="150209"/>
              </a:xfrm>
              <a:custGeom>
                <a:avLst/>
                <a:gdLst>
                  <a:gd name="connsiteX0" fmla="*/ 699040 w 712755"/>
                  <a:gd name="connsiteY0" fmla="*/ 0 h 150209"/>
                  <a:gd name="connsiteX1" fmla="*/ 356330 w 712755"/>
                  <a:gd name="connsiteY1" fmla="*/ 131254 h 150209"/>
                  <a:gd name="connsiteX2" fmla="*/ 13621 w 712755"/>
                  <a:gd name="connsiteY2" fmla="*/ 0 h 150209"/>
                  <a:gd name="connsiteX3" fmla="*/ 0 w 712755"/>
                  <a:gd name="connsiteY3" fmla="*/ 13621 h 150209"/>
                  <a:gd name="connsiteX4" fmla="*/ 356330 w 712755"/>
                  <a:gd name="connsiteY4" fmla="*/ 150209 h 150209"/>
                  <a:gd name="connsiteX5" fmla="*/ 712756 w 712755"/>
                  <a:gd name="connsiteY5" fmla="*/ 13621 h 150209"/>
                  <a:gd name="connsiteX6" fmla="*/ 699135 w 712755"/>
                  <a:gd name="connsiteY6" fmla="*/ 0 h 150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209">
                    <a:moveTo>
                      <a:pt x="699040" y="0"/>
                    </a:moveTo>
                    <a:cubicBezTo>
                      <a:pt x="607981" y="81534"/>
                      <a:pt x="487870" y="131254"/>
                      <a:pt x="356330" y="131254"/>
                    </a:cubicBezTo>
                    <a:cubicBezTo>
                      <a:pt x="224790" y="131254"/>
                      <a:pt x="104680" y="81534"/>
                      <a:pt x="13621" y="0"/>
                    </a:cubicBezTo>
                    <a:lnTo>
                      <a:pt x="0" y="13621"/>
                    </a:lnTo>
                    <a:cubicBezTo>
                      <a:pt x="94488" y="98488"/>
                      <a:pt x="219361" y="150209"/>
                      <a:pt x="356330" y="150209"/>
                    </a:cubicBezTo>
                    <a:cubicBezTo>
                      <a:pt x="493300" y="150209"/>
                      <a:pt x="618268" y="98488"/>
                      <a:pt x="712756" y="13621"/>
                    </a:cubicBezTo>
                    <a:lnTo>
                      <a:pt x="699135" y="0"/>
                    </a:lnTo>
                    <a:close/>
                  </a:path>
                </a:pathLst>
              </a:custGeom>
              <a:solidFill>
                <a:schemeClr val="tx1"/>
              </a:solidFill>
              <a:ln w="0" cap="flat">
                <a:noFill/>
                <a:prstDash val="solid"/>
                <a:miter/>
              </a:ln>
            </p:spPr>
            <p:txBody>
              <a:bodyPr rtlCol="0" anchor="ctr"/>
              <a:lstStyle/>
              <a:p>
                <a:endParaRPr lang="en-NL"/>
              </a:p>
            </p:txBody>
          </p:sp>
          <p:sp>
            <p:nvSpPr>
              <p:cNvPr id="23" name="Freeform 22">
                <a:extLst>
                  <a:ext uri="{FF2B5EF4-FFF2-40B4-BE49-F238E27FC236}">
                    <a16:creationId xmlns:a16="http://schemas.microsoft.com/office/drawing/2014/main" id="{3EC53F09-AA88-6232-B71A-90FF1C71B6FA}"/>
                  </a:ext>
                </a:extLst>
              </p:cNvPr>
              <p:cNvSpPr/>
              <p:nvPr/>
            </p:nvSpPr>
            <p:spPr>
              <a:xfrm>
                <a:off x="9611486" y="4160044"/>
                <a:ext cx="712755" cy="150304"/>
              </a:xfrm>
              <a:custGeom>
                <a:avLst/>
                <a:gdLst>
                  <a:gd name="connsiteX0" fmla="*/ 13716 w 712755"/>
                  <a:gd name="connsiteY0" fmla="*/ 150305 h 150304"/>
                  <a:gd name="connsiteX1" fmla="*/ 356426 w 712755"/>
                  <a:gd name="connsiteY1" fmla="*/ 19050 h 150304"/>
                  <a:gd name="connsiteX2" fmla="*/ 699135 w 712755"/>
                  <a:gd name="connsiteY2" fmla="*/ 150305 h 150304"/>
                  <a:gd name="connsiteX3" fmla="*/ 712756 w 712755"/>
                  <a:gd name="connsiteY3" fmla="*/ 136684 h 150304"/>
                  <a:gd name="connsiteX4" fmla="*/ 356426 w 712755"/>
                  <a:gd name="connsiteY4" fmla="*/ 0 h 150304"/>
                  <a:gd name="connsiteX5" fmla="*/ 0 w 712755"/>
                  <a:gd name="connsiteY5" fmla="*/ 136589 h 150304"/>
                  <a:gd name="connsiteX6" fmla="*/ 13716 w 712755"/>
                  <a:gd name="connsiteY6" fmla="*/ 150305 h 150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755" h="150304">
                    <a:moveTo>
                      <a:pt x="13716" y="150305"/>
                    </a:moveTo>
                    <a:cubicBezTo>
                      <a:pt x="104775" y="68771"/>
                      <a:pt x="224885" y="19050"/>
                      <a:pt x="356426" y="19050"/>
                    </a:cubicBezTo>
                    <a:cubicBezTo>
                      <a:pt x="487966" y="19050"/>
                      <a:pt x="608076" y="68771"/>
                      <a:pt x="699135" y="150305"/>
                    </a:cubicBezTo>
                    <a:lnTo>
                      <a:pt x="712756" y="136684"/>
                    </a:lnTo>
                    <a:cubicBezTo>
                      <a:pt x="618363" y="51721"/>
                      <a:pt x="493395" y="0"/>
                      <a:pt x="356426" y="0"/>
                    </a:cubicBezTo>
                    <a:cubicBezTo>
                      <a:pt x="219456" y="0"/>
                      <a:pt x="94488" y="51721"/>
                      <a:pt x="0" y="136589"/>
                    </a:cubicBezTo>
                    <a:lnTo>
                      <a:pt x="13716" y="150305"/>
                    </a:lnTo>
                    <a:close/>
                  </a:path>
                </a:pathLst>
              </a:custGeom>
              <a:solidFill>
                <a:srgbClr val="E5202E"/>
              </a:solidFill>
              <a:ln w="0" cap="flat">
                <a:noFill/>
                <a:prstDash val="solid"/>
                <a:miter/>
              </a:ln>
            </p:spPr>
            <p:txBody>
              <a:bodyPr rtlCol="0" anchor="ctr"/>
              <a:lstStyle/>
              <a:p>
                <a:endParaRPr lang="en-NL"/>
              </a:p>
            </p:txBody>
          </p:sp>
          <p:sp>
            <p:nvSpPr>
              <p:cNvPr id="24" name="Freeform 23">
                <a:extLst>
                  <a:ext uri="{FF2B5EF4-FFF2-40B4-BE49-F238E27FC236}">
                    <a16:creationId xmlns:a16="http://schemas.microsoft.com/office/drawing/2014/main" id="{0826462F-0673-47B7-46E3-AFA3D5565321}"/>
                  </a:ext>
                </a:extLst>
              </p:cNvPr>
              <p:cNvSpPr/>
              <p:nvPr/>
            </p:nvSpPr>
            <p:spPr>
              <a:xfrm>
                <a:off x="9434512" y="4337113"/>
                <a:ext cx="150304" cy="712755"/>
              </a:xfrm>
              <a:custGeom>
                <a:avLst/>
                <a:gdLst>
                  <a:gd name="connsiteX0" fmla="*/ 150305 w 150304"/>
                  <a:gd name="connsiteY0" fmla="*/ 699040 h 712755"/>
                  <a:gd name="connsiteX1" fmla="*/ 19050 w 150304"/>
                  <a:gd name="connsiteY1" fmla="*/ 356330 h 712755"/>
                  <a:gd name="connsiteX2" fmla="*/ 150305 w 150304"/>
                  <a:gd name="connsiteY2" fmla="*/ 13621 h 712755"/>
                  <a:gd name="connsiteX3" fmla="*/ 136684 w 150304"/>
                  <a:gd name="connsiteY3" fmla="*/ 0 h 712755"/>
                  <a:gd name="connsiteX4" fmla="*/ 0 w 150304"/>
                  <a:gd name="connsiteY4" fmla="*/ 356330 h 712755"/>
                  <a:gd name="connsiteX5" fmla="*/ 136589 w 150304"/>
                  <a:gd name="connsiteY5" fmla="*/ 712756 h 712755"/>
                  <a:gd name="connsiteX6" fmla="*/ 150305 w 150304"/>
                  <a:gd name="connsiteY6" fmla="*/ 699135 h 712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304" h="712755">
                    <a:moveTo>
                      <a:pt x="150305" y="699040"/>
                    </a:moveTo>
                    <a:cubicBezTo>
                      <a:pt x="68771" y="607981"/>
                      <a:pt x="19050" y="487870"/>
                      <a:pt x="19050" y="356330"/>
                    </a:cubicBezTo>
                    <a:cubicBezTo>
                      <a:pt x="19050" y="224790"/>
                      <a:pt x="68771" y="104680"/>
                      <a:pt x="150305" y="13621"/>
                    </a:cubicBezTo>
                    <a:lnTo>
                      <a:pt x="136684" y="0"/>
                    </a:lnTo>
                    <a:cubicBezTo>
                      <a:pt x="51721" y="94393"/>
                      <a:pt x="0" y="219361"/>
                      <a:pt x="0" y="356330"/>
                    </a:cubicBezTo>
                    <a:cubicBezTo>
                      <a:pt x="0" y="493300"/>
                      <a:pt x="51721" y="618268"/>
                      <a:pt x="136589" y="712756"/>
                    </a:cubicBezTo>
                    <a:lnTo>
                      <a:pt x="150305" y="699135"/>
                    </a:lnTo>
                    <a:close/>
                  </a:path>
                </a:pathLst>
              </a:custGeom>
              <a:solidFill>
                <a:srgbClr val="007AC3"/>
              </a:solidFill>
              <a:ln w="0" cap="flat">
                <a:noFill/>
                <a:prstDash val="solid"/>
                <a:miter/>
              </a:ln>
            </p:spPr>
            <p:txBody>
              <a:bodyPr rtlCol="0" anchor="ctr"/>
              <a:lstStyle/>
              <a:p>
                <a:endParaRPr lang="en-NL"/>
              </a:p>
            </p:txBody>
          </p:sp>
        </p:grpSp>
        <p:sp>
          <p:nvSpPr>
            <p:cNvPr id="4" name="Freeform 3">
              <a:extLst>
                <a:ext uri="{FF2B5EF4-FFF2-40B4-BE49-F238E27FC236}">
                  <a16:creationId xmlns:a16="http://schemas.microsoft.com/office/drawing/2014/main" id="{A3C9DCB2-4AA8-AC92-59E2-755525711FEF}"/>
                </a:ext>
              </a:extLst>
            </p:cNvPr>
            <p:cNvSpPr/>
            <p:nvPr/>
          </p:nvSpPr>
          <p:spPr>
            <a:xfrm>
              <a:off x="9819226" y="4658487"/>
              <a:ext cx="220598" cy="318230"/>
            </a:xfrm>
            <a:custGeom>
              <a:avLst/>
              <a:gdLst>
                <a:gd name="connsiteX0" fmla="*/ 220599 w 220598"/>
                <a:gd name="connsiteY0" fmla="*/ 318230 h 318230"/>
                <a:gd name="connsiteX1" fmla="*/ 201549 w 220598"/>
                <a:gd name="connsiteY1" fmla="*/ 318230 h 318230"/>
                <a:gd name="connsiteX2" fmla="*/ 201549 w 220598"/>
                <a:gd name="connsiteY2" fmla="*/ 21717 h 318230"/>
                <a:gd name="connsiteX3" fmla="*/ 2477 w 220598"/>
                <a:gd name="connsiteY3" fmla="*/ 48101 h 318230"/>
                <a:gd name="connsiteX4" fmla="*/ 0 w 220598"/>
                <a:gd name="connsiteY4" fmla="*/ 29242 h 318230"/>
                <a:gd name="connsiteX5" fmla="*/ 220599 w 220598"/>
                <a:gd name="connsiteY5" fmla="*/ 0 h 318230"/>
                <a:gd name="connsiteX6" fmla="*/ 220599 w 220598"/>
                <a:gd name="connsiteY6" fmla="*/ 318230 h 318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0598" h="318230">
                  <a:moveTo>
                    <a:pt x="220599" y="318230"/>
                  </a:moveTo>
                  <a:lnTo>
                    <a:pt x="201549" y="318230"/>
                  </a:lnTo>
                  <a:lnTo>
                    <a:pt x="201549" y="21717"/>
                  </a:lnTo>
                  <a:lnTo>
                    <a:pt x="2477" y="48101"/>
                  </a:lnTo>
                  <a:lnTo>
                    <a:pt x="0" y="29242"/>
                  </a:lnTo>
                  <a:lnTo>
                    <a:pt x="220599" y="0"/>
                  </a:lnTo>
                  <a:lnTo>
                    <a:pt x="220599" y="318230"/>
                  </a:lnTo>
                  <a:close/>
                </a:path>
              </a:pathLst>
            </a:custGeom>
            <a:solidFill>
              <a:srgbClr val="85BC20"/>
            </a:solidFill>
            <a:ln w="0" cap="flat">
              <a:noFill/>
              <a:prstDash val="solid"/>
              <a:miter/>
            </a:ln>
          </p:spPr>
          <p:txBody>
            <a:bodyPr rtlCol="0" anchor="ctr"/>
            <a:lstStyle/>
            <a:p>
              <a:endParaRPr lang="en-NL"/>
            </a:p>
          </p:txBody>
        </p:sp>
        <p:sp>
          <p:nvSpPr>
            <p:cNvPr id="8" name="Freeform 7">
              <a:extLst>
                <a:ext uri="{FF2B5EF4-FFF2-40B4-BE49-F238E27FC236}">
                  <a16:creationId xmlns:a16="http://schemas.microsoft.com/office/drawing/2014/main" id="{4238AB32-CF51-B5D0-B934-CEE356BFD689}"/>
                </a:ext>
              </a:extLst>
            </p:cNvPr>
            <p:cNvSpPr/>
            <p:nvPr/>
          </p:nvSpPr>
          <p:spPr>
            <a:xfrm>
              <a:off x="9913905" y="4712589"/>
              <a:ext cx="18287" cy="264128"/>
            </a:xfrm>
            <a:custGeom>
              <a:avLst/>
              <a:gdLst>
                <a:gd name="connsiteX0" fmla="*/ 18288 w 18287"/>
                <a:gd name="connsiteY0" fmla="*/ 264128 h 264128"/>
                <a:gd name="connsiteX1" fmla="*/ 0 w 18287"/>
                <a:gd name="connsiteY1" fmla="*/ 264128 h 264128"/>
                <a:gd name="connsiteX2" fmla="*/ 0 w 18287"/>
                <a:gd name="connsiteY2" fmla="*/ 2477 h 264128"/>
                <a:gd name="connsiteX3" fmla="*/ 18288 w 18287"/>
                <a:gd name="connsiteY3" fmla="*/ 0 h 264128"/>
                <a:gd name="connsiteX4" fmla="*/ 18288 w 18287"/>
                <a:gd name="connsiteY4" fmla="*/ 264128 h 264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87" h="264128">
                  <a:moveTo>
                    <a:pt x="18288" y="264128"/>
                  </a:moveTo>
                  <a:lnTo>
                    <a:pt x="0" y="264128"/>
                  </a:lnTo>
                  <a:lnTo>
                    <a:pt x="0" y="2477"/>
                  </a:lnTo>
                  <a:lnTo>
                    <a:pt x="18288" y="0"/>
                  </a:lnTo>
                  <a:lnTo>
                    <a:pt x="18288" y="264128"/>
                  </a:lnTo>
                  <a:close/>
                </a:path>
              </a:pathLst>
            </a:custGeom>
            <a:solidFill>
              <a:srgbClr val="E5202E"/>
            </a:solidFill>
            <a:ln w="0" cap="flat">
              <a:noFill/>
              <a:prstDash val="solid"/>
              <a:miter/>
            </a:ln>
          </p:spPr>
          <p:txBody>
            <a:bodyPr rtlCol="0" anchor="ctr"/>
            <a:lstStyle/>
            <a:p>
              <a:endParaRPr lang="en-NL"/>
            </a:p>
          </p:txBody>
        </p:sp>
        <p:sp>
          <p:nvSpPr>
            <p:cNvPr id="19" name="Freeform 18">
              <a:extLst>
                <a:ext uri="{FF2B5EF4-FFF2-40B4-BE49-F238E27FC236}">
                  <a16:creationId xmlns:a16="http://schemas.microsoft.com/office/drawing/2014/main" id="{C46B726F-AEED-449E-9336-B4D5866FB6F4}"/>
                </a:ext>
              </a:extLst>
            </p:cNvPr>
            <p:cNvSpPr/>
            <p:nvPr/>
          </p:nvSpPr>
          <p:spPr>
            <a:xfrm>
              <a:off x="9848563" y="4369879"/>
              <a:ext cx="238696" cy="238696"/>
            </a:xfrm>
            <a:custGeom>
              <a:avLst/>
              <a:gdLst>
                <a:gd name="connsiteX0" fmla="*/ 119348 w 238696"/>
                <a:gd name="connsiteY0" fmla="*/ 238697 h 238696"/>
                <a:gd name="connsiteX1" fmla="*/ 0 w 238696"/>
                <a:gd name="connsiteY1" fmla="*/ 119348 h 238696"/>
                <a:gd name="connsiteX2" fmla="*/ 119348 w 238696"/>
                <a:gd name="connsiteY2" fmla="*/ 0 h 238696"/>
                <a:gd name="connsiteX3" fmla="*/ 238696 w 238696"/>
                <a:gd name="connsiteY3" fmla="*/ 119348 h 238696"/>
                <a:gd name="connsiteX4" fmla="*/ 119348 w 238696"/>
                <a:gd name="connsiteY4" fmla="*/ 238697 h 238696"/>
                <a:gd name="connsiteX5" fmla="*/ 119348 w 238696"/>
                <a:gd name="connsiteY5" fmla="*/ 18955 h 238696"/>
                <a:gd name="connsiteX6" fmla="*/ 19050 w 238696"/>
                <a:gd name="connsiteY6" fmla="*/ 119253 h 238696"/>
                <a:gd name="connsiteX7" fmla="*/ 119348 w 238696"/>
                <a:gd name="connsiteY7" fmla="*/ 219551 h 238696"/>
                <a:gd name="connsiteX8" fmla="*/ 219646 w 238696"/>
                <a:gd name="connsiteY8" fmla="*/ 119253 h 238696"/>
                <a:gd name="connsiteX9" fmla="*/ 119348 w 238696"/>
                <a:gd name="connsiteY9" fmla="*/ 18955 h 238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8696" h="238696">
                  <a:moveTo>
                    <a:pt x="119348" y="238697"/>
                  </a:moveTo>
                  <a:cubicBezTo>
                    <a:pt x="53530" y="238697"/>
                    <a:pt x="0" y="185166"/>
                    <a:pt x="0" y="119348"/>
                  </a:cubicBezTo>
                  <a:cubicBezTo>
                    <a:pt x="0" y="53530"/>
                    <a:pt x="53530" y="0"/>
                    <a:pt x="119348" y="0"/>
                  </a:cubicBezTo>
                  <a:cubicBezTo>
                    <a:pt x="185166" y="0"/>
                    <a:pt x="238696" y="53530"/>
                    <a:pt x="238696" y="119348"/>
                  </a:cubicBezTo>
                  <a:cubicBezTo>
                    <a:pt x="238696" y="185166"/>
                    <a:pt x="185166" y="238697"/>
                    <a:pt x="119348" y="238697"/>
                  </a:cubicBezTo>
                  <a:close/>
                  <a:moveTo>
                    <a:pt x="119348" y="18955"/>
                  </a:moveTo>
                  <a:cubicBezTo>
                    <a:pt x="64008" y="18955"/>
                    <a:pt x="19050" y="63913"/>
                    <a:pt x="19050" y="119253"/>
                  </a:cubicBezTo>
                  <a:cubicBezTo>
                    <a:pt x="19050" y="174593"/>
                    <a:pt x="64008" y="219551"/>
                    <a:pt x="119348" y="219551"/>
                  </a:cubicBezTo>
                  <a:cubicBezTo>
                    <a:pt x="174689" y="219551"/>
                    <a:pt x="219646" y="174593"/>
                    <a:pt x="219646" y="119253"/>
                  </a:cubicBezTo>
                  <a:cubicBezTo>
                    <a:pt x="219646" y="63913"/>
                    <a:pt x="174689" y="18955"/>
                    <a:pt x="119348" y="18955"/>
                  </a:cubicBezTo>
                  <a:close/>
                </a:path>
              </a:pathLst>
            </a:custGeom>
            <a:solidFill>
              <a:schemeClr val="tx1"/>
            </a:solidFill>
            <a:ln w="0" cap="flat">
              <a:noFill/>
              <a:prstDash val="solid"/>
              <a:miter/>
            </a:ln>
          </p:spPr>
          <p:txBody>
            <a:bodyPr rtlCol="0" anchor="ctr"/>
            <a:lstStyle/>
            <a:p>
              <a:endParaRPr lang="en-NL"/>
            </a:p>
          </p:txBody>
        </p:sp>
        <p:sp>
          <p:nvSpPr>
            <p:cNvPr id="20" name="Freeform 19">
              <a:extLst>
                <a:ext uri="{FF2B5EF4-FFF2-40B4-BE49-F238E27FC236}">
                  <a16:creationId xmlns:a16="http://schemas.microsoft.com/office/drawing/2014/main" id="{0BCC363B-BE71-3F67-6ADE-7E5A2106C07C}"/>
                </a:ext>
              </a:extLst>
            </p:cNvPr>
            <p:cNvSpPr/>
            <p:nvPr/>
          </p:nvSpPr>
          <p:spPr>
            <a:xfrm>
              <a:off x="9820465" y="4998148"/>
              <a:ext cx="295275" cy="21621"/>
            </a:xfrm>
            <a:custGeom>
              <a:avLst/>
              <a:gdLst>
                <a:gd name="connsiteX0" fmla="*/ 0 w 295275"/>
                <a:gd name="connsiteY0" fmla="*/ 0 h 21621"/>
                <a:gd name="connsiteX1" fmla="*/ 295275 w 295275"/>
                <a:gd name="connsiteY1" fmla="*/ 0 h 21621"/>
                <a:gd name="connsiteX2" fmla="*/ 295275 w 295275"/>
                <a:gd name="connsiteY2" fmla="*/ 21622 h 21621"/>
                <a:gd name="connsiteX3" fmla="*/ 0 w 295275"/>
                <a:gd name="connsiteY3" fmla="*/ 21622 h 21621"/>
              </a:gdLst>
              <a:ahLst/>
              <a:cxnLst>
                <a:cxn ang="0">
                  <a:pos x="connsiteX0" y="connsiteY0"/>
                </a:cxn>
                <a:cxn ang="0">
                  <a:pos x="connsiteX1" y="connsiteY1"/>
                </a:cxn>
                <a:cxn ang="0">
                  <a:pos x="connsiteX2" y="connsiteY2"/>
                </a:cxn>
                <a:cxn ang="0">
                  <a:pos x="connsiteX3" y="connsiteY3"/>
                </a:cxn>
              </a:cxnLst>
              <a:rect l="l" t="t" r="r" b="b"/>
              <a:pathLst>
                <a:path w="295275" h="21621">
                  <a:moveTo>
                    <a:pt x="0" y="0"/>
                  </a:moveTo>
                  <a:lnTo>
                    <a:pt x="295275" y="0"/>
                  </a:lnTo>
                  <a:lnTo>
                    <a:pt x="295275" y="21622"/>
                  </a:lnTo>
                  <a:lnTo>
                    <a:pt x="0" y="21622"/>
                  </a:lnTo>
                  <a:close/>
                </a:path>
              </a:pathLst>
            </a:custGeom>
            <a:solidFill>
              <a:srgbClr val="007AC3"/>
            </a:solidFill>
            <a:ln w="0" cap="flat">
              <a:noFill/>
              <a:prstDash val="solid"/>
              <a:miter/>
            </a:ln>
          </p:spPr>
          <p:txBody>
            <a:bodyPr rtlCol="0" anchor="ctr"/>
            <a:lstStyle/>
            <a:p>
              <a:endParaRPr lang="en-NL"/>
            </a:p>
          </p:txBody>
        </p:sp>
      </p:grpSp>
      <p:sp>
        <p:nvSpPr>
          <p:cNvPr id="25" name="Title 1">
            <a:extLst>
              <a:ext uri="{FF2B5EF4-FFF2-40B4-BE49-F238E27FC236}">
                <a16:creationId xmlns:a16="http://schemas.microsoft.com/office/drawing/2014/main" id="{1616F4D3-F72D-47CC-FC2B-1B61A440ABAA}"/>
              </a:ext>
            </a:extLst>
          </p:cNvPr>
          <p:cNvSpPr>
            <a:spLocks noGrp="1"/>
          </p:cNvSpPr>
          <p:nvPr>
            <p:ph type="title"/>
          </p:nvPr>
        </p:nvSpPr>
        <p:spPr>
          <a:xfrm>
            <a:off x="242969" y="519957"/>
            <a:ext cx="7716032" cy="93393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27" name="Slide Number Placeholder 6">
            <a:extLst>
              <a:ext uri="{FF2B5EF4-FFF2-40B4-BE49-F238E27FC236}">
                <a16:creationId xmlns:a16="http://schemas.microsoft.com/office/drawing/2014/main" id="{2B7CDEDD-6BE0-308B-B3ED-876295D9B472}"/>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9" name="Content Placeholder 4">
            <a:extLst>
              <a:ext uri="{FF2B5EF4-FFF2-40B4-BE49-F238E27FC236}">
                <a16:creationId xmlns:a16="http://schemas.microsoft.com/office/drawing/2014/main" id="{59C643FA-9207-ECE0-A0D6-E2AC4ABB16A5}"/>
              </a:ext>
            </a:extLst>
          </p:cNvPr>
          <p:cNvSpPr>
            <a:spLocks noGrp="1"/>
          </p:cNvSpPr>
          <p:nvPr>
            <p:ph sz="quarter" idx="19"/>
          </p:nvPr>
        </p:nvSpPr>
        <p:spPr>
          <a:xfrm>
            <a:off x="209835" y="1451739"/>
            <a:ext cx="7749165" cy="4749036"/>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ijdelijke aanduiding voor voettekst 2">
            <a:extLst>
              <a:ext uri="{FF2B5EF4-FFF2-40B4-BE49-F238E27FC236}">
                <a16:creationId xmlns:a16="http://schemas.microsoft.com/office/drawing/2014/main" id="{1D44B478-7397-2535-E0BB-2E675550FACF}"/>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143081141"/>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6" orient="horz" pos="210">
          <p15:clr>
            <a:srgbClr val="FBAE40"/>
          </p15:clr>
        </p15:guide>
        <p15:guide id="7" orient="horz" pos="414">
          <p15:clr>
            <a:srgbClr val="FBAE40"/>
          </p15:clr>
        </p15:guide>
        <p15:guide id="8" orient="horz" pos="913" userDrawn="1">
          <p15:clr>
            <a:srgbClr val="FBAE40"/>
          </p15:clr>
        </p15:guide>
        <p15:guide id="9" orient="horz" pos="4110" userDrawn="1">
          <p15:clr>
            <a:srgbClr val="FBAE40"/>
          </p15:clr>
        </p15:guide>
        <p15:guide id="10" orient="horz" pos="390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tx1"/>
        </a:solidFill>
        <a:effectLst/>
      </p:bgPr>
    </p:bg>
    <p:spTree>
      <p:nvGrpSpPr>
        <p:cNvPr id="1" name=""/>
        <p:cNvGrpSpPr/>
        <p:nvPr/>
      </p:nvGrpSpPr>
      <p:grpSpPr>
        <a:xfrm>
          <a:off x="0" y="0"/>
          <a:ext cx="0" cy="0"/>
          <a:chOff x="0" y="0"/>
          <a:chExt cx="0" cy="0"/>
        </a:xfrm>
      </p:grpSpPr>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Slide Number Placeholder 6">
            <a:extLst>
              <a:ext uri="{FF2B5EF4-FFF2-40B4-BE49-F238E27FC236}">
                <a16:creationId xmlns:a16="http://schemas.microsoft.com/office/drawing/2014/main" id="{5EF6DAF4-D814-3A51-BB97-077A69144036}"/>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sp>
        <p:nvSpPr>
          <p:cNvPr id="3" name="Picture Placeholder 13">
            <a:extLst>
              <a:ext uri="{FF2B5EF4-FFF2-40B4-BE49-F238E27FC236}">
                <a16:creationId xmlns:a16="http://schemas.microsoft.com/office/drawing/2014/main" id="{A385A8F4-FE2D-EB95-7C78-708EC46F5691}"/>
              </a:ext>
            </a:extLst>
          </p:cNvPr>
          <p:cNvSpPr>
            <a:spLocks noGrp="1"/>
          </p:cNvSpPr>
          <p:nvPr>
            <p:ph type="pic" sz="quarter" idx="10" hasCustomPrompt="1"/>
          </p:nvPr>
        </p:nvSpPr>
        <p:spPr>
          <a:xfrm>
            <a:off x="8733924" y="703376"/>
            <a:ext cx="2520225" cy="2520225"/>
          </a:xfrm>
        </p:spPr>
        <p:txBody>
          <a:bodyPr anchor="t"/>
          <a:lstStyle>
            <a:lvl1pPr marL="40639" indent="0" algn="ctr">
              <a:buNone/>
              <a:defRPr sz="1600">
                <a:solidFill>
                  <a:schemeClr val="bg1"/>
                </a:solidFill>
              </a:defRPr>
            </a:lvl1pPr>
          </a:lstStyle>
          <a:p>
            <a:r>
              <a:rPr lang="en-US" dirty="0"/>
              <a:t>Click to add icon or copy/paste an icon from the icon library template</a:t>
            </a:r>
          </a:p>
        </p:txBody>
      </p:sp>
      <p:sp>
        <p:nvSpPr>
          <p:cNvPr id="19" name="Title 1">
            <a:extLst>
              <a:ext uri="{FF2B5EF4-FFF2-40B4-BE49-F238E27FC236}">
                <a16:creationId xmlns:a16="http://schemas.microsoft.com/office/drawing/2014/main" id="{BF125D25-54F9-BAB5-AAD1-36D65CF34DC4}"/>
              </a:ext>
            </a:extLst>
          </p:cNvPr>
          <p:cNvSpPr>
            <a:spLocks noGrp="1"/>
          </p:cNvSpPr>
          <p:nvPr>
            <p:ph type="title"/>
          </p:nvPr>
        </p:nvSpPr>
        <p:spPr>
          <a:xfrm>
            <a:off x="242969" y="519957"/>
            <a:ext cx="7716032" cy="933935"/>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20" name="Content Placeholder 4">
            <a:extLst>
              <a:ext uri="{FF2B5EF4-FFF2-40B4-BE49-F238E27FC236}">
                <a16:creationId xmlns:a16="http://schemas.microsoft.com/office/drawing/2014/main" id="{7A632C23-4729-F59B-2E02-63AE18408413}"/>
              </a:ext>
            </a:extLst>
          </p:cNvPr>
          <p:cNvSpPr>
            <a:spLocks noGrp="1"/>
          </p:cNvSpPr>
          <p:nvPr>
            <p:ph sz="quarter" idx="19"/>
          </p:nvPr>
        </p:nvSpPr>
        <p:spPr>
          <a:xfrm>
            <a:off x="209835" y="1451739"/>
            <a:ext cx="7749165" cy="4749036"/>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jdelijke aanduiding voor voettekst 2">
            <a:extLst>
              <a:ext uri="{FF2B5EF4-FFF2-40B4-BE49-F238E27FC236}">
                <a16:creationId xmlns:a16="http://schemas.microsoft.com/office/drawing/2014/main" id="{3B6E73A7-457C-0B12-7AAF-5430AD60C173}"/>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3759486750"/>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6" orient="horz" pos="210">
          <p15:clr>
            <a:srgbClr val="FBAE40"/>
          </p15:clr>
        </p15:guide>
        <p15:guide id="7" orient="horz" pos="414">
          <p15:clr>
            <a:srgbClr val="FBAE40"/>
          </p15:clr>
        </p15:guide>
        <p15:guide id="8" orient="horz" pos="4110">
          <p15:clr>
            <a:srgbClr val="FBAE40"/>
          </p15:clr>
        </p15:guide>
        <p15:guide id="9" orient="horz" pos="3906">
          <p15:clr>
            <a:srgbClr val="FBAE40"/>
          </p15:clr>
        </p15:guide>
        <p15:guide id="10" orient="horz" pos="913">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aker with bio">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8131038" y="333376"/>
            <a:ext cx="3724962"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 name="Content Placeholder 4">
            <a:extLst>
              <a:ext uri="{FF2B5EF4-FFF2-40B4-BE49-F238E27FC236}">
                <a16:creationId xmlns:a16="http://schemas.microsoft.com/office/drawing/2014/main" id="{45D90A1D-230A-BCDB-1B3E-B239CD154A18}"/>
              </a:ext>
            </a:extLst>
          </p:cNvPr>
          <p:cNvSpPr>
            <a:spLocks noGrp="1"/>
          </p:cNvSpPr>
          <p:nvPr>
            <p:ph sz="quarter" idx="19" hasCustomPrompt="1"/>
          </p:nvPr>
        </p:nvSpPr>
        <p:spPr>
          <a:xfrm>
            <a:off x="8229600" y="3206338"/>
            <a:ext cx="3458818" cy="2886813"/>
          </a:xfrm>
        </p:spPr>
        <p:txBody>
          <a:bodyPr/>
          <a:lstStyle>
            <a:lvl1pPr marL="40639" indent="0">
              <a:spcBef>
                <a:spcPts val="984"/>
              </a:spcBef>
              <a:buNone/>
              <a:defRPr sz="1600">
                <a:solidFill>
                  <a:schemeClr val="tx1"/>
                </a:solidFill>
              </a:defRPr>
            </a:lvl1pPr>
            <a:lvl2pPr marL="282709" indent="0">
              <a:spcBef>
                <a:spcPts val="984"/>
              </a:spcBef>
              <a:buNone/>
              <a:defRPr sz="1600">
                <a:solidFill>
                  <a:schemeClr val="tx1"/>
                </a:solidFill>
              </a:defRPr>
            </a:lvl2pPr>
            <a:lvl3pPr marL="516652" indent="0">
              <a:spcBef>
                <a:spcPts val="984"/>
              </a:spcBef>
              <a:buNone/>
              <a:defRPr sz="1600">
                <a:solidFill>
                  <a:schemeClr val="tx1"/>
                </a:solidFill>
              </a:defRPr>
            </a:lvl3pPr>
            <a:lvl4pPr marL="738403" indent="0">
              <a:spcBef>
                <a:spcPts val="984"/>
              </a:spcBef>
              <a:buNone/>
              <a:defRPr sz="1600">
                <a:solidFill>
                  <a:schemeClr val="tx1"/>
                </a:solidFill>
              </a:defRPr>
            </a:lvl4pPr>
            <a:lvl5pPr marL="961200" indent="0">
              <a:spcBef>
                <a:spcPts val="984"/>
              </a:spcBef>
              <a:buNone/>
              <a:defRPr sz="1600">
                <a:solidFill>
                  <a:schemeClr val="tx1"/>
                </a:solidFill>
              </a:defRPr>
            </a:lvl5pPr>
          </a:lstStyle>
          <a:p>
            <a:pPr lvl="0"/>
            <a:r>
              <a:rPr lang="en-GB" dirty="0"/>
              <a:t>Click to add text</a:t>
            </a:r>
            <a:endParaRPr lang="en-US" dirty="0"/>
          </a:p>
        </p:txBody>
      </p: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Slide Number Placeholder 6">
            <a:extLst>
              <a:ext uri="{FF2B5EF4-FFF2-40B4-BE49-F238E27FC236}">
                <a16:creationId xmlns:a16="http://schemas.microsoft.com/office/drawing/2014/main" id="{71EF82F7-5754-2645-C4BF-3D06C38286A6}"/>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5" name="Tijdelijke aanduiding voor voettekst 2">
            <a:extLst>
              <a:ext uri="{FF2B5EF4-FFF2-40B4-BE49-F238E27FC236}">
                <a16:creationId xmlns:a16="http://schemas.microsoft.com/office/drawing/2014/main" id="{9A163764-6823-6A1B-C5A7-5AE4603F8CD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4" name="Tijdelijke aanduiding voor afbeelding 12">
            <a:extLst>
              <a:ext uri="{FF2B5EF4-FFF2-40B4-BE49-F238E27FC236}">
                <a16:creationId xmlns:a16="http://schemas.microsoft.com/office/drawing/2014/main" id="{7263119A-F39A-1716-1E07-4A03605754F0}"/>
              </a:ext>
            </a:extLst>
          </p:cNvPr>
          <p:cNvSpPr>
            <a:spLocks noGrp="1"/>
          </p:cNvSpPr>
          <p:nvPr>
            <p:ph type="pic" sz="quarter" idx="20"/>
          </p:nvPr>
        </p:nvSpPr>
        <p:spPr>
          <a:xfrm>
            <a:off x="8881096" y="691945"/>
            <a:ext cx="2155825" cy="2155825"/>
          </a:xfrm>
          <a:prstGeom prst="ellipse">
            <a:avLst/>
          </a:prstGeom>
        </p:spPr>
        <p:txBody>
          <a:bodyPr/>
          <a:lstStyle>
            <a:lvl1pPr marL="40639" indent="0" algn="ctr">
              <a:buNone/>
              <a:defRPr sz="1600"/>
            </a:lvl1pPr>
          </a:lstStyle>
          <a:p>
            <a:r>
              <a:rPr lang="en-US"/>
              <a:t>Click icon to add picture</a:t>
            </a:r>
            <a:endParaRPr lang="en-US" dirty="0"/>
          </a:p>
        </p:txBody>
      </p:sp>
      <p:sp>
        <p:nvSpPr>
          <p:cNvPr id="6" name="Title 1">
            <a:extLst>
              <a:ext uri="{FF2B5EF4-FFF2-40B4-BE49-F238E27FC236}">
                <a16:creationId xmlns:a16="http://schemas.microsoft.com/office/drawing/2014/main" id="{B68D4A01-CDF9-276F-22F8-E08FF432937B}"/>
              </a:ext>
            </a:extLst>
          </p:cNvPr>
          <p:cNvSpPr>
            <a:spLocks noGrp="1"/>
          </p:cNvSpPr>
          <p:nvPr>
            <p:ph type="title"/>
          </p:nvPr>
        </p:nvSpPr>
        <p:spPr>
          <a:xfrm>
            <a:off x="242969" y="519957"/>
            <a:ext cx="7716032" cy="93393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7" name="Content Placeholder 4">
            <a:extLst>
              <a:ext uri="{FF2B5EF4-FFF2-40B4-BE49-F238E27FC236}">
                <a16:creationId xmlns:a16="http://schemas.microsoft.com/office/drawing/2014/main" id="{8D3DFCA8-B193-0A1A-1C94-E6AE45E9CF17}"/>
              </a:ext>
            </a:extLst>
          </p:cNvPr>
          <p:cNvSpPr>
            <a:spLocks noGrp="1"/>
          </p:cNvSpPr>
          <p:nvPr>
            <p:ph sz="quarter" idx="21"/>
          </p:nvPr>
        </p:nvSpPr>
        <p:spPr>
          <a:xfrm>
            <a:off x="209835" y="1451739"/>
            <a:ext cx="7749165" cy="4749036"/>
          </a:xfrm>
        </p:spPr>
        <p:txBody>
          <a:bodyPr/>
          <a:lstStyle>
            <a:lvl1pPr marL="40639" indent="0">
              <a:spcBef>
                <a:spcPts val="1080"/>
              </a:spcBef>
              <a:buNone/>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noProof="0"/>
              <a:t>Click to edit Master text styles</a:t>
            </a:r>
          </a:p>
        </p:txBody>
      </p:sp>
    </p:spTree>
    <p:extLst>
      <p:ext uri="{BB962C8B-B14F-4D97-AF65-F5344CB8AC3E}">
        <p14:creationId xmlns:p14="http://schemas.microsoft.com/office/powerpoint/2010/main" val="4224879418"/>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pos="5019">
          <p15:clr>
            <a:srgbClr val="FBAE40"/>
          </p15:clr>
        </p15:guide>
        <p15:guide id="8" orient="horz" pos="4110">
          <p15:clr>
            <a:srgbClr val="FBAE40"/>
          </p15:clr>
        </p15:guide>
        <p15:guide id="9" orient="horz" pos="390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peaker without bio">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4233001" y="333376"/>
            <a:ext cx="7623000"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5" name="Content Placeholder 4">
            <a:extLst>
              <a:ext uri="{FF2B5EF4-FFF2-40B4-BE49-F238E27FC236}">
                <a16:creationId xmlns:a16="http://schemas.microsoft.com/office/drawing/2014/main" id="{786D37AA-3F5C-25EA-E4BF-37407F6CF359}"/>
              </a:ext>
            </a:extLst>
          </p:cNvPr>
          <p:cNvSpPr>
            <a:spLocks noGrp="1"/>
          </p:cNvSpPr>
          <p:nvPr>
            <p:ph sz="quarter" idx="19"/>
          </p:nvPr>
        </p:nvSpPr>
        <p:spPr>
          <a:xfrm>
            <a:off x="4306691" y="4453248"/>
            <a:ext cx="7434735" cy="1562121"/>
          </a:xfrm>
        </p:spPr>
        <p:txBody>
          <a:bodyPr/>
          <a:lstStyle>
            <a:lvl1pPr marL="40639" indent="0" algn="ctr">
              <a:spcBef>
                <a:spcPts val="1176"/>
              </a:spcBef>
              <a:buFont typeface="Arial" panose="020B0604020202020204" pitchFamily="34" charset="0"/>
              <a:buNone/>
              <a:defRPr sz="24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6" name="Slide Number Placeholder 6">
            <a:extLst>
              <a:ext uri="{FF2B5EF4-FFF2-40B4-BE49-F238E27FC236}">
                <a16:creationId xmlns:a16="http://schemas.microsoft.com/office/drawing/2014/main" id="{E172925C-8A38-989F-7954-FBD261E85FBA}"/>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7" name="Tijdelijke aanduiding voor voettekst 2">
            <a:extLst>
              <a:ext uri="{FF2B5EF4-FFF2-40B4-BE49-F238E27FC236}">
                <a16:creationId xmlns:a16="http://schemas.microsoft.com/office/drawing/2014/main" id="{CA5BBCF9-D983-C599-B107-6D91BB7A9AF5}"/>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2" name="Tijdelijke aanduiding voor afbeelding 12">
            <a:extLst>
              <a:ext uri="{FF2B5EF4-FFF2-40B4-BE49-F238E27FC236}">
                <a16:creationId xmlns:a16="http://schemas.microsoft.com/office/drawing/2014/main" id="{0DA12904-9A78-D539-8A33-C6FC45327261}"/>
              </a:ext>
            </a:extLst>
          </p:cNvPr>
          <p:cNvSpPr>
            <a:spLocks noGrp="1" noChangeAspect="1"/>
          </p:cNvSpPr>
          <p:nvPr>
            <p:ph type="pic" sz="quarter" idx="14"/>
          </p:nvPr>
        </p:nvSpPr>
        <p:spPr>
          <a:xfrm>
            <a:off x="6604501" y="935197"/>
            <a:ext cx="2880000" cy="2880000"/>
          </a:xfrm>
          <a:prstGeom prst="ellipse">
            <a:avLst/>
          </a:prstGeom>
        </p:spPr>
        <p:txBody>
          <a:bodyPr/>
          <a:lstStyle>
            <a:lvl1pPr marL="40639" indent="0" algn="ctr">
              <a:buNone/>
              <a:defRPr sz="1600"/>
            </a:lvl1pPr>
          </a:lstStyle>
          <a:p>
            <a:r>
              <a:rPr lang="en-US"/>
              <a:t>Click icon to add picture</a:t>
            </a:r>
            <a:endParaRPr lang="en-US" dirty="0"/>
          </a:p>
        </p:txBody>
      </p:sp>
      <p:sp>
        <p:nvSpPr>
          <p:cNvPr id="8" name="Content Placeholder 4">
            <a:extLst>
              <a:ext uri="{FF2B5EF4-FFF2-40B4-BE49-F238E27FC236}">
                <a16:creationId xmlns:a16="http://schemas.microsoft.com/office/drawing/2014/main" id="{634A8399-078A-3CF0-7503-DE6A179BC565}"/>
              </a:ext>
            </a:extLst>
          </p:cNvPr>
          <p:cNvSpPr>
            <a:spLocks noGrp="1"/>
          </p:cNvSpPr>
          <p:nvPr>
            <p:ph sz="quarter" idx="22"/>
          </p:nvPr>
        </p:nvSpPr>
        <p:spPr>
          <a:xfrm>
            <a:off x="4306690" y="4061362"/>
            <a:ext cx="7434735" cy="415637"/>
          </a:xfrm>
        </p:spPr>
        <p:txBody>
          <a:bodyPr/>
          <a:lstStyle>
            <a:lvl1pPr marL="40639" indent="0" algn="ctr">
              <a:spcBef>
                <a:spcPts val="1176"/>
              </a:spcBef>
              <a:buFont typeface="Arial" panose="020B0604020202020204" pitchFamily="34" charset="0"/>
              <a:buNone/>
              <a:defRPr sz="24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Tree>
    <p:extLst>
      <p:ext uri="{BB962C8B-B14F-4D97-AF65-F5344CB8AC3E}">
        <p14:creationId xmlns:p14="http://schemas.microsoft.com/office/powerpoint/2010/main" val="851041897"/>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8" pos="2661">
          <p15:clr>
            <a:srgbClr val="FBAE40"/>
          </p15:clr>
        </p15:guide>
        <p15:guide id="12" orient="horz" pos="4110">
          <p15:clr>
            <a:srgbClr val="FBAE40"/>
          </p15:clr>
        </p15:guide>
        <p15:guide id="13" orient="horz" pos="390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speaker without bio">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4233001" y="333376"/>
            <a:ext cx="7623000"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5" name="Content Placeholder 4">
            <a:extLst>
              <a:ext uri="{FF2B5EF4-FFF2-40B4-BE49-F238E27FC236}">
                <a16:creationId xmlns:a16="http://schemas.microsoft.com/office/drawing/2014/main" id="{786D37AA-3F5C-25EA-E4BF-37407F6CF359}"/>
              </a:ext>
            </a:extLst>
          </p:cNvPr>
          <p:cNvSpPr>
            <a:spLocks noGrp="1"/>
          </p:cNvSpPr>
          <p:nvPr>
            <p:ph sz="quarter" idx="19"/>
          </p:nvPr>
        </p:nvSpPr>
        <p:spPr>
          <a:xfrm>
            <a:off x="7060238" y="1923803"/>
            <a:ext cx="4482578" cy="1100142"/>
          </a:xfrm>
        </p:spPr>
        <p:txBody>
          <a:bodyPr/>
          <a:lstStyle>
            <a:lvl1pPr marL="40639" indent="0" algn="l">
              <a:spcBef>
                <a:spcPts val="1176"/>
              </a:spcBef>
              <a:buFont typeface="Arial" panose="020B0604020202020204" pitchFamily="34" charset="0"/>
              <a:buNone/>
              <a:defRPr sz="24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6" name="Slide Number Placeholder 6">
            <a:extLst>
              <a:ext uri="{FF2B5EF4-FFF2-40B4-BE49-F238E27FC236}">
                <a16:creationId xmlns:a16="http://schemas.microsoft.com/office/drawing/2014/main" id="{E172925C-8A38-989F-7954-FBD261E85FBA}"/>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7" name="Tijdelijke aanduiding voor voettekst 2">
            <a:extLst>
              <a:ext uri="{FF2B5EF4-FFF2-40B4-BE49-F238E27FC236}">
                <a16:creationId xmlns:a16="http://schemas.microsoft.com/office/drawing/2014/main" id="{CA5BBCF9-D983-C599-B107-6D91BB7A9AF5}"/>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2" name="Tijdelijke aanduiding voor afbeelding 12">
            <a:extLst>
              <a:ext uri="{FF2B5EF4-FFF2-40B4-BE49-F238E27FC236}">
                <a16:creationId xmlns:a16="http://schemas.microsoft.com/office/drawing/2014/main" id="{0DA12904-9A78-D539-8A33-C6FC45327261}"/>
              </a:ext>
            </a:extLst>
          </p:cNvPr>
          <p:cNvSpPr>
            <a:spLocks noGrp="1" noChangeAspect="1"/>
          </p:cNvSpPr>
          <p:nvPr>
            <p:ph type="pic" sz="quarter" idx="14"/>
          </p:nvPr>
        </p:nvSpPr>
        <p:spPr>
          <a:xfrm>
            <a:off x="4728200" y="86394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0" name="Content Placeholder 4">
            <a:extLst>
              <a:ext uri="{FF2B5EF4-FFF2-40B4-BE49-F238E27FC236}">
                <a16:creationId xmlns:a16="http://schemas.microsoft.com/office/drawing/2014/main" id="{63D3FCBB-A7E8-BF63-D32C-9634F065DD0C}"/>
              </a:ext>
            </a:extLst>
          </p:cNvPr>
          <p:cNvSpPr>
            <a:spLocks noGrp="1"/>
          </p:cNvSpPr>
          <p:nvPr>
            <p:ph sz="quarter" idx="22" hasCustomPrompt="1"/>
          </p:nvPr>
        </p:nvSpPr>
        <p:spPr>
          <a:xfrm>
            <a:off x="7060238" y="1540542"/>
            <a:ext cx="4482578" cy="415637"/>
          </a:xfrm>
        </p:spPr>
        <p:txBody>
          <a:bodyPr/>
          <a:lstStyle>
            <a:lvl1pPr marL="40639" indent="0" algn="l">
              <a:spcBef>
                <a:spcPts val="1176"/>
              </a:spcBef>
              <a:buFont typeface="Arial" panose="020B0604020202020204" pitchFamily="34" charset="0"/>
              <a:buNone/>
              <a:defRPr sz="24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
        <p:nvSpPr>
          <p:cNvPr id="11" name="Content Placeholder 4">
            <a:extLst>
              <a:ext uri="{FF2B5EF4-FFF2-40B4-BE49-F238E27FC236}">
                <a16:creationId xmlns:a16="http://schemas.microsoft.com/office/drawing/2014/main" id="{11B560C3-8699-B2B1-8321-1A0C5196096F}"/>
              </a:ext>
            </a:extLst>
          </p:cNvPr>
          <p:cNvSpPr>
            <a:spLocks noGrp="1"/>
          </p:cNvSpPr>
          <p:nvPr>
            <p:ph sz="quarter" idx="23"/>
          </p:nvPr>
        </p:nvSpPr>
        <p:spPr>
          <a:xfrm>
            <a:off x="7060238" y="4560125"/>
            <a:ext cx="4482578" cy="1100142"/>
          </a:xfrm>
        </p:spPr>
        <p:txBody>
          <a:bodyPr/>
          <a:lstStyle>
            <a:lvl1pPr marL="40639" indent="0" algn="l">
              <a:spcBef>
                <a:spcPts val="1176"/>
              </a:spcBef>
              <a:buFont typeface="Arial" panose="020B0604020202020204" pitchFamily="34" charset="0"/>
              <a:buNone/>
              <a:defRPr sz="24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12" name="Tijdelijke aanduiding voor afbeelding 12">
            <a:extLst>
              <a:ext uri="{FF2B5EF4-FFF2-40B4-BE49-F238E27FC236}">
                <a16:creationId xmlns:a16="http://schemas.microsoft.com/office/drawing/2014/main" id="{279610B9-781A-03AF-19C4-1054780BCE76}"/>
              </a:ext>
            </a:extLst>
          </p:cNvPr>
          <p:cNvSpPr>
            <a:spLocks noGrp="1" noChangeAspect="1"/>
          </p:cNvSpPr>
          <p:nvPr>
            <p:ph type="pic" sz="quarter" idx="24"/>
          </p:nvPr>
        </p:nvSpPr>
        <p:spPr>
          <a:xfrm>
            <a:off x="4728200" y="3500267"/>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3" name="Content Placeholder 4">
            <a:extLst>
              <a:ext uri="{FF2B5EF4-FFF2-40B4-BE49-F238E27FC236}">
                <a16:creationId xmlns:a16="http://schemas.microsoft.com/office/drawing/2014/main" id="{1915F01D-5BFD-B2A1-F0B4-21678419A4C8}"/>
              </a:ext>
            </a:extLst>
          </p:cNvPr>
          <p:cNvSpPr>
            <a:spLocks noGrp="1"/>
          </p:cNvSpPr>
          <p:nvPr>
            <p:ph sz="quarter" idx="25" hasCustomPrompt="1"/>
          </p:nvPr>
        </p:nvSpPr>
        <p:spPr>
          <a:xfrm>
            <a:off x="7060238" y="4176864"/>
            <a:ext cx="4482578" cy="415637"/>
          </a:xfrm>
        </p:spPr>
        <p:txBody>
          <a:bodyPr/>
          <a:lstStyle>
            <a:lvl1pPr marL="40639" indent="0" algn="l">
              <a:spcBef>
                <a:spcPts val="1176"/>
              </a:spcBef>
              <a:buFont typeface="Arial" panose="020B0604020202020204" pitchFamily="34" charset="0"/>
              <a:buNone/>
              <a:defRPr sz="24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Tree>
    <p:extLst>
      <p:ext uri="{BB962C8B-B14F-4D97-AF65-F5344CB8AC3E}">
        <p14:creationId xmlns:p14="http://schemas.microsoft.com/office/powerpoint/2010/main" val="3592552709"/>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8" pos="2661">
          <p15:clr>
            <a:srgbClr val="FBAE40"/>
          </p15:clr>
        </p15:guide>
        <p15:guide id="12" orient="horz" pos="4110">
          <p15:clr>
            <a:srgbClr val="FBAE40"/>
          </p15:clr>
        </p15:guide>
        <p15:guide id="13" orient="horz" pos="3906">
          <p15:clr>
            <a:srgbClr val="FBAE40"/>
          </p15:clr>
        </p15:guide>
        <p15:guide id="14" orient="horz" pos="1253"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ree speakers without bio">
    <p:bg>
      <p:bgPr>
        <a:solidFill>
          <a:schemeClr val="bg2"/>
        </a:solidFill>
        <a:effectLst/>
      </p:bgPr>
    </p:bg>
    <p:spTree>
      <p:nvGrpSpPr>
        <p:cNvPr id="1" name=""/>
        <p:cNvGrpSpPr/>
        <p:nvPr/>
      </p:nvGrpSpPr>
      <p:grpSpPr>
        <a:xfrm>
          <a:off x="0" y="0"/>
          <a:ext cx="0" cy="0"/>
          <a:chOff x="0" y="0"/>
          <a:chExt cx="0" cy="0"/>
        </a:xfrm>
      </p:grpSpPr>
      <p:cxnSp>
        <p:nvCxnSpPr>
          <p:cNvPr id="2" name="Rechte verbindingslijn 8">
            <a:extLst>
              <a:ext uri="{FF2B5EF4-FFF2-40B4-BE49-F238E27FC236}">
                <a16:creationId xmlns:a16="http://schemas.microsoft.com/office/drawing/2014/main" id="{76501614-6A83-AAC2-7106-02BC1AE84951}"/>
              </a:ext>
            </a:extLst>
          </p:cNvPr>
          <p:cNvCxnSpPr>
            <a:cxnSpLocks/>
          </p:cNvCxnSpPr>
          <p:nvPr userDrawn="1"/>
        </p:nvCxnSpPr>
        <p:spPr>
          <a:xfrm flipH="1">
            <a:off x="336000" y="354338"/>
            <a:ext cx="11520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97CF2491-B0EE-27E1-8189-732B80A05713}"/>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8" name="Slide Number Placeholder 6">
            <a:extLst>
              <a:ext uri="{FF2B5EF4-FFF2-40B4-BE49-F238E27FC236}">
                <a16:creationId xmlns:a16="http://schemas.microsoft.com/office/drawing/2014/main" id="{0D5C5C23-9496-CCC5-CED7-FD522EBC1A57}"/>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3" name="Tijdelijke aanduiding voor voettekst 2">
            <a:extLst>
              <a:ext uri="{FF2B5EF4-FFF2-40B4-BE49-F238E27FC236}">
                <a16:creationId xmlns:a16="http://schemas.microsoft.com/office/drawing/2014/main" id="{E1EB7E51-1900-CD72-338E-9904C08ACAB0}"/>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4" name="Tijdelijke aanduiding voor afbeelding 12">
            <a:extLst>
              <a:ext uri="{FF2B5EF4-FFF2-40B4-BE49-F238E27FC236}">
                <a16:creationId xmlns:a16="http://schemas.microsoft.com/office/drawing/2014/main" id="{B9F887ED-0A00-6EC3-C561-DB909EFA8014}"/>
              </a:ext>
            </a:extLst>
          </p:cNvPr>
          <p:cNvSpPr>
            <a:spLocks noGrp="1" noChangeAspect="1"/>
          </p:cNvSpPr>
          <p:nvPr>
            <p:ph type="pic" sz="quarter" idx="14"/>
          </p:nvPr>
        </p:nvSpPr>
        <p:spPr>
          <a:xfrm>
            <a:off x="1164139" y="187335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7" name="Content Placeholder 4">
            <a:extLst>
              <a:ext uri="{FF2B5EF4-FFF2-40B4-BE49-F238E27FC236}">
                <a16:creationId xmlns:a16="http://schemas.microsoft.com/office/drawing/2014/main" id="{0C088CF8-D427-4D7B-ADC4-7393857FC9D9}"/>
              </a:ext>
            </a:extLst>
          </p:cNvPr>
          <p:cNvSpPr>
            <a:spLocks noGrp="1"/>
          </p:cNvSpPr>
          <p:nvPr>
            <p:ph sz="quarter" idx="19"/>
          </p:nvPr>
        </p:nvSpPr>
        <p:spPr>
          <a:xfrm>
            <a:off x="509960" y="4561539"/>
            <a:ext cx="3468359" cy="1198002"/>
          </a:xfrm>
        </p:spPr>
        <p:txBody>
          <a:bodyPr/>
          <a:lstStyle>
            <a:lvl1pPr marL="40639" indent="0" algn="ctr">
              <a:spcBef>
                <a:spcPts val="1176"/>
              </a:spcBef>
              <a:buFont typeface="Arial" panose="020B0604020202020204" pitchFamily="34" charset="0"/>
              <a:buNone/>
              <a:defRPr sz="22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9" name="Content Placeholder 4">
            <a:extLst>
              <a:ext uri="{FF2B5EF4-FFF2-40B4-BE49-F238E27FC236}">
                <a16:creationId xmlns:a16="http://schemas.microsoft.com/office/drawing/2014/main" id="{C4FC418A-CCEF-722E-46A6-ECD7A52D7148}"/>
              </a:ext>
            </a:extLst>
          </p:cNvPr>
          <p:cNvSpPr>
            <a:spLocks noGrp="1"/>
          </p:cNvSpPr>
          <p:nvPr>
            <p:ph sz="quarter" idx="22" hasCustomPrompt="1"/>
          </p:nvPr>
        </p:nvSpPr>
        <p:spPr>
          <a:xfrm>
            <a:off x="509960" y="4205277"/>
            <a:ext cx="3468359" cy="415637"/>
          </a:xfrm>
        </p:spPr>
        <p:txBody>
          <a:bodyPr/>
          <a:lstStyle>
            <a:lvl1pPr marL="40639" indent="0" algn="ctr">
              <a:spcBef>
                <a:spcPts val="1176"/>
              </a:spcBef>
              <a:buFont typeface="Arial" panose="020B0604020202020204" pitchFamily="34" charset="0"/>
              <a:buNone/>
              <a:defRPr sz="22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
        <p:nvSpPr>
          <p:cNvPr id="12" name="Tijdelijke aanduiding voor afbeelding 12">
            <a:extLst>
              <a:ext uri="{FF2B5EF4-FFF2-40B4-BE49-F238E27FC236}">
                <a16:creationId xmlns:a16="http://schemas.microsoft.com/office/drawing/2014/main" id="{64CF1BDD-2BF3-EA09-F2CD-A1CF313AF190}"/>
              </a:ext>
            </a:extLst>
          </p:cNvPr>
          <p:cNvSpPr>
            <a:spLocks noGrp="1" noChangeAspect="1"/>
          </p:cNvSpPr>
          <p:nvPr>
            <p:ph type="pic" sz="quarter" idx="23"/>
          </p:nvPr>
        </p:nvSpPr>
        <p:spPr>
          <a:xfrm>
            <a:off x="5016000" y="187335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3" name="Content Placeholder 4">
            <a:extLst>
              <a:ext uri="{FF2B5EF4-FFF2-40B4-BE49-F238E27FC236}">
                <a16:creationId xmlns:a16="http://schemas.microsoft.com/office/drawing/2014/main" id="{EF29977E-553C-E789-3BD8-DBBA38EFACA1}"/>
              </a:ext>
            </a:extLst>
          </p:cNvPr>
          <p:cNvSpPr>
            <a:spLocks noGrp="1"/>
          </p:cNvSpPr>
          <p:nvPr>
            <p:ph sz="quarter" idx="24"/>
          </p:nvPr>
        </p:nvSpPr>
        <p:spPr>
          <a:xfrm>
            <a:off x="4361821" y="4561539"/>
            <a:ext cx="3468359" cy="1198002"/>
          </a:xfrm>
        </p:spPr>
        <p:txBody>
          <a:bodyPr/>
          <a:lstStyle>
            <a:lvl1pPr marL="40639" indent="0" algn="ctr">
              <a:spcBef>
                <a:spcPts val="1176"/>
              </a:spcBef>
              <a:buFont typeface="Arial" panose="020B0604020202020204" pitchFamily="34" charset="0"/>
              <a:buNone/>
              <a:defRPr sz="22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14" name="Content Placeholder 4">
            <a:extLst>
              <a:ext uri="{FF2B5EF4-FFF2-40B4-BE49-F238E27FC236}">
                <a16:creationId xmlns:a16="http://schemas.microsoft.com/office/drawing/2014/main" id="{39AF1F99-F04F-5A89-C73F-C138DC3FCAA6}"/>
              </a:ext>
            </a:extLst>
          </p:cNvPr>
          <p:cNvSpPr>
            <a:spLocks noGrp="1"/>
          </p:cNvSpPr>
          <p:nvPr>
            <p:ph sz="quarter" idx="25" hasCustomPrompt="1"/>
          </p:nvPr>
        </p:nvSpPr>
        <p:spPr>
          <a:xfrm>
            <a:off x="4361820" y="4205277"/>
            <a:ext cx="3468359" cy="415637"/>
          </a:xfrm>
        </p:spPr>
        <p:txBody>
          <a:bodyPr/>
          <a:lstStyle>
            <a:lvl1pPr marL="40639" indent="0" algn="ctr">
              <a:spcBef>
                <a:spcPts val="1176"/>
              </a:spcBef>
              <a:buFont typeface="Arial" panose="020B0604020202020204" pitchFamily="34" charset="0"/>
              <a:buNone/>
              <a:defRPr sz="22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
        <p:nvSpPr>
          <p:cNvPr id="15" name="Tijdelijke aanduiding voor afbeelding 12">
            <a:extLst>
              <a:ext uri="{FF2B5EF4-FFF2-40B4-BE49-F238E27FC236}">
                <a16:creationId xmlns:a16="http://schemas.microsoft.com/office/drawing/2014/main" id="{801155BE-9168-3B37-37D7-58E2E91838E7}"/>
              </a:ext>
            </a:extLst>
          </p:cNvPr>
          <p:cNvSpPr>
            <a:spLocks noGrp="1" noChangeAspect="1"/>
          </p:cNvSpPr>
          <p:nvPr>
            <p:ph type="pic" sz="quarter" idx="26"/>
          </p:nvPr>
        </p:nvSpPr>
        <p:spPr>
          <a:xfrm>
            <a:off x="8867860" y="1873355"/>
            <a:ext cx="2160000" cy="2160000"/>
          </a:xfrm>
          <a:prstGeom prst="ellipse">
            <a:avLst/>
          </a:prstGeom>
        </p:spPr>
        <p:txBody>
          <a:bodyPr/>
          <a:lstStyle>
            <a:lvl1pPr marL="40639" indent="0" algn="ctr">
              <a:buNone/>
              <a:defRPr sz="1600"/>
            </a:lvl1pPr>
          </a:lstStyle>
          <a:p>
            <a:r>
              <a:rPr lang="en-US"/>
              <a:t>Click icon to add picture</a:t>
            </a:r>
            <a:endParaRPr lang="en-US" dirty="0"/>
          </a:p>
        </p:txBody>
      </p:sp>
      <p:sp>
        <p:nvSpPr>
          <p:cNvPr id="16" name="Content Placeholder 4">
            <a:extLst>
              <a:ext uri="{FF2B5EF4-FFF2-40B4-BE49-F238E27FC236}">
                <a16:creationId xmlns:a16="http://schemas.microsoft.com/office/drawing/2014/main" id="{96E5FE48-6A9D-1329-BC32-D549789EECEF}"/>
              </a:ext>
            </a:extLst>
          </p:cNvPr>
          <p:cNvSpPr>
            <a:spLocks noGrp="1"/>
          </p:cNvSpPr>
          <p:nvPr>
            <p:ph sz="quarter" idx="27"/>
          </p:nvPr>
        </p:nvSpPr>
        <p:spPr>
          <a:xfrm>
            <a:off x="8213681" y="4561539"/>
            <a:ext cx="3468359" cy="1198002"/>
          </a:xfrm>
        </p:spPr>
        <p:txBody>
          <a:bodyPr/>
          <a:lstStyle>
            <a:lvl1pPr marL="40639" indent="0" algn="ctr">
              <a:spcBef>
                <a:spcPts val="1176"/>
              </a:spcBef>
              <a:buFont typeface="Arial" panose="020B0604020202020204" pitchFamily="34" charset="0"/>
              <a:buNone/>
              <a:defRPr sz="2200" b="0" i="0">
                <a:solidFill>
                  <a:schemeClr val="tx1"/>
                </a:solidFill>
                <a:latin typeface="Fira Sans Light" panose="020B04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US"/>
              <a:t>Click to edit Master text styles</a:t>
            </a:r>
          </a:p>
        </p:txBody>
      </p:sp>
      <p:sp>
        <p:nvSpPr>
          <p:cNvPr id="17" name="Content Placeholder 4">
            <a:extLst>
              <a:ext uri="{FF2B5EF4-FFF2-40B4-BE49-F238E27FC236}">
                <a16:creationId xmlns:a16="http://schemas.microsoft.com/office/drawing/2014/main" id="{D55B831E-8B46-0D1E-3F5C-632827FDA590}"/>
              </a:ext>
            </a:extLst>
          </p:cNvPr>
          <p:cNvSpPr>
            <a:spLocks noGrp="1"/>
          </p:cNvSpPr>
          <p:nvPr>
            <p:ph sz="quarter" idx="28" hasCustomPrompt="1"/>
          </p:nvPr>
        </p:nvSpPr>
        <p:spPr>
          <a:xfrm>
            <a:off x="8213681" y="4205277"/>
            <a:ext cx="3468359" cy="415637"/>
          </a:xfrm>
        </p:spPr>
        <p:txBody>
          <a:bodyPr/>
          <a:lstStyle>
            <a:lvl1pPr marL="40639" indent="0" algn="ctr">
              <a:spcBef>
                <a:spcPts val="1176"/>
              </a:spcBef>
              <a:buFont typeface="Arial" panose="020B0604020202020204" pitchFamily="34" charset="0"/>
              <a:buNone/>
              <a:defRPr sz="2200" b="0" i="0">
                <a:solidFill>
                  <a:schemeClr val="tx1"/>
                </a:solidFill>
                <a:latin typeface="Fira Sans Medium" panose="020B0503050000020004" pitchFamily="34" charset="0"/>
              </a:defRPr>
            </a:lvl1pPr>
            <a:lvl2pPr marL="354709" indent="0" algn="ctr">
              <a:spcBef>
                <a:spcPts val="1176"/>
              </a:spcBef>
              <a:buNone/>
              <a:defRPr sz="2400">
                <a:solidFill>
                  <a:schemeClr val="tx1"/>
                </a:solidFill>
              </a:defRPr>
            </a:lvl2pPr>
            <a:lvl3pPr marL="660652" indent="0" algn="ctr">
              <a:spcBef>
                <a:spcPts val="1176"/>
              </a:spcBef>
              <a:buNone/>
              <a:defRPr sz="2400">
                <a:solidFill>
                  <a:schemeClr val="tx1"/>
                </a:solidFill>
              </a:defRPr>
            </a:lvl3pPr>
            <a:lvl4pPr marL="954403" indent="0" algn="ctr">
              <a:spcBef>
                <a:spcPts val="1176"/>
              </a:spcBef>
              <a:buNone/>
              <a:defRPr sz="2400">
                <a:solidFill>
                  <a:schemeClr val="tx1"/>
                </a:solidFill>
              </a:defRPr>
            </a:lvl4pPr>
            <a:lvl5pPr marL="1249200" indent="0" algn="ctr">
              <a:spcBef>
                <a:spcPts val="1176"/>
              </a:spcBef>
              <a:buNone/>
              <a:defRPr sz="2400">
                <a:solidFill>
                  <a:schemeClr val="tx1"/>
                </a:solidFill>
              </a:defRPr>
            </a:lvl5pPr>
          </a:lstStyle>
          <a:p>
            <a:pPr lvl="0"/>
            <a:r>
              <a:rPr lang="en-GB" dirty="0"/>
              <a:t>Click to edit text</a:t>
            </a:r>
          </a:p>
        </p:txBody>
      </p:sp>
    </p:spTree>
    <p:extLst>
      <p:ext uri="{BB962C8B-B14F-4D97-AF65-F5344CB8AC3E}">
        <p14:creationId xmlns:p14="http://schemas.microsoft.com/office/powerpoint/2010/main" val="564420"/>
      </p:ext>
    </p:extLst>
  </p:cSld>
  <p:clrMapOvr>
    <a:masterClrMapping/>
  </p:clrMapOvr>
  <p:extLst>
    <p:ext uri="{DCECCB84-F9BA-43D5-87BE-67443E8EF086}">
      <p15:sldGuideLst xmlns:p15="http://schemas.microsoft.com/office/powerpoint/2012/main">
        <p15:guide id="1" pos="211">
          <p15:clr>
            <a:srgbClr val="FBAE40"/>
          </p15:clr>
        </p15:guide>
        <p15:guide id="2" orient="horz" pos="210">
          <p15:clr>
            <a:srgbClr val="FBAE40"/>
          </p15:clr>
        </p15:guide>
        <p15:guide id="3" orient="horz" pos="414">
          <p15:clr>
            <a:srgbClr val="FBAE40"/>
          </p15:clr>
        </p15:guide>
        <p15:guide id="4" orient="horz" pos="913">
          <p15:clr>
            <a:srgbClr val="FBAE40"/>
          </p15:clr>
        </p15:guide>
        <p15:guide id="5" orient="horz" pos="4110">
          <p15:clr>
            <a:srgbClr val="FBAE40"/>
          </p15:clr>
        </p15:guide>
        <p15:guide id="6" orient="horz" pos="3906">
          <p15:clr>
            <a:srgbClr val="FBAE40"/>
          </p15:clr>
        </p15:guide>
        <p15:guide id="7" pos="746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3"/>
          </a:xfrm>
          <a:prstGeom prst="rect">
            <a:avLst/>
          </a:prstGeom>
        </p:spPr>
        <p:txBody>
          <a:bodyPr/>
          <a:lstStyle>
            <a:lvl1pPr>
              <a:defRPr sz="3600">
                <a:solidFill>
                  <a:schemeClr val="tx1"/>
                </a:solidFill>
              </a:defRPr>
            </a:lvl1pPr>
          </a:lstStyle>
          <a:p>
            <a:r>
              <a:rPr lang="en-US"/>
              <a:t>Click to edit Master title style</a:t>
            </a:r>
            <a:endParaRPr lang="en-US" dirty="0"/>
          </a:p>
        </p:txBody>
      </p: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Content Placeholder 4">
            <a:extLst>
              <a:ext uri="{FF2B5EF4-FFF2-40B4-BE49-F238E27FC236}">
                <a16:creationId xmlns:a16="http://schemas.microsoft.com/office/drawing/2014/main" id="{90352F92-09FD-6C95-2310-D1E6CB738831}"/>
              </a:ext>
            </a:extLst>
          </p:cNvPr>
          <p:cNvSpPr>
            <a:spLocks noGrp="1"/>
          </p:cNvSpPr>
          <p:nvPr>
            <p:ph sz="quarter" idx="19"/>
          </p:nvPr>
        </p:nvSpPr>
        <p:spPr>
          <a:xfrm>
            <a:off x="4152426" y="551208"/>
            <a:ext cx="7704611" cy="5649562"/>
          </a:xfrm>
        </p:spPr>
        <p:txBody>
          <a:bodyPr/>
          <a:lstStyle>
            <a:lvl1pPr marL="334390" indent="-293751">
              <a:spcBef>
                <a:spcPts val="1176"/>
              </a:spcBef>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Slide Number Placeholder 6">
            <a:extLst>
              <a:ext uri="{FF2B5EF4-FFF2-40B4-BE49-F238E27FC236}">
                <a16:creationId xmlns:a16="http://schemas.microsoft.com/office/drawing/2014/main" id="{E375921B-3BC6-0782-EADD-26857A7847E4}"/>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6" name="Tijdelijke aanduiding voor voettekst 2">
            <a:extLst>
              <a:ext uri="{FF2B5EF4-FFF2-40B4-BE49-F238E27FC236}">
                <a16:creationId xmlns:a16="http://schemas.microsoft.com/office/drawing/2014/main" id="{4695A83F-C9ED-F50C-E5A4-53C061CBD656}"/>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548213796"/>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Grey)">
    <p:bg>
      <p:bgPr>
        <a:solidFill>
          <a:schemeClr val="bg2"/>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Slide Number Placeholder 6">
            <a:extLst>
              <a:ext uri="{FF2B5EF4-FFF2-40B4-BE49-F238E27FC236}">
                <a16:creationId xmlns:a16="http://schemas.microsoft.com/office/drawing/2014/main" id="{7E1E1944-7068-A8DF-C647-3C98885A9468}"/>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6" name="Tijdelijke aanduiding voor voettekst 2">
            <a:extLst>
              <a:ext uri="{FF2B5EF4-FFF2-40B4-BE49-F238E27FC236}">
                <a16:creationId xmlns:a16="http://schemas.microsoft.com/office/drawing/2014/main" id="{DC9FAC1A-F1D5-FFFD-873B-E3B269FCBA44}"/>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8" name="Title 1">
            <a:extLst>
              <a:ext uri="{FF2B5EF4-FFF2-40B4-BE49-F238E27FC236}">
                <a16:creationId xmlns:a16="http://schemas.microsoft.com/office/drawing/2014/main" id="{DDEF9E1C-0DDE-1761-89FF-553DF6904A0F}"/>
              </a:ext>
            </a:extLst>
          </p:cNvPr>
          <p:cNvSpPr>
            <a:spLocks noGrp="1"/>
          </p:cNvSpPr>
          <p:nvPr>
            <p:ph type="title"/>
          </p:nvPr>
        </p:nvSpPr>
        <p:spPr>
          <a:xfrm>
            <a:off x="242969" y="519957"/>
            <a:ext cx="3817994" cy="5680817"/>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9" name="Content Placeholder 4">
            <a:extLst>
              <a:ext uri="{FF2B5EF4-FFF2-40B4-BE49-F238E27FC236}">
                <a16:creationId xmlns:a16="http://schemas.microsoft.com/office/drawing/2014/main" id="{CD0841CC-FDBC-C6F5-5902-8F290A2B6EA6}"/>
              </a:ext>
            </a:extLst>
          </p:cNvPr>
          <p:cNvSpPr>
            <a:spLocks noGrp="1"/>
          </p:cNvSpPr>
          <p:nvPr>
            <p:ph sz="quarter" idx="19"/>
          </p:nvPr>
        </p:nvSpPr>
        <p:spPr>
          <a:xfrm>
            <a:off x="4152426" y="551207"/>
            <a:ext cx="7704611" cy="5649563"/>
          </a:xfrm>
        </p:spPr>
        <p:txBody>
          <a:bodyPr/>
          <a:lstStyle>
            <a:lvl1pPr marL="334390" indent="-293751">
              <a:spcBef>
                <a:spcPts val="1176"/>
              </a:spcBef>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791702500"/>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Dark)">
    <p:bg>
      <p:bgPr>
        <a:solidFill>
          <a:schemeClr val="tx1"/>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Slide Number Placeholder 6">
            <a:extLst>
              <a:ext uri="{FF2B5EF4-FFF2-40B4-BE49-F238E27FC236}">
                <a16:creationId xmlns:a16="http://schemas.microsoft.com/office/drawing/2014/main" id="{977BC1F3-41D6-531A-C75A-48C63980B5C1}"/>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sp>
        <p:nvSpPr>
          <p:cNvPr id="9" name="Tijdelijke aanduiding voor voettekst 2">
            <a:extLst>
              <a:ext uri="{FF2B5EF4-FFF2-40B4-BE49-F238E27FC236}">
                <a16:creationId xmlns:a16="http://schemas.microsoft.com/office/drawing/2014/main" id="{D49A1260-7183-3F25-A44A-BE7847AFB49A}"/>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
        <p:nvSpPr>
          <p:cNvPr id="10" name="Title 1">
            <a:extLst>
              <a:ext uri="{FF2B5EF4-FFF2-40B4-BE49-F238E27FC236}">
                <a16:creationId xmlns:a16="http://schemas.microsoft.com/office/drawing/2014/main" id="{75F989AE-CE31-973C-6843-1B5DD053E1F1}"/>
              </a:ext>
            </a:extLst>
          </p:cNvPr>
          <p:cNvSpPr>
            <a:spLocks noGrp="1"/>
          </p:cNvSpPr>
          <p:nvPr>
            <p:ph type="title"/>
          </p:nvPr>
        </p:nvSpPr>
        <p:spPr>
          <a:xfrm>
            <a:off x="242969" y="519957"/>
            <a:ext cx="3817994" cy="5680817"/>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12" name="Content Placeholder 4">
            <a:extLst>
              <a:ext uri="{FF2B5EF4-FFF2-40B4-BE49-F238E27FC236}">
                <a16:creationId xmlns:a16="http://schemas.microsoft.com/office/drawing/2014/main" id="{9ADBD5AC-4842-A17A-97DA-56BB274889ED}"/>
              </a:ext>
            </a:extLst>
          </p:cNvPr>
          <p:cNvSpPr>
            <a:spLocks noGrp="1"/>
          </p:cNvSpPr>
          <p:nvPr>
            <p:ph sz="quarter" idx="19"/>
          </p:nvPr>
        </p:nvSpPr>
        <p:spPr>
          <a:xfrm>
            <a:off x="4152426" y="551207"/>
            <a:ext cx="7704611" cy="5649567"/>
          </a:xfrm>
        </p:spPr>
        <p:txBody>
          <a:bodyPr/>
          <a:lstStyle>
            <a:lvl1pPr marL="334390" indent="-293751">
              <a:spcBef>
                <a:spcPts val="1176"/>
              </a:spcBef>
              <a:defRPr sz="2400">
                <a:solidFill>
                  <a:schemeClr val="bg1"/>
                </a:solidFill>
              </a:defRPr>
            </a:lvl1pPr>
            <a:lvl2pPr marL="648460" indent="-293751">
              <a:spcBef>
                <a:spcPts val="1176"/>
              </a:spcBef>
              <a:defRPr sz="2400">
                <a:solidFill>
                  <a:schemeClr val="bg1"/>
                </a:solidFill>
              </a:defRPr>
            </a:lvl2pPr>
            <a:lvl3pPr marL="954403" indent="-293751">
              <a:spcBef>
                <a:spcPts val="1176"/>
              </a:spcBef>
              <a:defRPr sz="2400">
                <a:solidFill>
                  <a:schemeClr val="bg1"/>
                </a:solidFill>
              </a:defRPr>
            </a:lvl3pPr>
            <a:lvl4pPr marL="1248154" indent="-293751">
              <a:spcBef>
                <a:spcPts val="1176"/>
              </a:spcBef>
              <a:defRPr sz="2400">
                <a:solidFill>
                  <a:schemeClr val="bg1"/>
                </a:solidFill>
              </a:defRPr>
            </a:lvl4pPr>
            <a:lvl5pPr marL="1544400" indent="-295200">
              <a:spcBef>
                <a:spcPts val="1176"/>
              </a:spcBef>
              <a:defRPr sz="24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09432664"/>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p:bg>
      <p:bgPr>
        <a:solidFill>
          <a:schemeClr val="bg1"/>
        </a:solidFill>
        <a:effectLst/>
      </p:bgPr>
    </p:bg>
    <p:spTree>
      <p:nvGrpSpPr>
        <p:cNvPr id="1" name=""/>
        <p:cNvGrpSpPr/>
        <p:nvPr/>
      </p:nvGrpSpPr>
      <p:grpSpPr>
        <a:xfrm>
          <a:off x="0" y="0"/>
          <a:ext cx="0" cy="0"/>
          <a:chOff x="0" y="0"/>
          <a:chExt cx="0" cy="0"/>
        </a:xfrm>
      </p:grpSpPr>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7"/>
          </a:xfrm>
          <a:prstGeom prst="rect">
            <a:avLst/>
          </a:prstGeom>
        </p:spPr>
        <p:txBody>
          <a:bodyPr/>
          <a:lstStyle>
            <a:lvl1pPr>
              <a:defRPr sz="3600">
                <a:solidFill>
                  <a:schemeClr val="tx1"/>
                </a:solidFill>
              </a:defRPr>
            </a:lvl1pPr>
          </a:lstStyle>
          <a:p>
            <a:r>
              <a:rPr lang="en-US"/>
              <a:t>Click to edit Master title style</a:t>
            </a:r>
            <a:endParaRPr lang="en-US" dirty="0"/>
          </a:p>
        </p:txBody>
      </p:sp>
      <p:cxnSp>
        <p:nvCxnSpPr>
          <p:cNvPr id="5" name="Rechte verbindingslijn 8">
            <a:extLst>
              <a:ext uri="{FF2B5EF4-FFF2-40B4-BE49-F238E27FC236}">
                <a16:creationId xmlns:a16="http://schemas.microsoft.com/office/drawing/2014/main" id="{2F447712-CCC9-1E73-1528-C9E286DFAE58}"/>
              </a:ext>
            </a:extLst>
          </p:cNvPr>
          <p:cNvCxnSpPr>
            <a:cxnSpLocks/>
          </p:cNvCxnSpPr>
          <p:nvPr userDrawn="1"/>
        </p:nvCxnSpPr>
        <p:spPr>
          <a:xfrm flipH="1">
            <a:off x="4233001" y="354338"/>
            <a:ext cx="7623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8" name="Content Placeholder 4">
            <a:extLst>
              <a:ext uri="{FF2B5EF4-FFF2-40B4-BE49-F238E27FC236}">
                <a16:creationId xmlns:a16="http://schemas.microsoft.com/office/drawing/2014/main" id="{B3710905-0921-B14E-951B-3D074520550C}"/>
              </a:ext>
            </a:extLst>
          </p:cNvPr>
          <p:cNvSpPr>
            <a:spLocks noGrp="1"/>
          </p:cNvSpPr>
          <p:nvPr>
            <p:ph sz="quarter" idx="17"/>
          </p:nvPr>
        </p:nvSpPr>
        <p:spPr>
          <a:xfrm>
            <a:off x="8150085" y="557835"/>
            <a:ext cx="3705915" cy="5642938"/>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4">
            <a:extLst>
              <a:ext uri="{FF2B5EF4-FFF2-40B4-BE49-F238E27FC236}">
                <a16:creationId xmlns:a16="http://schemas.microsoft.com/office/drawing/2014/main" id="{3A61168B-746D-0F1E-8ABF-B574466BF75A}"/>
              </a:ext>
            </a:extLst>
          </p:cNvPr>
          <p:cNvSpPr>
            <a:spLocks noGrp="1"/>
          </p:cNvSpPr>
          <p:nvPr>
            <p:ph sz="quarter" idx="19"/>
          </p:nvPr>
        </p:nvSpPr>
        <p:spPr>
          <a:xfrm>
            <a:off x="4165679" y="557834"/>
            <a:ext cx="3785626" cy="5642939"/>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6">
            <a:extLst>
              <a:ext uri="{FF2B5EF4-FFF2-40B4-BE49-F238E27FC236}">
                <a16:creationId xmlns:a16="http://schemas.microsoft.com/office/drawing/2014/main" id="{35D3CD3E-D68F-F1FD-C1CC-A3B3A9BC4F0D}"/>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11" name="Tijdelijke aanduiding voor voettekst 2">
            <a:extLst>
              <a:ext uri="{FF2B5EF4-FFF2-40B4-BE49-F238E27FC236}">
                <a16:creationId xmlns:a16="http://schemas.microsoft.com/office/drawing/2014/main" id="{03A8F1C1-F800-5353-A653-C25D0157B9FA}"/>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049169315"/>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lumns Right">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4233001" y="333376"/>
            <a:ext cx="7623000"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5" name="Content Placeholder 4">
            <a:extLst>
              <a:ext uri="{FF2B5EF4-FFF2-40B4-BE49-F238E27FC236}">
                <a16:creationId xmlns:a16="http://schemas.microsoft.com/office/drawing/2014/main" id="{786D37AA-3F5C-25EA-E4BF-37407F6CF359}"/>
              </a:ext>
            </a:extLst>
          </p:cNvPr>
          <p:cNvSpPr>
            <a:spLocks noGrp="1"/>
          </p:cNvSpPr>
          <p:nvPr>
            <p:ph sz="quarter" idx="19"/>
          </p:nvPr>
        </p:nvSpPr>
        <p:spPr>
          <a:xfrm>
            <a:off x="4306691" y="551209"/>
            <a:ext cx="7434735" cy="5511662"/>
          </a:xfrm>
        </p:spPr>
        <p:txBody>
          <a:bodyPr/>
          <a:lstStyle>
            <a:lvl1pPr marL="383539" indent="-342900">
              <a:spcBef>
                <a:spcPts val="1176"/>
              </a:spcBef>
              <a:buFont typeface="Arial" panose="020B0604020202020204" pitchFamily="34" charset="0"/>
              <a:buChar char="•"/>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Rechte verbindingslijn 8">
            <a:extLst>
              <a:ext uri="{FF2B5EF4-FFF2-40B4-BE49-F238E27FC236}">
                <a16:creationId xmlns:a16="http://schemas.microsoft.com/office/drawing/2014/main" id="{B28CFA3A-B916-4D8E-5DE2-97F3BD190BE2}"/>
              </a:ext>
            </a:extLst>
          </p:cNvPr>
          <p:cNvCxnSpPr>
            <a:cxnSpLocks/>
          </p:cNvCxnSpPr>
          <p:nvPr userDrawn="1"/>
        </p:nvCxnSpPr>
        <p:spPr>
          <a:xfrm flipH="1">
            <a:off x="334963" y="354338"/>
            <a:ext cx="3726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Title 1">
            <a:extLst>
              <a:ext uri="{FF2B5EF4-FFF2-40B4-BE49-F238E27FC236}">
                <a16:creationId xmlns:a16="http://schemas.microsoft.com/office/drawing/2014/main" id="{62670F00-8FF6-161F-BC17-C8FBC354174B}"/>
              </a:ext>
            </a:extLst>
          </p:cNvPr>
          <p:cNvSpPr>
            <a:spLocks noGrp="1"/>
          </p:cNvSpPr>
          <p:nvPr>
            <p:ph type="title"/>
          </p:nvPr>
        </p:nvSpPr>
        <p:spPr>
          <a:xfrm>
            <a:off x="242969" y="519957"/>
            <a:ext cx="3817994" cy="5680815"/>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6" name="Slide Number Placeholder 6">
            <a:extLst>
              <a:ext uri="{FF2B5EF4-FFF2-40B4-BE49-F238E27FC236}">
                <a16:creationId xmlns:a16="http://schemas.microsoft.com/office/drawing/2014/main" id="{E172925C-8A38-989F-7954-FBD261E85FBA}"/>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7" name="Tijdelijke aanduiding voor voettekst 2">
            <a:extLst>
              <a:ext uri="{FF2B5EF4-FFF2-40B4-BE49-F238E27FC236}">
                <a16:creationId xmlns:a16="http://schemas.microsoft.com/office/drawing/2014/main" id="{CA5BBCF9-D983-C599-B107-6D91BB7A9AF5}"/>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2012145791"/>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8" pos="2661">
          <p15:clr>
            <a:srgbClr val="FBAE40"/>
          </p15:clr>
        </p15:guide>
        <p15:guide id="12" orient="horz" pos="4110" userDrawn="1">
          <p15:clr>
            <a:srgbClr val="FBAE40"/>
          </p15:clr>
        </p15:guide>
        <p15:guide id="13" orient="horz" pos="3906"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Right (Grey)">
    <p:bg>
      <p:bgPr>
        <a:solidFill>
          <a:schemeClr val="bg2"/>
        </a:solidFill>
        <a:effectLst/>
      </p:bgPr>
    </p:bg>
    <p:spTree>
      <p:nvGrpSpPr>
        <p:cNvPr id="1" name=""/>
        <p:cNvGrpSpPr/>
        <p:nvPr/>
      </p:nvGrpSpPr>
      <p:grpSpPr>
        <a:xfrm>
          <a:off x="0" y="0"/>
          <a:ext cx="0" cy="0"/>
          <a:chOff x="0" y="0"/>
          <a:chExt cx="0" cy="0"/>
        </a:xfrm>
      </p:grpSpPr>
      <p:sp>
        <p:nvSpPr>
          <p:cNvPr id="6" name="Rechthoek 8">
            <a:extLst>
              <a:ext uri="{FF2B5EF4-FFF2-40B4-BE49-F238E27FC236}">
                <a16:creationId xmlns:a16="http://schemas.microsoft.com/office/drawing/2014/main" id="{37A50D53-3DF6-C1E3-48FB-53E227B07436}"/>
              </a:ext>
            </a:extLst>
          </p:cNvPr>
          <p:cNvSpPr/>
          <p:nvPr userDrawn="1"/>
        </p:nvSpPr>
        <p:spPr>
          <a:xfrm flipH="1">
            <a:off x="336000" y="333376"/>
            <a:ext cx="3724962"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4233001"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9" name="Title 1">
            <a:extLst>
              <a:ext uri="{FF2B5EF4-FFF2-40B4-BE49-F238E27FC236}">
                <a16:creationId xmlns:a16="http://schemas.microsoft.com/office/drawing/2014/main" id="{FED2BB1F-69EE-F3FB-CE04-CC323C8A3368}"/>
              </a:ext>
            </a:extLst>
          </p:cNvPr>
          <p:cNvSpPr>
            <a:spLocks noGrp="1"/>
          </p:cNvSpPr>
          <p:nvPr>
            <p:ph type="title"/>
          </p:nvPr>
        </p:nvSpPr>
        <p:spPr>
          <a:xfrm>
            <a:off x="501386" y="519956"/>
            <a:ext cx="3421257" cy="5558400"/>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4" name="Slide Number Placeholder 6">
            <a:extLst>
              <a:ext uri="{FF2B5EF4-FFF2-40B4-BE49-F238E27FC236}">
                <a16:creationId xmlns:a16="http://schemas.microsoft.com/office/drawing/2014/main" id="{BDC6F17B-22E1-D7A4-427C-8C2B59034954}"/>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5" name="Tijdelijke aanduiding voor voettekst 2">
            <a:extLst>
              <a:ext uri="{FF2B5EF4-FFF2-40B4-BE49-F238E27FC236}">
                <a16:creationId xmlns:a16="http://schemas.microsoft.com/office/drawing/2014/main" id="{AD601AC4-9A72-A8AE-1C19-F7AD1F3C7086}"/>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
        <p:nvSpPr>
          <p:cNvPr id="8" name="Content Placeholder 4">
            <a:extLst>
              <a:ext uri="{FF2B5EF4-FFF2-40B4-BE49-F238E27FC236}">
                <a16:creationId xmlns:a16="http://schemas.microsoft.com/office/drawing/2014/main" id="{EF71EC62-9703-22DC-48FF-5BB20DB8A0FB}"/>
              </a:ext>
            </a:extLst>
          </p:cNvPr>
          <p:cNvSpPr>
            <a:spLocks noGrp="1"/>
          </p:cNvSpPr>
          <p:nvPr>
            <p:ph sz="quarter" idx="19"/>
          </p:nvPr>
        </p:nvSpPr>
        <p:spPr>
          <a:xfrm>
            <a:off x="4152426" y="551207"/>
            <a:ext cx="7704611" cy="5649565"/>
          </a:xfrm>
        </p:spPr>
        <p:txBody>
          <a:bodyPr/>
          <a:lstStyle>
            <a:lvl1pPr marL="334390" indent="-293751">
              <a:spcBef>
                <a:spcPts val="1176"/>
              </a:spcBef>
              <a:defRPr sz="2400">
                <a:solidFill>
                  <a:schemeClr val="tx1"/>
                </a:solidFill>
              </a:defRPr>
            </a:lvl1pPr>
            <a:lvl2pPr marL="648460" indent="-293751">
              <a:spcBef>
                <a:spcPts val="1176"/>
              </a:spcBef>
              <a:defRPr sz="2400">
                <a:solidFill>
                  <a:schemeClr val="tx1"/>
                </a:solidFill>
              </a:defRPr>
            </a:lvl2pPr>
            <a:lvl3pPr marL="954403" indent="-293751">
              <a:spcBef>
                <a:spcPts val="1176"/>
              </a:spcBef>
              <a:defRPr sz="2400">
                <a:solidFill>
                  <a:schemeClr val="tx1"/>
                </a:solidFill>
              </a:defRPr>
            </a:lvl3pPr>
            <a:lvl4pPr marL="1248154" indent="-293751">
              <a:spcBef>
                <a:spcPts val="1176"/>
              </a:spcBef>
              <a:defRPr sz="2400">
                <a:solidFill>
                  <a:schemeClr val="tx1"/>
                </a:solidFill>
              </a:defRPr>
            </a:lvl4pPr>
            <a:lvl5pPr marL="1544400" indent="-295200">
              <a:spcBef>
                <a:spcPts val="1176"/>
              </a:spcBef>
              <a:defRPr sz="2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62044735"/>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orient="horz" pos="4110" userDrawn="1">
          <p15:clr>
            <a:srgbClr val="FBAE40"/>
          </p15:clr>
        </p15:guide>
        <p15:guide id="8" orient="horz" pos="3906" userDrawn="1">
          <p15:clr>
            <a:srgbClr val="FBAE40"/>
          </p15:clr>
        </p15:guide>
        <p15:guide id="9" pos="266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ll Column Right">
    <p:bg>
      <p:bgPr>
        <a:solidFill>
          <a:schemeClr val="bg1"/>
        </a:solidFill>
        <a:effectLst/>
      </p:bgPr>
    </p:bg>
    <p:spTree>
      <p:nvGrpSpPr>
        <p:cNvPr id="1" name=""/>
        <p:cNvGrpSpPr/>
        <p:nvPr/>
      </p:nvGrpSpPr>
      <p:grpSpPr>
        <a:xfrm>
          <a:off x="0" y="0"/>
          <a:ext cx="0" cy="0"/>
          <a:chOff x="0" y="0"/>
          <a:chExt cx="0" cy="0"/>
        </a:xfrm>
      </p:grpSpPr>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139" name="Title 1">
            <a:extLst>
              <a:ext uri="{FF2B5EF4-FFF2-40B4-BE49-F238E27FC236}">
                <a16:creationId xmlns:a16="http://schemas.microsoft.com/office/drawing/2014/main" id="{FED2BB1F-69EE-F3FB-CE04-CC323C8A3368}"/>
              </a:ext>
            </a:extLst>
          </p:cNvPr>
          <p:cNvSpPr>
            <a:spLocks noGrp="1"/>
          </p:cNvSpPr>
          <p:nvPr>
            <p:ph type="title"/>
          </p:nvPr>
        </p:nvSpPr>
        <p:spPr>
          <a:xfrm>
            <a:off x="242969" y="519957"/>
            <a:ext cx="7716032" cy="5680818"/>
          </a:xfrm>
          <a:prstGeom prst="rect">
            <a:avLst/>
          </a:prstGeom>
        </p:spPr>
        <p:txBody>
          <a:bodyPr/>
          <a:lstStyle>
            <a:lvl1pPr>
              <a:defRPr sz="3600">
                <a:solidFill>
                  <a:schemeClr val="tx1"/>
                </a:solidFill>
              </a:defRPr>
            </a:lvl1pPr>
          </a:lstStyle>
          <a:p>
            <a:r>
              <a:rPr lang="en-US"/>
              <a:t>Click to edit Master title style</a:t>
            </a:r>
            <a:endParaRPr lang="en-US" dirty="0"/>
          </a:p>
        </p:txBody>
      </p:sp>
      <p:cxnSp>
        <p:nvCxnSpPr>
          <p:cNvPr id="145" name="Rechte verbindingslijn 8">
            <a:extLst>
              <a:ext uri="{FF2B5EF4-FFF2-40B4-BE49-F238E27FC236}">
                <a16:creationId xmlns:a16="http://schemas.microsoft.com/office/drawing/2014/main" id="{A41C52AB-9C78-BF92-968A-00DC2A6E2BEF}"/>
              </a:ext>
            </a:extLst>
          </p:cNvPr>
          <p:cNvCxnSpPr>
            <a:cxnSpLocks/>
          </p:cNvCxnSpPr>
          <p:nvPr userDrawn="1"/>
        </p:nvCxnSpPr>
        <p:spPr>
          <a:xfrm flipH="1">
            <a:off x="8131038" y="354338"/>
            <a:ext cx="3726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46" name="Content Placeholder 4">
            <a:extLst>
              <a:ext uri="{FF2B5EF4-FFF2-40B4-BE49-F238E27FC236}">
                <a16:creationId xmlns:a16="http://schemas.microsoft.com/office/drawing/2014/main" id="{6A3BEB99-7EBF-D297-4E7F-2FB9E34DDC51}"/>
              </a:ext>
            </a:extLst>
          </p:cNvPr>
          <p:cNvSpPr>
            <a:spLocks noGrp="1"/>
          </p:cNvSpPr>
          <p:nvPr>
            <p:ph sz="quarter" idx="19"/>
          </p:nvPr>
        </p:nvSpPr>
        <p:spPr>
          <a:xfrm>
            <a:off x="8091282" y="572966"/>
            <a:ext cx="3765755" cy="562780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7" name="Slide Number Placeholder 6">
            <a:extLst>
              <a:ext uri="{FF2B5EF4-FFF2-40B4-BE49-F238E27FC236}">
                <a16:creationId xmlns:a16="http://schemas.microsoft.com/office/drawing/2014/main" id="{A0D11A25-5915-826B-D676-7939F793ADA9}"/>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CC97F473-C6E9-4A61-E4F3-E0D1D22535B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3214958190"/>
      </p:ext>
    </p:extLst>
  </p:cSld>
  <p:clrMapOvr>
    <a:masterClrMapping/>
  </p:clrMapOvr>
  <p:extLst>
    <p:ext uri="{DCECCB84-F9BA-43D5-87BE-67443E8EF086}">
      <p15:sldGuideLst xmlns:p15="http://schemas.microsoft.com/office/powerpoint/2012/main">
        <p15:guide id="1" pos="211" userDrawn="1">
          <p15:clr>
            <a:srgbClr val="FBAE40"/>
          </p15:clr>
        </p15:guide>
        <p15:guide id="3" pos="7469" userDrawn="1">
          <p15:clr>
            <a:srgbClr val="FBAE40"/>
          </p15:clr>
        </p15:guide>
        <p15:guide id="5" orient="horz" pos="414" userDrawn="1">
          <p15:clr>
            <a:srgbClr val="FBAE40"/>
          </p15:clr>
        </p15:guide>
        <p15:guide id="6" orient="horz" pos="210" userDrawn="1">
          <p15:clr>
            <a:srgbClr val="FBAE40"/>
          </p15:clr>
        </p15:guide>
        <p15:guide id="7" pos="5019" userDrawn="1">
          <p15:clr>
            <a:srgbClr val="FBAE40"/>
          </p15:clr>
        </p15:guide>
        <p15:guide id="8" orient="horz" pos="4110" userDrawn="1">
          <p15:clr>
            <a:srgbClr val="FBAE40"/>
          </p15:clr>
        </p15:guide>
        <p15:guide id="9" orient="horz" pos="3906"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mall Column Right (Grey)">
    <p:bg>
      <p:bgPr>
        <a:solidFill>
          <a:schemeClr val="bg2"/>
        </a:solidFill>
        <a:effectLst/>
      </p:bgPr>
    </p:bg>
    <p:spTree>
      <p:nvGrpSpPr>
        <p:cNvPr id="1" name=""/>
        <p:cNvGrpSpPr/>
        <p:nvPr/>
      </p:nvGrpSpPr>
      <p:grpSpPr>
        <a:xfrm>
          <a:off x="0" y="0"/>
          <a:ext cx="0" cy="0"/>
          <a:chOff x="0" y="0"/>
          <a:chExt cx="0" cy="0"/>
        </a:xfrm>
      </p:grpSpPr>
      <p:sp>
        <p:nvSpPr>
          <p:cNvPr id="142" name="Rechthoek 8">
            <a:extLst>
              <a:ext uri="{FF2B5EF4-FFF2-40B4-BE49-F238E27FC236}">
                <a16:creationId xmlns:a16="http://schemas.microsoft.com/office/drawing/2014/main" id="{A6F10C8A-302D-871D-2300-6F37D65E3EC5}"/>
              </a:ext>
            </a:extLst>
          </p:cNvPr>
          <p:cNvSpPr/>
          <p:nvPr userDrawn="1"/>
        </p:nvSpPr>
        <p:spPr>
          <a:xfrm flipH="1">
            <a:off x="8131038" y="333376"/>
            <a:ext cx="3724962" cy="587877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2" name="Content Placeholder 4">
            <a:extLst>
              <a:ext uri="{FF2B5EF4-FFF2-40B4-BE49-F238E27FC236}">
                <a16:creationId xmlns:a16="http://schemas.microsoft.com/office/drawing/2014/main" id="{45D90A1D-230A-BCDB-1B3E-B239CD154A18}"/>
              </a:ext>
            </a:extLst>
          </p:cNvPr>
          <p:cNvSpPr>
            <a:spLocks noGrp="1"/>
          </p:cNvSpPr>
          <p:nvPr>
            <p:ph sz="quarter" idx="19"/>
          </p:nvPr>
        </p:nvSpPr>
        <p:spPr>
          <a:xfrm>
            <a:off x="8229600" y="572966"/>
            <a:ext cx="3458818" cy="5520185"/>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9" name="Title 1">
            <a:extLst>
              <a:ext uri="{FF2B5EF4-FFF2-40B4-BE49-F238E27FC236}">
                <a16:creationId xmlns:a16="http://schemas.microsoft.com/office/drawing/2014/main" id="{FED2BB1F-69EE-F3FB-CE04-CC323C8A3368}"/>
              </a:ext>
            </a:extLst>
          </p:cNvPr>
          <p:cNvSpPr>
            <a:spLocks noGrp="1"/>
          </p:cNvSpPr>
          <p:nvPr>
            <p:ph type="title"/>
          </p:nvPr>
        </p:nvSpPr>
        <p:spPr>
          <a:xfrm>
            <a:off x="242969" y="519957"/>
            <a:ext cx="7716032" cy="5692187"/>
          </a:xfrm>
          <a:prstGeom prst="rect">
            <a:avLst/>
          </a:prstGeom>
        </p:spPr>
        <p:txBody>
          <a:bodyPr/>
          <a:lstStyle>
            <a:lvl1pPr>
              <a:defRPr sz="3600">
                <a:solidFill>
                  <a:schemeClr val="tx1"/>
                </a:solidFill>
              </a:defRPr>
            </a:lvl1pPr>
          </a:lstStyle>
          <a:p>
            <a:r>
              <a:rPr lang="en-US"/>
              <a:t>Click to edit Master title style</a:t>
            </a:r>
            <a:endParaRPr lang="en-US" dirty="0"/>
          </a:p>
        </p:txBody>
      </p:sp>
      <p:sp>
        <p:nvSpPr>
          <p:cNvPr id="3" name="Slide Number Placeholder 6">
            <a:extLst>
              <a:ext uri="{FF2B5EF4-FFF2-40B4-BE49-F238E27FC236}">
                <a16:creationId xmlns:a16="http://schemas.microsoft.com/office/drawing/2014/main" id="{71EF82F7-5754-2645-C4BF-3D06C38286A6}"/>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5" name="Tijdelijke aanduiding voor voettekst 2">
            <a:extLst>
              <a:ext uri="{FF2B5EF4-FFF2-40B4-BE49-F238E27FC236}">
                <a16:creationId xmlns:a16="http://schemas.microsoft.com/office/drawing/2014/main" id="{9A163764-6823-6A1B-C5A7-5AE4603F8CD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905752808"/>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414">
          <p15:clr>
            <a:srgbClr val="FBAE40"/>
          </p15:clr>
        </p15:guide>
        <p15:guide id="6" orient="horz" pos="210">
          <p15:clr>
            <a:srgbClr val="FBAE40"/>
          </p15:clr>
        </p15:guide>
        <p15:guide id="7" pos="5019">
          <p15:clr>
            <a:srgbClr val="FBAE40"/>
          </p15:clr>
        </p15:guide>
        <p15:guide id="8" orient="horz" pos="4110" userDrawn="1">
          <p15:clr>
            <a:srgbClr val="FBAE40"/>
          </p15:clr>
        </p15:guide>
        <p15:guide id="9" orient="horz" pos="3906"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 Classic">
    <p:spTree>
      <p:nvGrpSpPr>
        <p:cNvPr id="1" name=""/>
        <p:cNvGrpSpPr/>
        <p:nvPr/>
      </p:nvGrpSpPr>
      <p:grpSpPr>
        <a:xfrm>
          <a:off x="0" y="0"/>
          <a:ext cx="0" cy="0"/>
          <a:chOff x="0" y="0"/>
          <a:chExt cx="0" cy="0"/>
        </a:xfrm>
      </p:grpSpPr>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0FB4C7A-C9DD-C732-C6FA-9DD015916782}"/>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6" name="Content Placeholder 4">
            <a:extLst>
              <a:ext uri="{FF2B5EF4-FFF2-40B4-BE49-F238E27FC236}">
                <a16:creationId xmlns:a16="http://schemas.microsoft.com/office/drawing/2014/main" id="{616EE94F-EDA2-78D4-9A52-D8AC96E8A80B}"/>
              </a:ext>
            </a:extLst>
          </p:cNvPr>
          <p:cNvSpPr>
            <a:spLocks noGrp="1"/>
          </p:cNvSpPr>
          <p:nvPr>
            <p:ph sz="quarter" idx="19"/>
          </p:nvPr>
        </p:nvSpPr>
        <p:spPr>
          <a:xfrm>
            <a:off x="209835" y="1451737"/>
            <a:ext cx="11641619" cy="4749038"/>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6">
            <a:extLst>
              <a:ext uri="{FF2B5EF4-FFF2-40B4-BE49-F238E27FC236}">
                <a16:creationId xmlns:a16="http://schemas.microsoft.com/office/drawing/2014/main" id="{63C1ABF0-76D9-8274-27C7-F4119B777435}"/>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2C7664AC-50C6-DF7F-8314-B795788BD4F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1854181934"/>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Columns - Classic (Grey)">
    <p:bg>
      <p:bgPr>
        <a:solidFill>
          <a:schemeClr val="bg2"/>
        </a:solidFill>
        <a:effectLst/>
      </p:bgPr>
    </p:bg>
    <p:spTree>
      <p:nvGrpSpPr>
        <p:cNvPr id="1" name=""/>
        <p:cNvGrpSpPr/>
        <p:nvPr/>
      </p:nvGrpSpPr>
      <p:grpSpPr>
        <a:xfrm>
          <a:off x="0" y="0"/>
          <a:ext cx="0" cy="0"/>
          <a:chOff x="0" y="0"/>
          <a:chExt cx="0" cy="0"/>
        </a:xfrm>
      </p:grpSpPr>
      <p:cxnSp>
        <p:nvCxnSpPr>
          <p:cNvPr id="2" name="Rechte verbindingslijn 8">
            <a:extLst>
              <a:ext uri="{FF2B5EF4-FFF2-40B4-BE49-F238E27FC236}">
                <a16:creationId xmlns:a16="http://schemas.microsoft.com/office/drawing/2014/main" id="{76501614-6A83-AAC2-7106-02BC1AE84951}"/>
              </a:ext>
            </a:extLst>
          </p:cNvPr>
          <p:cNvCxnSpPr>
            <a:cxnSpLocks/>
          </p:cNvCxnSpPr>
          <p:nvPr userDrawn="1"/>
        </p:nvCxnSpPr>
        <p:spPr>
          <a:xfrm flipH="1">
            <a:off x="336000" y="354338"/>
            <a:ext cx="11520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97CF2491-B0EE-27E1-8189-732B80A05713}"/>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6" name="Content Placeholder 4">
            <a:extLst>
              <a:ext uri="{FF2B5EF4-FFF2-40B4-BE49-F238E27FC236}">
                <a16:creationId xmlns:a16="http://schemas.microsoft.com/office/drawing/2014/main" id="{3CC906F6-18E5-2473-588E-A77F259F694F}"/>
              </a:ext>
            </a:extLst>
          </p:cNvPr>
          <p:cNvSpPr>
            <a:spLocks noGrp="1"/>
          </p:cNvSpPr>
          <p:nvPr>
            <p:ph sz="quarter" idx="19"/>
          </p:nvPr>
        </p:nvSpPr>
        <p:spPr>
          <a:xfrm>
            <a:off x="209835" y="1451737"/>
            <a:ext cx="11641619" cy="4749038"/>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6">
            <a:extLst>
              <a:ext uri="{FF2B5EF4-FFF2-40B4-BE49-F238E27FC236}">
                <a16:creationId xmlns:a16="http://schemas.microsoft.com/office/drawing/2014/main" id="{0D5C5C23-9496-CCC5-CED7-FD522EBC1A57}"/>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3" name="Tijdelijke aanduiding voor voettekst 2">
            <a:extLst>
              <a:ext uri="{FF2B5EF4-FFF2-40B4-BE49-F238E27FC236}">
                <a16:creationId xmlns:a16="http://schemas.microsoft.com/office/drawing/2014/main" id="{E1EB7E51-1900-CD72-338E-9904C08ACAB0}"/>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4176862294"/>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wo Columns - Classic (Dark)">
    <p:bg>
      <p:bgPr>
        <a:solidFill>
          <a:schemeClr val="tx1"/>
        </a:solidFill>
        <a:effectLst/>
      </p:bgPr>
    </p:bg>
    <p:spTree>
      <p:nvGrpSpPr>
        <p:cNvPr id="1" name=""/>
        <p:cNvGrpSpPr/>
        <p:nvPr/>
      </p:nvGrpSpPr>
      <p:grpSpPr>
        <a:xfrm>
          <a:off x="0" y="0"/>
          <a:ext cx="0" cy="0"/>
          <a:chOff x="0" y="0"/>
          <a:chExt cx="0" cy="0"/>
        </a:xfrm>
      </p:grpSpPr>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ED88F95F-5FBF-59C5-6EEB-ABCE7212B946}"/>
              </a:ext>
            </a:extLst>
          </p:cNvPr>
          <p:cNvSpPr>
            <a:spLocks noGrp="1"/>
          </p:cNvSpPr>
          <p:nvPr>
            <p:ph type="title"/>
          </p:nvPr>
        </p:nvSpPr>
        <p:spPr>
          <a:xfrm>
            <a:off x="242969" y="533210"/>
            <a:ext cx="11608486" cy="918528"/>
          </a:xfrm>
          <a:prstGeom prst="rect">
            <a:avLst/>
          </a:prstGeom>
        </p:spPr>
        <p:txBody>
          <a:bodyPr/>
          <a:lstStyle>
            <a:lvl1pPr>
              <a:defRPr sz="2800">
                <a:solidFill>
                  <a:schemeClr val="bg1"/>
                </a:solidFill>
              </a:defRPr>
            </a:lvl1pPr>
          </a:lstStyle>
          <a:p>
            <a:r>
              <a:rPr lang="en-US"/>
              <a:t>Click to edit Master title style</a:t>
            </a:r>
            <a:endParaRPr lang="en-US" dirty="0"/>
          </a:p>
        </p:txBody>
      </p:sp>
      <p:sp>
        <p:nvSpPr>
          <p:cNvPr id="6" name="Content Placeholder 4">
            <a:extLst>
              <a:ext uri="{FF2B5EF4-FFF2-40B4-BE49-F238E27FC236}">
                <a16:creationId xmlns:a16="http://schemas.microsoft.com/office/drawing/2014/main" id="{B1BBA972-78D3-F3F3-08CF-F5C26BF1E9D4}"/>
              </a:ext>
            </a:extLst>
          </p:cNvPr>
          <p:cNvSpPr>
            <a:spLocks noGrp="1"/>
          </p:cNvSpPr>
          <p:nvPr>
            <p:ph sz="quarter" idx="19"/>
          </p:nvPr>
        </p:nvSpPr>
        <p:spPr>
          <a:xfrm>
            <a:off x="209835" y="1451738"/>
            <a:ext cx="11641619" cy="4749037"/>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6">
            <a:extLst>
              <a:ext uri="{FF2B5EF4-FFF2-40B4-BE49-F238E27FC236}">
                <a16:creationId xmlns:a16="http://schemas.microsoft.com/office/drawing/2014/main" id="{5FA98234-89D6-822F-8A10-E7DFEDC9C90B}"/>
              </a:ext>
            </a:extLst>
          </p:cNvPr>
          <p:cNvSpPr>
            <a:spLocks noGrp="1"/>
          </p:cNvSpPr>
          <p:nvPr>
            <p:ph type="sldNum" sz="quarter" idx="13"/>
          </p:nvPr>
        </p:nvSpPr>
        <p:spPr>
          <a:xfrm>
            <a:off x="334963" y="6297376"/>
            <a:ext cx="652895" cy="365125"/>
          </a:xfrm>
        </p:spPr>
        <p:txBody>
          <a:bodyPr/>
          <a:lstStyle>
            <a:lvl1pPr>
              <a:defRPr>
                <a:solidFill>
                  <a:schemeClr val="bg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9028CEA8-B60D-3F16-2760-CE24E1FEE261}"/>
              </a:ext>
            </a:extLst>
          </p:cNvPr>
          <p:cNvSpPr>
            <a:spLocks noGrp="1"/>
          </p:cNvSpPr>
          <p:nvPr>
            <p:ph type="ftr" sz="quarter" idx="18"/>
          </p:nvPr>
        </p:nvSpPr>
        <p:spPr>
          <a:xfrm>
            <a:off x="4233001" y="6297376"/>
            <a:ext cx="7623000" cy="365125"/>
          </a:xfrm>
        </p:spPr>
        <p:txBody>
          <a:bodyPr/>
          <a:lstStyle>
            <a:lvl1pPr>
              <a:defRPr>
                <a:solidFill>
                  <a:schemeClr val="bg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3589159734"/>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wo Columns 2">
    <p:spTree>
      <p:nvGrpSpPr>
        <p:cNvPr id="1" name=""/>
        <p:cNvGrpSpPr/>
        <p:nvPr/>
      </p:nvGrpSpPr>
      <p:grpSpPr>
        <a:xfrm>
          <a:off x="0" y="0"/>
          <a:ext cx="0" cy="0"/>
          <a:chOff x="0" y="0"/>
          <a:chExt cx="0" cy="0"/>
        </a:xfrm>
      </p:grpSpPr>
      <p:sp>
        <p:nvSpPr>
          <p:cNvPr id="12" name="Content Placeholder 4">
            <a:extLst>
              <a:ext uri="{FF2B5EF4-FFF2-40B4-BE49-F238E27FC236}">
                <a16:creationId xmlns:a16="http://schemas.microsoft.com/office/drawing/2014/main" id="{7841F79A-1F6D-73C9-7D44-7EC1E24F6BCD}"/>
              </a:ext>
            </a:extLst>
          </p:cNvPr>
          <p:cNvSpPr>
            <a:spLocks noGrp="1"/>
          </p:cNvSpPr>
          <p:nvPr>
            <p:ph sz="quarter" idx="27"/>
          </p:nvPr>
        </p:nvSpPr>
        <p:spPr>
          <a:xfrm>
            <a:off x="6229340" y="1451738"/>
            <a:ext cx="5622115" cy="4749037"/>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4">
            <a:extLst>
              <a:ext uri="{FF2B5EF4-FFF2-40B4-BE49-F238E27FC236}">
                <a16:creationId xmlns:a16="http://schemas.microsoft.com/office/drawing/2014/main" id="{5635ADD7-25CD-1FF7-DA90-C489DA403E96}"/>
              </a:ext>
            </a:extLst>
          </p:cNvPr>
          <p:cNvSpPr>
            <a:spLocks noGrp="1"/>
          </p:cNvSpPr>
          <p:nvPr>
            <p:ph sz="quarter" idx="19"/>
          </p:nvPr>
        </p:nvSpPr>
        <p:spPr>
          <a:xfrm>
            <a:off x="209836" y="1451738"/>
            <a:ext cx="5752824" cy="4749037"/>
          </a:xfrm>
        </p:spPr>
        <p:txBody>
          <a:bodyPr/>
          <a:lstStyle>
            <a:lvl1pPr marL="334390" indent="-293751">
              <a:spcBef>
                <a:spcPts val="1080"/>
              </a:spcBef>
              <a:defRPr sz="2000">
                <a:solidFill>
                  <a:schemeClr val="tx1"/>
                </a:solidFill>
              </a:defRPr>
            </a:lvl1pPr>
            <a:lvl2pPr marL="648460" indent="-293751">
              <a:spcBef>
                <a:spcPts val="1080"/>
              </a:spcBef>
              <a:defRPr sz="2000">
                <a:solidFill>
                  <a:schemeClr val="tx1"/>
                </a:solidFill>
              </a:defRPr>
            </a:lvl2pPr>
            <a:lvl3pPr marL="954403" indent="-293751">
              <a:spcBef>
                <a:spcPts val="1080"/>
              </a:spcBef>
              <a:defRPr sz="2000">
                <a:solidFill>
                  <a:schemeClr val="tx1"/>
                </a:solidFill>
              </a:defRPr>
            </a:lvl3pPr>
            <a:lvl4pPr marL="1248154" indent="-293751">
              <a:spcBef>
                <a:spcPts val="1080"/>
              </a:spcBef>
              <a:defRPr sz="2000">
                <a:solidFill>
                  <a:schemeClr val="tx1"/>
                </a:solidFill>
              </a:defRPr>
            </a:lvl4pPr>
            <a:lvl5pPr marL="1544400" indent="-295200">
              <a:spcBef>
                <a:spcPts val="1080"/>
              </a:spcBef>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C66F6F91-52A6-BB43-E787-E577D8E2118B}"/>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14" name="Slide Number Placeholder 6">
            <a:extLst>
              <a:ext uri="{FF2B5EF4-FFF2-40B4-BE49-F238E27FC236}">
                <a16:creationId xmlns:a16="http://schemas.microsoft.com/office/drawing/2014/main" id="{DD2B1061-F88C-28AE-A9A1-05465AC7F2B1}"/>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279AC725-EDFE-09CB-9BB4-51E67ED2913C}"/>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727729898"/>
      </p:ext>
    </p:extLst>
  </p:cSld>
  <p:clrMapOvr>
    <a:masterClrMapping/>
  </p:clrMapOvr>
  <p:extLst>
    <p:ext uri="{DCECCB84-F9BA-43D5-87BE-67443E8EF086}">
      <p15:sldGuideLst xmlns:p15="http://schemas.microsoft.com/office/powerpoint/2012/main">
        <p15:guide id="1" pos="211">
          <p15:clr>
            <a:srgbClr val="FBAE40"/>
          </p15:clr>
        </p15:guide>
        <p15:guide id="2" pos="7469" userDrawn="1">
          <p15:clr>
            <a:srgbClr val="FBAE40"/>
          </p15:clr>
        </p15:guide>
        <p15:guide id="3" orient="horz" pos="210" userDrawn="1">
          <p15:clr>
            <a:srgbClr val="FBAE40"/>
          </p15:clr>
        </p15:guide>
        <p15:guide id="4" orient="horz" pos="414" userDrawn="1">
          <p15:clr>
            <a:srgbClr val="FBAE40"/>
          </p15:clr>
        </p15:guide>
        <p15:guide id="5" orient="horz" pos="913" userDrawn="1">
          <p15:clr>
            <a:srgbClr val="FBAE40"/>
          </p15:clr>
        </p15:guide>
        <p15:guide id="6" orient="horz" pos="4110" userDrawn="1">
          <p15:clr>
            <a:srgbClr val="FBAE40"/>
          </p15:clr>
        </p15:guide>
        <p15:guide id="7" orient="horz" pos="3906"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Columns - Classic">
    <p:spTree>
      <p:nvGrpSpPr>
        <p:cNvPr id="1" name=""/>
        <p:cNvGrpSpPr/>
        <p:nvPr/>
      </p:nvGrpSpPr>
      <p:grpSpPr>
        <a:xfrm>
          <a:off x="0" y="0"/>
          <a:ext cx="0" cy="0"/>
          <a:chOff x="0" y="0"/>
          <a:chExt cx="0" cy="0"/>
        </a:xfrm>
      </p:grpSpPr>
      <p:sp>
        <p:nvSpPr>
          <p:cNvPr id="14" name="Content Placeholder 4">
            <a:extLst>
              <a:ext uri="{FF2B5EF4-FFF2-40B4-BE49-F238E27FC236}">
                <a16:creationId xmlns:a16="http://schemas.microsoft.com/office/drawing/2014/main" id="{E14805C7-358A-0142-C3D2-092FE1C51651}"/>
              </a:ext>
            </a:extLst>
          </p:cNvPr>
          <p:cNvSpPr>
            <a:spLocks noGrp="1"/>
          </p:cNvSpPr>
          <p:nvPr>
            <p:ph sz="quarter" idx="26"/>
          </p:nvPr>
        </p:nvSpPr>
        <p:spPr>
          <a:xfrm>
            <a:off x="8275463" y="1453676"/>
            <a:ext cx="3589243" cy="474709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4">
            <a:extLst>
              <a:ext uri="{FF2B5EF4-FFF2-40B4-BE49-F238E27FC236}">
                <a16:creationId xmlns:a16="http://schemas.microsoft.com/office/drawing/2014/main" id="{96E0F4DD-5CD0-1B6F-66D2-D73EA6224691}"/>
              </a:ext>
            </a:extLst>
          </p:cNvPr>
          <p:cNvSpPr>
            <a:spLocks noGrp="1"/>
          </p:cNvSpPr>
          <p:nvPr>
            <p:ph sz="quarter" idx="25"/>
          </p:nvPr>
        </p:nvSpPr>
        <p:spPr>
          <a:xfrm>
            <a:off x="4215492" y="1453676"/>
            <a:ext cx="3808699" cy="474709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4">
            <a:extLst>
              <a:ext uri="{FF2B5EF4-FFF2-40B4-BE49-F238E27FC236}">
                <a16:creationId xmlns:a16="http://schemas.microsoft.com/office/drawing/2014/main" id="{FDBA24A9-40A8-1D95-8E7A-C756E613C3CF}"/>
              </a:ext>
            </a:extLst>
          </p:cNvPr>
          <p:cNvSpPr>
            <a:spLocks noGrp="1"/>
          </p:cNvSpPr>
          <p:nvPr>
            <p:ph sz="quarter" idx="19"/>
          </p:nvPr>
        </p:nvSpPr>
        <p:spPr>
          <a:xfrm>
            <a:off x="216460" y="1453676"/>
            <a:ext cx="3747759" cy="4747099"/>
          </a:xfrm>
        </p:spPr>
        <p:txBody>
          <a:bodyPr/>
          <a:lstStyle>
            <a:lvl1pPr marL="262390" indent="-221751">
              <a:spcBef>
                <a:spcPts val="984"/>
              </a:spcBef>
              <a:defRPr sz="1600">
                <a:solidFill>
                  <a:schemeClr val="tx1"/>
                </a:solidFill>
              </a:defRPr>
            </a:lvl1pPr>
            <a:lvl2pPr marL="504460" indent="-221751">
              <a:spcBef>
                <a:spcPts val="984"/>
              </a:spcBef>
              <a:defRPr sz="1600">
                <a:solidFill>
                  <a:schemeClr val="tx1"/>
                </a:solidFill>
              </a:defRPr>
            </a:lvl2pPr>
            <a:lvl3pPr marL="738403" indent="-221751">
              <a:spcBef>
                <a:spcPts val="984"/>
              </a:spcBef>
              <a:defRPr sz="1600">
                <a:solidFill>
                  <a:schemeClr val="tx1"/>
                </a:solidFill>
              </a:defRPr>
            </a:lvl3pPr>
            <a:lvl4pPr marL="960154" indent="-221751">
              <a:spcBef>
                <a:spcPts val="984"/>
              </a:spcBef>
              <a:defRPr sz="1600">
                <a:solidFill>
                  <a:schemeClr val="tx1"/>
                </a:solidFill>
              </a:defRPr>
            </a:lvl4pPr>
            <a:lvl5pPr marL="1184400" indent="-223200">
              <a:spcBef>
                <a:spcPts val="984"/>
              </a:spcBef>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Rechte verbindingslijn 8">
            <a:extLst>
              <a:ext uri="{FF2B5EF4-FFF2-40B4-BE49-F238E27FC236}">
                <a16:creationId xmlns:a16="http://schemas.microsoft.com/office/drawing/2014/main" id="{AC823A91-A7D5-BDD9-41F4-AF127E5F5762}"/>
              </a:ext>
            </a:extLst>
          </p:cNvPr>
          <p:cNvCxnSpPr>
            <a:cxnSpLocks/>
          </p:cNvCxnSpPr>
          <p:nvPr userDrawn="1"/>
        </p:nvCxnSpPr>
        <p:spPr>
          <a:xfrm flipH="1">
            <a:off x="336000" y="354338"/>
            <a:ext cx="11520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4E3E1E6A-8280-50E4-CAD0-BB9E93B9CB65}"/>
              </a:ext>
            </a:extLst>
          </p:cNvPr>
          <p:cNvSpPr>
            <a:spLocks noGrp="1"/>
          </p:cNvSpPr>
          <p:nvPr>
            <p:ph type="title"/>
          </p:nvPr>
        </p:nvSpPr>
        <p:spPr>
          <a:xfrm>
            <a:off x="242969" y="533210"/>
            <a:ext cx="11608486" cy="918528"/>
          </a:xfrm>
          <a:prstGeom prst="rect">
            <a:avLst/>
          </a:prstGeom>
        </p:spPr>
        <p:txBody>
          <a:bodyPr/>
          <a:lstStyle>
            <a:lvl1pPr>
              <a:defRPr sz="2800">
                <a:solidFill>
                  <a:schemeClr val="tx1"/>
                </a:solidFill>
              </a:defRPr>
            </a:lvl1pPr>
          </a:lstStyle>
          <a:p>
            <a:r>
              <a:rPr lang="en-US"/>
              <a:t>Click to edit Master title style</a:t>
            </a:r>
            <a:endParaRPr lang="en-US" dirty="0"/>
          </a:p>
        </p:txBody>
      </p:sp>
      <p:sp>
        <p:nvSpPr>
          <p:cNvPr id="15" name="Slide Number Placeholder 6">
            <a:extLst>
              <a:ext uri="{FF2B5EF4-FFF2-40B4-BE49-F238E27FC236}">
                <a16:creationId xmlns:a16="http://schemas.microsoft.com/office/drawing/2014/main" id="{6AD72D60-4ED5-4094-5FD8-E5F86BAF806D}"/>
              </a:ext>
            </a:extLst>
          </p:cNvPr>
          <p:cNvSpPr>
            <a:spLocks noGrp="1"/>
          </p:cNvSpPr>
          <p:nvPr>
            <p:ph type="sldNum" sz="quarter" idx="13"/>
          </p:nvPr>
        </p:nvSpPr>
        <p:spPr>
          <a:xfrm>
            <a:off x="334963" y="6297376"/>
            <a:ext cx="652895" cy="365125"/>
          </a:xfrm>
        </p:spPr>
        <p:txBody>
          <a:bodyPr/>
          <a:lstStyle>
            <a:lvl1pPr>
              <a:defRPr>
                <a:solidFill>
                  <a:schemeClr val="tx1"/>
                </a:solidFill>
                <a:latin typeface="+mn-lt"/>
              </a:defRPr>
            </a:lvl1pPr>
          </a:lstStyle>
          <a:p>
            <a:fld id="{C3C3236D-FB65-584A-8227-5A449D06E62A}" type="slidenum">
              <a:rPr lang="en-US" smtClean="0"/>
              <a:pPr/>
              <a:t>‹#›</a:t>
            </a:fld>
            <a:endParaRPr lang="en-US"/>
          </a:p>
        </p:txBody>
      </p:sp>
      <p:sp>
        <p:nvSpPr>
          <p:cNvPr id="2" name="Tijdelijke aanduiding voor voettekst 2">
            <a:extLst>
              <a:ext uri="{FF2B5EF4-FFF2-40B4-BE49-F238E27FC236}">
                <a16:creationId xmlns:a16="http://schemas.microsoft.com/office/drawing/2014/main" id="{995727C3-BEA2-9D77-BEE0-21E85E2BCD41}"/>
              </a:ext>
            </a:extLst>
          </p:cNvPr>
          <p:cNvSpPr>
            <a:spLocks noGrp="1"/>
          </p:cNvSpPr>
          <p:nvPr>
            <p:ph type="ftr" sz="quarter" idx="18"/>
          </p:nvPr>
        </p:nvSpPr>
        <p:spPr>
          <a:xfrm>
            <a:off x="4233001" y="6297376"/>
            <a:ext cx="7623000" cy="365125"/>
          </a:xfrm>
        </p:spPr>
        <p:txBody>
          <a:bodyPr/>
          <a:lstStyle>
            <a:lvl1pPr>
              <a:defRPr>
                <a:solidFill>
                  <a:schemeClr val="tx1"/>
                </a:solidFill>
              </a:defRPr>
            </a:lvl1pPr>
          </a:lstStyle>
          <a:p>
            <a:r>
              <a:rPr lang="en-US" dirty="0"/>
              <a:t>#</a:t>
            </a:r>
            <a:r>
              <a:rPr lang="en-US" dirty="0" err="1"/>
              <a:t>CCHConnections</a:t>
            </a:r>
            <a:endParaRPr lang="en-US" dirty="0"/>
          </a:p>
        </p:txBody>
      </p:sp>
    </p:spTree>
    <p:extLst>
      <p:ext uri="{BB962C8B-B14F-4D97-AF65-F5344CB8AC3E}">
        <p14:creationId xmlns:p14="http://schemas.microsoft.com/office/powerpoint/2010/main" val="582267712"/>
      </p:ext>
    </p:extLst>
  </p:cSld>
  <p:clrMapOvr>
    <a:masterClrMapping/>
  </p:clrMapOvr>
  <p:extLst>
    <p:ext uri="{DCECCB84-F9BA-43D5-87BE-67443E8EF086}">
      <p15:sldGuideLst xmlns:p15="http://schemas.microsoft.com/office/powerpoint/2012/main">
        <p15:guide id="1" pos="211">
          <p15:clr>
            <a:srgbClr val="FBAE40"/>
          </p15:clr>
        </p15:guide>
        <p15:guide id="2" orient="horz" pos="210" userDrawn="1">
          <p15:clr>
            <a:srgbClr val="FBAE40"/>
          </p15:clr>
        </p15:guide>
        <p15:guide id="3" orient="horz" pos="414" userDrawn="1">
          <p15:clr>
            <a:srgbClr val="FBAE40"/>
          </p15:clr>
        </p15:guide>
        <p15:guide id="4" orient="horz" pos="913" userDrawn="1">
          <p15:clr>
            <a:srgbClr val="FBAE40"/>
          </p15:clr>
        </p15:guide>
        <p15:guide id="5" orient="horz" pos="4110" userDrawn="1">
          <p15:clr>
            <a:srgbClr val="FBAE40"/>
          </p15:clr>
        </p15:guide>
        <p15:guide id="6" orient="horz" pos="3906" userDrawn="1">
          <p15:clr>
            <a:srgbClr val="FBAE40"/>
          </p15:clr>
        </p15:guide>
        <p15:guide id="7" pos="7469"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chemeClr val="tx1"/>
        </a:solidFill>
        <a:effectLst/>
      </p:bgPr>
    </p:bg>
    <p:spTree>
      <p:nvGrpSpPr>
        <p:cNvPr id="1" name=""/>
        <p:cNvGrpSpPr/>
        <p:nvPr/>
      </p:nvGrpSpPr>
      <p:grpSpPr>
        <a:xfrm>
          <a:off x="0" y="0"/>
          <a:ext cx="0" cy="0"/>
          <a:chOff x="0" y="0"/>
          <a:chExt cx="0" cy="0"/>
        </a:xfrm>
      </p:grpSpPr>
      <p:pic>
        <p:nvPicPr>
          <p:cNvPr id="54" name="Picture 53" descr="A black and white sign with white text&#10;&#10;Description automatically generated">
            <a:extLst>
              <a:ext uri="{FF2B5EF4-FFF2-40B4-BE49-F238E27FC236}">
                <a16:creationId xmlns:a16="http://schemas.microsoft.com/office/drawing/2014/main" id="{1C52C29C-582D-2872-23AC-FB9EAAF2C13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842000"/>
            <a:ext cx="2799645" cy="1016000"/>
          </a:xfrm>
          <a:prstGeom prst="rect">
            <a:avLst/>
          </a:prstGeom>
        </p:spPr>
      </p:pic>
      <p:cxnSp>
        <p:nvCxnSpPr>
          <p:cNvPr id="64" name="Rechte verbindingslijn 8">
            <a:extLst>
              <a:ext uri="{FF2B5EF4-FFF2-40B4-BE49-F238E27FC236}">
                <a16:creationId xmlns:a16="http://schemas.microsoft.com/office/drawing/2014/main" id="{9C726D82-8673-FBE9-42DF-20791EBDC9C5}"/>
              </a:ext>
            </a:extLst>
          </p:cNvPr>
          <p:cNvCxnSpPr>
            <a:cxnSpLocks/>
          </p:cNvCxnSpPr>
          <p:nvPr userDrawn="1"/>
        </p:nvCxnSpPr>
        <p:spPr>
          <a:xfrm flipH="1">
            <a:off x="8131038" y="354338"/>
            <a:ext cx="37260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8">
            <a:extLst>
              <a:ext uri="{FF2B5EF4-FFF2-40B4-BE49-F238E27FC236}">
                <a16:creationId xmlns:a16="http://schemas.microsoft.com/office/drawing/2014/main" id="{6C6CED79-3851-DD35-551D-C5DC1F602047}"/>
              </a:ext>
            </a:extLst>
          </p:cNvPr>
          <p:cNvCxnSpPr>
            <a:cxnSpLocks/>
          </p:cNvCxnSpPr>
          <p:nvPr userDrawn="1"/>
        </p:nvCxnSpPr>
        <p:spPr>
          <a:xfrm flipH="1">
            <a:off x="336000" y="354338"/>
            <a:ext cx="7623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77" name="Picture 76" descr="A blue circle with a white play button&#10;&#10;Description automatically generated">
            <a:hlinkClick r:id="rId3"/>
            <a:extLst>
              <a:ext uri="{FF2B5EF4-FFF2-40B4-BE49-F238E27FC236}">
                <a16:creationId xmlns:a16="http://schemas.microsoft.com/office/drawing/2014/main" id="{01DEC49A-7E78-3F93-141E-F92187BB752D}"/>
              </a:ext>
            </a:extLst>
          </p:cNvPr>
          <p:cNvPicPr>
            <a:picLocks noChangeAspect="1"/>
          </p:cNvPicPr>
          <p:nvPr userDrawn="1"/>
        </p:nvPicPr>
        <p:blipFill>
          <a:blip r:embed="rId4"/>
          <a:stretch>
            <a:fillRect/>
          </a:stretch>
        </p:blipFill>
        <p:spPr>
          <a:xfrm>
            <a:off x="11009427" y="6180800"/>
            <a:ext cx="338400" cy="338400"/>
          </a:xfrm>
          <a:prstGeom prst="rect">
            <a:avLst/>
          </a:prstGeom>
        </p:spPr>
      </p:pic>
      <p:pic>
        <p:nvPicPr>
          <p:cNvPr id="79" name="Picture 78" descr="A blue circle with a white letter f in it&#10;&#10;Description automatically generated">
            <a:hlinkClick r:id="rId5"/>
            <a:extLst>
              <a:ext uri="{FF2B5EF4-FFF2-40B4-BE49-F238E27FC236}">
                <a16:creationId xmlns:a16="http://schemas.microsoft.com/office/drawing/2014/main" id="{CC32E34C-9756-3169-5767-D48A6B98E148}"/>
              </a:ext>
            </a:extLst>
          </p:cNvPr>
          <p:cNvPicPr>
            <a:picLocks noChangeAspect="1"/>
          </p:cNvPicPr>
          <p:nvPr userDrawn="1"/>
        </p:nvPicPr>
        <p:blipFill>
          <a:blip r:embed="rId6"/>
          <a:stretch>
            <a:fillRect/>
          </a:stretch>
        </p:blipFill>
        <p:spPr>
          <a:xfrm>
            <a:off x="10417132" y="6180800"/>
            <a:ext cx="338400" cy="338400"/>
          </a:xfrm>
          <a:prstGeom prst="rect">
            <a:avLst/>
          </a:prstGeom>
        </p:spPr>
      </p:pic>
      <p:pic>
        <p:nvPicPr>
          <p:cNvPr id="89" name="Picture 88" descr="A blue and white logo&#10;&#10;Description automatically generated">
            <a:hlinkClick r:id="rId7"/>
            <a:extLst>
              <a:ext uri="{FF2B5EF4-FFF2-40B4-BE49-F238E27FC236}">
                <a16:creationId xmlns:a16="http://schemas.microsoft.com/office/drawing/2014/main" id="{5EC40730-419A-F86A-3006-BAEA63A743DC}"/>
              </a:ext>
            </a:extLst>
          </p:cNvPr>
          <p:cNvPicPr>
            <a:picLocks noChangeAspect="1"/>
          </p:cNvPicPr>
          <p:nvPr userDrawn="1"/>
        </p:nvPicPr>
        <p:blipFill>
          <a:blip r:embed="rId8"/>
          <a:stretch>
            <a:fillRect/>
          </a:stretch>
        </p:blipFill>
        <p:spPr>
          <a:xfrm>
            <a:off x="9232543" y="6180800"/>
            <a:ext cx="338400" cy="338400"/>
          </a:xfrm>
          <a:prstGeom prst="rect">
            <a:avLst/>
          </a:prstGeom>
        </p:spPr>
      </p:pic>
      <p:pic>
        <p:nvPicPr>
          <p:cNvPr id="93" name="Picture 92" descr="A blue circle with white letters on it&#10;&#10;Description automatically generated">
            <a:hlinkClick r:id="rId9"/>
            <a:extLst>
              <a:ext uri="{FF2B5EF4-FFF2-40B4-BE49-F238E27FC236}">
                <a16:creationId xmlns:a16="http://schemas.microsoft.com/office/drawing/2014/main" id="{07E2B9C7-517D-50AD-666B-93C8AE7C0BA7}"/>
              </a:ext>
            </a:extLst>
          </p:cNvPr>
          <p:cNvPicPr>
            <a:picLocks noChangeAspect="1"/>
          </p:cNvPicPr>
          <p:nvPr userDrawn="1"/>
        </p:nvPicPr>
        <p:blipFill>
          <a:blip r:embed="rId10"/>
          <a:stretch>
            <a:fillRect/>
          </a:stretch>
        </p:blipFill>
        <p:spPr>
          <a:xfrm>
            <a:off x="8640249" y="6180800"/>
            <a:ext cx="338400" cy="338400"/>
          </a:xfrm>
          <a:prstGeom prst="rect">
            <a:avLst/>
          </a:prstGeom>
        </p:spPr>
      </p:pic>
      <p:pic>
        <p:nvPicPr>
          <p:cNvPr id="97" name="Picture 96" descr="A blue circle with white x in it&#10;&#10;Description automatically generated">
            <a:hlinkClick r:id="rId11"/>
            <a:extLst>
              <a:ext uri="{FF2B5EF4-FFF2-40B4-BE49-F238E27FC236}">
                <a16:creationId xmlns:a16="http://schemas.microsoft.com/office/drawing/2014/main" id="{F84EEE6C-2FD9-E3F5-7102-F158B42CCEB0}"/>
              </a:ext>
            </a:extLst>
          </p:cNvPr>
          <p:cNvPicPr>
            <a:picLocks noChangeAspect="1"/>
          </p:cNvPicPr>
          <p:nvPr userDrawn="1"/>
        </p:nvPicPr>
        <p:blipFill>
          <a:blip r:embed="rId12"/>
          <a:stretch>
            <a:fillRect/>
          </a:stretch>
        </p:blipFill>
        <p:spPr>
          <a:xfrm>
            <a:off x="9824837" y="6180800"/>
            <a:ext cx="338400" cy="338400"/>
          </a:xfrm>
          <a:prstGeom prst="rect">
            <a:avLst/>
          </a:prstGeom>
        </p:spPr>
      </p:pic>
      <p:grpSp>
        <p:nvGrpSpPr>
          <p:cNvPr id="124" name="Group 123">
            <a:extLst>
              <a:ext uri="{FF2B5EF4-FFF2-40B4-BE49-F238E27FC236}">
                <a16:creationId xmlns:a16="http://schemas.microsoft.com/office/drawing/2014/main" id="{959A6B64-7AC1-F616-580F-CFC8F183B535}"/>
              </a:ext>
            </a:extLst>
          </p:cNvPr>
          <p:cNvGrpSpPr>
            <a:grpSpLocks noChangeAspect="1"/>
          </p:cNvGrpSpPr>
          <p:nvPr userDrawn="1"/>
        </p:nvGrpSpPr>
        <p:grpSpPr>
          <a:xfrm>
            <a:off x="8737430" y="703607"/>
            <a:ext cx="2523600" cy="2523600"/>
            <a:chOff x="9528212" y="1441384"/>
            <a:chExt cx="1065847" cy="1065847"/>
          </a:xfrm>
        </p:grpSpPr>
        <p:grpSp>
          <p:nvGrpSpPr>
            <p:cNvPr id="125" name="Graphic 19">
              <a:extLst>
                <a:ext uri="{FF2B5EF4-FFF2-40B4-BE49-F238E27FC236}">
                  <a16:creationId xmlns:a16="http://schemas.microsoft.com/office/drawing/2014/main" id="{C1EA08F6-5225-7C12-2252-75A1323EF14F}"/>
                </a:ext>
              </a:extLst>
            </p:cNvPr>
            <p:cNvGrpSpPr/>
            <p:nvPr/>
          </p:nvGrpSpPr>
          <p:grpSpPr>
            <a:xfrm>
              <a:off x="9718712" y="1764281"/>
              <a:ext cx="686752" cy="439102"/>
              <a:chOff x="9718712" y="1764281"/>
              <a:chExt cx="686752" cy="439102"/>
            </a:xfrm>
          </p:grpSpPr>
          <p:sp>
            <p:nvSpPr>
              <p:cNvPr id="131" name="Freeform 130">
                <a:extLst>
                  <a:ext uri="{FF2B5EF4-FFF2-40B4-BE49-F238E27FC236}">
                    <a16:creationId xmlns:a16="http://schemas.microsoft.com/office/drawing/2014/main" id="{EE5F49AD-740B-4093-6BA5-3E297E3534D0}"/>
                  </a:ext>
                </a:extLst>
              </p:cNvPr>
              <p:cNvSpPr/>
              <p:nvPr/>
            </p:nvSpPr>
            <p:spPr>
              <a:xfrm>
                <a:off x="9718712" y="1764281"/>
                <a:ext cx="314325" cy="39052"/>
              </a:xfrm>
              <a:custGeom>
                <a:avLst/>
                <a:gdLst>
                  <a:gd name="connsiteX0" fmla="*/ 131445 w 314325"/>
                  <a:gd name="connsiteY0" fmla="*/ 29527 h 39052"/>
                  <a:gd name="connsiteX1" fmla="*/ 204788 w 314325"/>
                  <a:gd name="connsiteY1" fmla="*/ 18097 h 39052"/>
                  <a:gd name="connsiteX2" fmla="*/ 283845 w 314325"/>
                  <a:gd name="connsiteY2" fmla="*/ 32385 h 39052"/>
                  <a:gd name="connsiteX3" fmla="*/ 314325 w 314325"/>
                  <a:gd name="connsiteY3" fmla="*/ 28575 h 39052"/>
                  <a:gd name="connsiteX4" fmla="*/ 307658 w 314325"/>
                  <a:gd name="connsiteY4" fmla="*/ 23813 h 39052"/>
                  <a:gd name="connsiteX5" fmla="*/ 204788 w 314325"/>
                  <a:gd name="connsiteY5" fmla="*/ 0 h 39052"/>
                  <a:gd name="connsiteX6" fmla="*/ 127635 w 314325"/>
                  <a:gd name="connsiteY6" fmla="*/ 11430 h 39052"/>
                  <a:gd name="connsiteX7" fmla="*/ 74295 w 314325"/>
                  <a:gd name="connsiteY7" fmla="*/ 20002 h 39052"/>
                  <a:gd name="connsiteX8" fmla="*/ 0 w 314325"/>
                  <a:gd name="connsiteY8" fmla="*/ 20002 h 39052"/>
                  <a:gd name="connsiteX9" fmla="*/ 0 w 314325"/>
                  <a:gd name="connsiteY9" fmla="*/ 39052 h 39052"/>
                  <a:gd name="connsiteX10" fmla="*/ 74295 w 314325"/>
                  <a:gd name="connsiteY10" fmla="*/ 39052 h 39052"/>
                  <a:gd name="connsiteX11" fmla="*/ 131445 w 314325"/>
                  <a:gd name="connsiteY11" fmla="*/ 29527 h 39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4325" h="39052">
                    <a:moveTo>
                      <a:pt x="131445" y="29527"/>
                    </a:moveTo>
                    <a:cubicBezTo>
                      <a:pt x="156210" y="23813"/>
                      <a:pt x="180975" y="18097"/>
                      <a:pt x="204788" y="18097"/>
                    </a:cubicBezTo>
                    <a:cubicBezTo>
                      <a:pt x="243840" y="18097"/>
                      <a:pt x="269558" y="25717"/>
                      <a:pt x="283845" y="32385"/>
                    </a:cubicBezTo>
                    <a:cubicBezTo>
                      <a:pt x="294323" y="31432"/>
                      <a:pt x="304800" y="29527"/>
                      <a:pt x="314325" y="28575"/>
                    </a:cubicBezTo>
                    <a:cubicBezTo>
                      <a:pt x="312420" y="26670"/>
                      <a:pt x="309563" y="24765"/>
                      <a:pt x="307658" y="23813"/>
                    </a:cubicBezTo>
                    <a:cubicBezTo>
                      <a:pt x="306705" y="22860"/>
                      <a:pt x="274320" y="0"/>
                      <a:pt x="204788" y="0"/>
                    </a:cubicBezTo>
                    <a:cubicBezTo>
                      <a:pt x="179070" y="0"/>
                      <a:pt x="151448" y="6667"/>
                      <a:pt x="127635" y="11430"/>
                    </a:cubicBezTo>
                    <a:cubicBezTo>
                      <a:pt x="107632" y="16192"/>
                      <a:pt x="88582" y="20002"/>
                      <a:pt x="74295" y="20002"/>
                    </a:cubicBezTo>
                    <a:cubicBezTo>
                      <a:pt x="57150" y="20002"/>
                      <a:pt x="0" y="20002"/>
                      <a:pt x="0" y="20002"/>
                    </a:cubicBezTo>
                    <a:lnTo>
                      <a:pt x="0" y="39052"/>
                    </a:lnTo>
                    <a:cubicBezTo>
                      <a:pt x="0" y="39052"/>
                      <a:pt x="57150" y="39052"/>
                      <a:pt x="74295" y="39052"/>
                    </a:cubicBezTo>
                    <a:cubicBezTo>
                      <a:pt x="90488" y="39052"/>
                      <a:pt x="110490" y="34290"/>
                      <a:pt x="131445" y="29527"/>
                    </a:cubicBezTo>
                    <a:close/>
                  </a:path>
                </a:pathLst>
              </a:custGeom>
              <a:solidFill>
                <a:srgbClr val="85BC20"/>
              </a:solidFill>
              <a:ln w="9525" cap="flat">
                <a:noFill/>
                <a:prstDash val="solid"/>
                <a:miter/>
              </a:ln>
            </p:spPr>
            <p:txBody>
              <a:bodyPr rtlCol="0" anchor="ctr"/>
              <a:lstStyle/>
              <a:p>
                <a:endParaRPr lang="en-NL">
                  <a:solidFill>
                    <a:schemeClr val="bg1"/>
                  </a:solidFill>
                </a:endParaRPr>
              </a:p>
            </p:txBody>
          </p:sp>
          <p:sp>
            <p:nvSpPr>
              <p:cNvPr id="132" name="Freeform 131">
                <a:extLst>
                  <a:ext uri="{FF2B5EF4-FFF2-40B4-BE49-F238E27FC236}">
                    <a16:creationId xmlns:a16="http://schemas.microsoft.com/office/drawing/2014/main" id="{68896246-0FCF-4497-6EB8-B902AD145576}"/>
                  </a:ext>
                </a:extLst>
              </p:cNvPr>
              <p:cNvSpPr/>
              <p:nvPr/>
            </p:nvSpPr>
            <p:spPr>
              <a:xfrm>
                <a:off x="9902544" y="1803334"/>
                <a:ext cx="501967" cy="146685"/>
              </a:xfrm>
              <a:custGeom>
                <a:avLst/>
                <a:gdLst>
                  <a:gd name="connsiteX0" fmla="*/ 411480 w 501967"/>
                  <a:gd name="connsiteY0" fmla="*/ 38100 h 146685"/>
                  <a:gd name="connsiteX1" fmla="*/ 377190 w 501967"/>
                  <a:gd name="connsiteY1" fmla="*/ 22860 h 146685"/>
                  <a:gd name="connsiteX2" fmla="*/ 320993 w 501967"/>
                  <a:gd name="connsiteY2" fmla="*/ 0 h 146685"/>
                  <a:gd name="connsiteX3" fmla="*/ 197168 w 501967"/>
                  <a:gd name="connsiteY3" fmla="*/ 0 h 146685"/>
                  <a:gd name="connsiteX4" fmla="*/ 160973 w 501967"/>
                  <a:gd name="connsiteY4" fmla="*/ 3810 h 146685"/>
                  <a:gd name="connsiteX5" fmla="*/ 40957 w 501967"/>
                  <a:gd name="connsiteY5" fmla="*/ 15240 h 146685"/>
                  <a:gd name="connsiteX6" fmla="*/ 0 w 501967"/>
                  <a:gd name="connsiteY6" fmla="*/ 40957 h 146685"/>
                  <a:gd name="connsiteX7" fmla="*/ 63818 w 501967"/>
                  <a:gd name="connsiteY7" fmla="*/ 93345 h 146685"/>
                  <a:gd name="connsiteX8" fmla="*/ 188595 w 501967"/>
                  <a:gd name="connsiteY8" fmla="*/ 93345 h 146685"/>
                  <a:gd name="connsiteX9" fmla="*/ 214313 w 501967"/>
                  <a:gd name="connsiteY9" fmla="*/ 110490 h 146685"/>
                  <a:gd name="connsiteX10" fmla="*/ 235268 w 501967"/>
                  <a:gd name="connsiteY10" fmla="*/ 146685 h 146685"/>
                  <a:gd name="connsiteX11" fmla="*/ 252413 w 501967"/>
                  <a:gd name="connsiteY11" fmla="*/ 137160 h 146685"/>
                  <a:gd name="connsiteX12" fmla="*/ 231458 w 501967"/>
                  <a:gd name="connsiteY12" fmla="*/ 100013 h 146685"/>
                  <a:gd name="connsiteX13" fmla="*/ 189548 w 501967"/>
                  <a:gd name="connsiteY13" fmla="*/ 73343 h 146685"/>
                  <a:gd name="connsiteX14" fmla="*/ 64770 w 501967"/>
                  <a:gd name="connsiteY14" fmla="*/ 73343 h 146685"/>
                  <a:gd name="connsiteX15" fmla="*/ 20003 w 501967"/>
                  <a:gd name="connsiteY15" fmla="*/ 40005 h 146685"/>
                  <a:gd name="connsiteX16" fmla="*/ 41910 w 501967"/>
                  <a:gd name="connsiteY16" fmla="*/ 33338 h 146685"/>
                  <a:gd name="connsiteX17" fmla="*/ 164783 w 501967"/>
                  <a:gd name="connsiteY17" fmla="*/ 21907 h 146685"/>
                  <a:gd name="connsiteX18" fmla="*/ 198120 w 501967"/>
                  <a:gd name="connsiteY18" fmla="*/ 18098 h 146685"/>
                  <a:gd name="connsiteX19" fmla="*/ 321945 w 501967"/>
                  <a:gd name="connsiteY19" fmla="*/ 18098 h 146685"/>
                  <a:gd name="connsiteX20" fmla="*/ 369570 w 501967"/>
                  <a:gd name="connsiteY20" fmla="*/ 38100 h 146685"/>
                  <a:gd name="connsiteX21" fmla="*/ 413385 w 501967"/>
                  <a:gd name="connsiteY21" fmla="*/ 56198 h 146685"/>
                  <a:gd name="connsiteX22" fmla="*/ 501968 w 501967"/>
                  <a:gd name="connsiteY22" fmla="*/ 56198 h 146685"/>
                  <a:gd name="connsiteX23" fmla="*/ 501968 w 501967"/>
                  <a:gd name="connsiteY23" fmla="*/ 37148 h 146685"/>
                  <a:gd name="connsiteX24" fmla="*/ 411480 w 501967"/>
                  <a:gd name="connsiteY24" fmla="*/ 37148 h 146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01967" h="146685">
                    <a:moveTo>
                      <a:pt x="411480" y="38100"/>
                    </a:moveTo>
                    <a:cubicBezTo>
                      <a:pt x="404813" y="38100"/>
                      <a:pt x="389572" y="29527"/>
                      <a:pt x="377190" y="22860"/>
                    </a:cubicBezTo>
                    <a:cubicBezTo>
                      <a:pt x="358140" y="11430"/>
                      <a:pt x="337185" y="0"/>
                      <a:pt x="320993" y="0"/>
                    </a:cubicBezTo>
                    <a:lnTo>
                      <a:pt x="197168" y="0"/>
                    </a:lnTo>
                    <a:cubicBezTo>
                      <a:pt x="191453" y="0"/>
                      <a:pt x="178118" y="1905"/>
                      <a:pt x="160973" y="3810"/>
                    </a:cubicBezTo>
                    <a:cubicBezTo>
                      <a:pt x="129540" y="8573"/>
                      <a:pt x="80963" y="15240"/>
                      <a:pt x="40957" y="15240"/>
                    </a:cubicBezTo>
                    <a:cubicBezTo>
                      <a:pt x="25718" y="15240"/>
                      <a:pt x="0" y="15240"/>
                      <a:pt x="0" y="40957"/>
                    </a:cubicBezTo>
                    <a:cubicBezTo>
                      <a:pt x="0" y="61913"/>
                      <a:pt x="22860" y="93345"/>
                      <a:pt x="63818" y="93345"/>
                    </a:cubicBezTo>
                    <a:lnTo>
                      <a:pt x="188595" y="93345"/>
                    </a:lnTo>
                    <a:cubicBezTo>
                      <a:pt x="197168" y="93345"/>
                      <a:pt x="208598" y="100965"/>
                      <a:pt x="214313" y="110490"/>
                    </a:cubicBezTo>
                    <a:cubicBezTo>
                      <a:pt x="223838" y="127635"/>
                      <a:pt x="235268" y="146685"/>
                      <a:pt x="235268" y="146685"/>
                    </a:cubicBezTo>
                    <a:lnTo>
                      <a:pt x="252413" y="137160"/>
                    </a:lnTo>
                    <a:cubicBezTo>
                      <a:pt x="252413" y="137160"/>
                      <a:pt x="240983" y="117157"/>
                      <a:pt x="231458" y="100013"/>
                    </a:cubicBezTo>
                    <a:cubicBezTo>
                      <a:pt x="221933" y="83820"/>
                      <a:pt x="204788" y="73343"/>
                      <a:pt x="189548" y="73343"/>
                    </a:cubicBezTo>
                    <a:lnTo>
                      <a:pt x="64770" y="73343"/>
                    </a:lnTo>
                    <a:cubicBezTo>
                      <a:pt x="33338" y="73343"/>
                      <a:pt x="20003" y="50482"/>
                      <a:pt x="20003" y="40005"/>
                    </a:cubicBezTo>
                    <a:cubicBezTo>
                      <a:pt x="20003" y="36195"/>
                      <a:pt x="20003" y="33338"/>
                      <a:pt x="41910" y="33338"/>
                    </a:cubicBezTo>
                    <a:cubicBezTo>
                      <a:pt x="83820" y="33338"/>
                      <a:pt x="132398" y="26670"/>
                      <a:pt x="164783" y="21907"/>
                    </a:cubicBezTo>
                    <a:cubicBezTo>
                      <a:pt x="180023" y="20002"/>
                      <a:pt x="193358" y="18098"/>
                      <a:pt x="198120" y="18098"/>
                    </a:cubicBezTo>
                    <a:lnTo>
                      <a:pt x="321945" y="18098"/>
                    </a:lnTo>
                    <a:cubicBezTo>
                      <a:pt x="333375" y="18098"/>
                      <a:pt x="352425" y="28575"/>
                      <a:pt x="369570" y="38100"/>
                    </a:cubicBezTo>
                    <a:cubicBezTo>
                      <a:pt x="386715" y="47625"/>
                      <a:pt x="401955" y="56198"/>
                      <a:pt x="413385" y="56198"/>
                    </a:cubicBezTo>
                    <a:lnTo>
                      <a:pt x="501968" y="56198"/>
                    </a:lnTo>
                    <a:lnTo>
                      <a:pt x="501968" y="37148"/>
                    </a:lnTo>
                    <a:lnTo>
                      <a:pt x="411480" y="37148"/>
                    </a:lnTo>
                    <a:close/>
                  </a:path>
                </a:pathLst>
              </a:custGeom>
              <a:solidFill>
                <a:srgbClr val="007AC3"/>
              </a:solidFill>
              <a:ln w="9525" cap="flat">
                <a:noFill/>
                <a:prstDash val="solid"/>
                <a:miter/>
              </a:ln>
            </p:spPr>
            <p:txBody>
              <a:bodyPr rtlCol="0" anchor="ctr"/>
              <a:lstStyle/>
              <a:p>
                <a:endParaRPr lang="en-NL">
                  <a:solidFill>
                    <a:schemeClr val="bg1"/>
                  </a:solidFill>
                </a:endParaRPr>
              </a:p>
            </p:txBody>
          </p:sp>
          <p:sp>
            <p:nvSpPr>
              <p:cNvPr id="133" name="Freeform 132">
                <a:extLst>
                  <a:ext uri="{FF2B5EF4-FFF2-40B4-BE49-F238E27FC236}">
                    <a16:creationId xmlns:a16="http://schemas.microsoft.com/office/drawing/2014/main" id="{2F83ABF5-66AF-FB35-A909-0C30F3727BE7}"/>
                  </a:ext>
                </a:extLst>
              </p:cNvPr>
              <p:cNvSpPr/>
              <p:nvPr/>
            </p:nvSpPr>
            <p:spPr>
              <a:xfrm>
                <a:off x="9718712" y="1984309"/>
                <a:ext cx="109537" cy="32385"/>
              </a:xfrm>
              <a:custGeom>
                <a:avLst/>
                <a:gdLst>
                  <a:gd name="connsiteX0" fmla="*/ 64770 w 109537"/>
                  <a:gd name="connsiteY0" fmla="*/ 0 h 32385"/>
                  <a:gd name="connsiteX1" fmla="*/ 0 w 109537"/>
                  <a:gd name="connsiteY1" fmla="*/ 0 h 32385"/>
                  <a:gd name="connsiteX2" fmla="*/ 0 w 109537"/>
                  <a:gd name="connsiteY2" fmla="*/ 19050 h 32385"/>
                  <a:gd name="connsiteX3" fmla="*/ 64770 w 109537"/>
                  <a:gd name="connsiteY3" fmla="*/ 19050 h 32385"/>
                  <a:gd name="connsiteX4" fmla="*/ 93345 w 109537"/>
                  <a:gd name="connsiteY4" fmla="*/ 32385 h 32385"/>
                  <a:gd name="connsiteX5" fmla="*/ 94298 w 109537"/>
                  <a:gd name="connsiteY5" fmla="*/ 31432 h 32385"/>
                  <a:gd name="connsiteX6" fmla="*/ 109538 w 109537"/>
                  <a:gd name="connsiteY6" fmla="*/ 21907 h 32385"/>
                  <a:gd name="connsiteX7" fmla="*/ 64770 w 109537"/>
                  <a:gd name="connsiteY7" fmla="*/ 0 h 32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9537" h="32385">
                    <a:moveTo>
                      <a:pt x="64770" y="0"/>
                    </a:moveTo>
                    <a:cubicBezTo>
                      <a:pt x="47625" y="0"/>
                      <a:pt x="1905" y="0"/>
                      <a:pt x="0" y="0"/>
                    </a:cubicBezTo>
                    <a:lnTo>
                      <a:pt x="0" y="19050"/>
                    </a:lnTo>
                    <a:cubicBezTo>
                      <a:pt x="0" y="19050"/>
                      <a:pt x="47625" y="19050"/>
                      <a:pt x="64770" y="19050"/>
                    </a:cubicBezTo>
                    <a:cubicBezTo>
                      <a:pt x="76200" y="19050"/>
                      <a:pt x="82868" y="20955"/>
                      <a:pt x="93345" y="32385"/>
                    </a:cubicBezTo>
                    <a:cubicBezTo>
                      <a:pt x="93345" y="32385"/>
                      <a:pt x="94298" y="31432"/>
                      <a:pt x="94298" y="31432"/>
                    </a:cubicBezTo>
                    <a:cubicBezTo>
                      <a:pt x="99060" y="27623"/>
                      <a:pt x="103823" y="23813"/>
                      <a:pt x="109538" y="21907"/>
                    </a:cubicBezTo>
                    <a:cubicBezTo>
                      <a:pt x="95250" y="6668"/>
                      <a:pt x="83820" y="952"/>
                      <a:pt x="64770" y="0"/>
                    </a:cubicBezTo>
                    <a:close/>
                  </a:path>
                </a:pathLst>
              </a:custGeom>
              <a:solidFill>
                <a:srgbClr val="007AC3"/>
              </a:solidFill>
              <a:ln w="9525" cap="flat">
                <a:noFill/>
                <a:prstDash val="solid"/>
                <a:miter/>
              </a:ln>
            </p:spPr>
            <p:txBody>
              <a:bodyPr rtlCol="0" anchor="ctr"/>
              <a:lstStyle/>
              <a:p>
                <a:endParaRPr lang="en-NL">
                  <a:solidFill>
                    <a:schemeClr val="bg1"/>
                  </a:solidFill>
                </a:endParaRPr>
              </a:p>
            </p:txBody>
          </p:sp>
          <p:sp>
            <p:nvSpPr>
              <p:cNvPr id="134" name="Freeform 133">
                <a:extLst>
                  <a:ext uri="{FF2B5EF4-FFF2-40B4-BE49-F238E27FC236}">
                    <a16:creationId xmlns:a16="http://schemas.microsoft.com/office/drawing/2014/main" id="{45E1E48A-0238-1CBF-257F-8BF7C02941FA}"/>
                  </a:ext>
                </a:extLst>
              </p:cNvPr>
              <p:cNvSpPr/>
              <p:nvPr/>
            </p:nvSpPr>
            <p:spPr>
              <a:xfrm>
                <a:off x="10212107" y="2031934"/>
                <a:ext cx="193357" cy="68579"/>
              </a:xfrm>
              <a:custGeom>
                <a:avLst/>
                <a:gdLst>
                  <a:gd name="connsiteX0" fmla="*/ 60007 w 193357"/>
                  <a:gd name="connsiteY0" fmla="*/ 15240 h 68579"/>
                  <a:gd name="connsiteX1" fmla="*/ 0 w 193357"/>
                  <a:gd name="connsiteY1" fmla="*/ 51435 h 68579"/>
                  <a:gd name="connsiteX2" fmla="*/ 9525 w 193357"/>
                  <a:gd name="connsiteY2" fmla="*/ 68580 h 68579"/>
                  <a:gd name="connsiteX3" fmla="*/ 71438 w 193357"/>
                  <a:gd name="connsiteY3" fmla="*/ 31433 h 68579"/>
                  <a:gd name="connsiteX4" fmla="*/ 107632 w 193357"/>
                  <a:gd name="connsiteY4" fmla="*/ 19050 h 68579"/>
                  <a:gd name="connsiteX5" fmla="*/ 193357 w 193357"/>
                  <a:gd name="connsiteY5" fmla="*/ 19050 h 68579"/>
                  <a:gd name="connsiteX6" fmla="*/ 193357 w 193357"/>
                  <a:gd name="connsiteY6" fmla="*/ 0 h 68579"/>
                  <a:gd name="connsiteX7" fmla="*/ 107632 w 193357"/>
                  <a:gd name="connsiteY7" fmla="*/ 0 h 68579"/>
                  <a:gd name="connsiteX8" fmla="*/ 60007 w 193357"/>
                  <a:gd name="connsiteY8" fmla="*/ 15240 h 68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3357" h="68579">
                    <a:moveTo>
                      <a:pt x="60007" y="15240"/>
                    </a:moveTo>
                    <a:cubicBezTo>
                      <a:pt x="34290" y="32385"/>
                      <a:pt x="10477" y="45720"/>
                      <a:pt x="0" y="51435"/>
                    </a:cubicBezTo>
                    <a:cubicBezTo>
                      <a:pt x="3810" y="58102"/>
                      <a:pt x="6667" y="63817"/>
                      <a:pt x="9525" y="68580"/>
                    </a:cubicBezTo>
                    <a:cubicBezTo>
                      <a:pt x="20955" y="62865"/>
                      <a:pt x="44767" y="49530"/>
                      <a:pt x="71438" y="31433"/>
                    </a:cubicBezTo>
                    <a:cubicBezTo>
                      <a:pt x="85725" y="21908"/>
                      <a:pt x="100965" y="19050"/>
                      <a:pt x="107632" y="19050"/>
                    </a:cubicBezTo>
                    <a:lnTo>
                      <a:pt x="193357" y="19050"/>
                    </a:lnTo>
                    <a:lnTo>
                      <a:pt x="193357" y="0"/>
                    </a:lnTo>
                    <a:lnTo>
                      <a:pt x="107632" y="0"/>
                    </a:lnTo>
                    <a:cubicBezTo>
                      <a:pt x="95250" y="0"/>
                      <a:pt x="76200" y="3810"/>
                      <a:pt x="60007" y="15240"/>
                    </a:cubicBezTo>
                    <a:close/>
                  </a:path>
                </a:pathLst>
              </a:custGeom>
              <a:solidFill>
                <a:srgbClr val="E5202E"/>
              </a:solidFill>
              <a:ln w="9525" cap="flat">
                <a:noFill/>
                <a:prstDash val="solid"/>
                <a:miter/>
              </a:ln>
            </p:spPr>
            <p:txBody>
              <a:bodyPr rtlCol="0" anchor="ctr"/>
              <a:lstStyle/>
              <a:p>
                <a:endParaRPr lang="en-NL">
                  <a:solidFill>
                    <a:schemeClr val="bg1"/>
                  </a:solidFill>
                </a:endParaRPr>
              </a:p>
            </p:txBody>
          </p:sp>
          <p:sp>
            <p:nvSpPr>
              <p:cNvPr id="135" name="Freeform 134">
                <a:extLst>
                  <a:ext uri="{FF2B5EF4-FFF2-40B4-BE49-F238E27FC236}">
                    <a16:creationId xmlns:a16="http://schemas.microsoft.com/office/drawing/2014/main" id="{08C121DF-1F4F-1477-FC2D-4DAC2196CAA8}"/>
                  </a:ext>
                </a:extLst>
              </p:cNvPr>
              <p:cNvSpPr/>
              <p:nvPr/>
            </p:nvSpPr>
            <p:spPr>
              <a:xfrm>
                <a:off x="9817593" y="2021226"/>
                <a:ext cx="159436" cy="169774"/>
              </a:xfrm>
              <a:custGeom>
                <a:avLst/>
                <a:gdLst>
                  <a:gd name="connsiteX0" fmla="*/ 120194 w 159436"/>
                  <a:gd name="connsiteY0" fmla="*/ 93575 h 169774"/>
                  <a:gd name="connsiteX1" fmla="*/ 109716 w 159436"/>
                  <a:gd name="connsiteY1" fmla="*/ 93575 h 169774"/>
                  <a:gd name="connsiteX2" fmla="*/ 98286 w 159436"/>
                  <a:gd name="connsiteY2" fmla="*/ 67857 h 169774"/>
                  <a:gd name="connsiteX3" fmla="*/ 73521 w 159436"/>
                  <a:gd name="connsiteY3" fmla="*/ 53570 h 169774"/>
                  <a:gd name="connsiteX4" fmla="*/ 62091 w 159436"/>
                  <a:gd name="connsiteY4" fmla="*/ 14517 h 169774"/>
                  <a:gd name="connsiteX5" fmla="*/ 35421 w 159436"/>
                  <a:gd name="connsiteY5" fmla="*/ 230 h 169774"/>
                  <a:gd name="connsiteX6" fmla="*/ 8751 w 159436"/>
                  <a:gd name="connsiteY6" fmla="*/ 7850 h 169774"/>
                  <a:gd name="connsiteX7" fmla="*/ 179 w 159436"/>
                  <a:gd name="connsiteY7" fmla="*/ 33567 h 169774"/>
                  <a:gd name="connsiteX8" fmla="*/ 13514 w 159436"/>
                  <a:gd name="connsiteY8" fmla="*/ 60237 h 169774"/>
                  <a:gd name="connsiteX9" fmla="*/ 36374 w 159436"/>
                  <a:gd name="connsiteY9" fmla="*/ 75477 h 169774"/>
                  <a:gd name="connsiteX10" fmla="*/ 49709 w 159436"/>
                  <a:gd name="connsiteY10" fmla="*/ 113577 h 169774"/>
                  <a:gd name="connsiteX11" fmla="*/ 49709 w 159436"/>
                  <a:gd name="connsiteY11" fmla="*/ 113577 h 169774"/>
                  <a:gd name="connsiteX12" fmla="*/ 82094 w 159436"/>
                  <a:gd name="connsiteY12" fmla="*/ 129770 h 169774"/>
                  <a:gd name="connsiteX13" fmla="*/ 85904 w 159436"/>
                  <a:gd name="connsiteY13" fmla="*/ 129770 h 169774"/>
                  <a:gd name="connsiteX14" fmla="*/ 99239 w 159436"/>
                  <a:gd name="connsiteY14" fmla="*/ 153582 h 169774"/>
                  <a:gd name="connsiteX15" fmla="*/ 124004 w 159436"/>
                  <a:gd name="connsiteY15" fmla="*/ 168822 h 169774"/>
                  <a:gd name="connsiteX16" fmla="*/ 130671 w 159436"/>
                  <a:gd name="connsiteY16" fmla="*/ 169775 h 169774"/>
                  <a:gd name="connsiteX17" fmla="*/ 149721 w 159436"/>
                  <a:gd name="connsiteY17" fmla="*/ 162155 h 169774"/>
                  <a:gd name="connsiteX18" fmla="*/ 146864 w 159436"/>
                  <a:gd name="connsiteY18" fmla="*/ 107862 h 169774"/>
                  <a:gd name="connsiteX19" fmla="*/ 120194 w 159436"/>
                  <a:gd name="connsiteY19" fmla="*/ 93575 h 169774"/>
                  <a:gd name="connsiteX20" fmla="*/ 27801 w 159436"/>
                  <a:gd name="connsiteY20" fmla="*/ 47855 h 169774"/>
                  <a:gd name="connsiteX21" fmla="*/ 19229 w 159436"/>
                  <a:gd name="connsiteY21" fmla="*/ 31662 h 169774"/>
                  <a:gd name="connsiteX22" fmla="*/ 22086 w 159436"/>
                  <a:gd name="connsiteY22" fmla="*/ 23090 h 169774"/>
                  <a:gd name="connsiteX23" fmla="*/ 30659 w 159436"/>
                  <a:gd name="connsiteY23" fmla="*/ 20232 h 169774"/>
                  <a:gd name="connsiteX24" fmla="*/ 33516 w 159436"/>
                  <a:gd name="connsiteY24" fmla="*/ 20232 h 169774"/>
                  <a:gd name="connsiteX25" fmla="*/ 48756 w 159436"/>
                  <a:gd name="connsiteY25" fmla="*/ 28805 h 169774"/>
                  <a:gd name="connsiteX26" fmla="*/ 52566 w 159436"/>
                  <a:gd name="connsiteY26" fmla="*/ 55475 h 169774"/>
                  <a:gd name="connsiteX27" fmla="*/ 43041 w 159436"/>
                  <a:gd name="connsiteY27" fmla="*/ 57380 h 169774"/>
                  <a:gd name="connsiteX28" fmla="*/ 27801 w 159436"/>
                  <a:gd name="connsiteY28" fmla="*/ 47855 h 169774"/>
                  <a:gd name="connsiteX29" fmla="*/ 27801 w 159436"/>
                  <a:gd name="connsiteY29" fmla="*/ 47855 h 169774"/>
                  <a:gd name="connsiteX30" fmla="*/ 63044 w 159436"/>
                  <a:gd name="connsiteY30" fmla="*/ 100242 h 169774"/>
                  <a:gd name="connsiteX31" fmla="*/ 57329 w 159436"/>
                  <a:gd name="connsiteY31" fmla="*/ 75477 h 169774"/>
                  <a:gd name="connsiteX32" fmla="*/ 68759 w 159436"/>
                  <a:gd name="connsiteY32" fmla="*/ 72620 h 169774"/>
                  <a:gd name="connsiteX33" fmla="*/ 83999 w 159436"/>
                  <a:gd name="connsiteY33" fmla="*/ 81192 h 169774"/>
                  <a:gd name="connsiteX34" fmla="*/ 89714 w 159436"/>
                  <a:gd name="connsiteY34" fmla="*/ 105957 h 169774"/>
                  <a:gd name="connsiteX35" fmla="*/ 88761 w 159436"/>
                  <a:gd name="connsiteY35" fmla="*/ 106910 h 169774"/>
                  <a:gd name="connsiteX36" fmla="*/ 87809 w 159436"/>
                  <a:gd name="connsiteY36" fmla="*/ 108815 h 169774"/>
                  <a:gd name="connsiteX37" fmla="*/ 63044 w 159436"/>
                  <a:gd name="connsiteY37" fmla="*/ 100242 h 169774"/>
                  <a:gd name="connsiteX38" fmla="*/ 136386 w 159436"/>
                  <a:gd name="connsiteY38" fmla="*/ 147867 h 169774"/>
                  <a:gd name="connsiteX39" fmla="*/ 126861 w 159436"/>
                  <a:gd name="connsiteY39" fmla="*/ 149772 h 169774"/>
                  <a:gd name="connsiteX40" fmla="*/ 111621 w 159436"/>
                  <a:gd name="connsiteY40" fmla="*/ 140247 h 169774"/>
                  <a:gd name="connsiteX41" fmla="*/ 104001 w 159436"/>
                  <a:gd name="connsiteY41" fmla="*/ 117387 h 169774"/>
                  <a:gd name="connsiteX42" fmla="*/ 104001 w 159436"/>
                  <a:gd name="connsiteY42" fmla="*/ 117387 h 169774"/>
                  <a:gd name="connsiteX43" fmla="*/ 104954 w 159436"/>
                  <a:gd name="connsiteY43" fmla="*/ 115482 h 169774"/>
                  <a:gd name="connsiteX44" fmla="*/ 116384 w 159436"/>
                  <a:gd name="connsiteY44" fmla="*/ 112625 h 169774"/>
                  <a:gd name="connsiteX45" fmla="*/ 131624 w 159436"/>
                  <a:gd name="connsiteY45" fmla="*/ 121197 h 169774"/>
                  <a:gd name="connsiteX46" fmla="*/ 136386 w 159436"/>
                  <a:gd name="connsiteY46" fmla="*/ 147867 h 1697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59436" h="169774">
                    <a:moveTo>
                      <a:pt x="120194" y="93575"/>
                    </a:moveTo>
                    <a:cubicBezTo>
                      <a:pt x="116384" y="92622"/>
                      <a:pt x="113526" y="93575"/>
                      <a:pt x="109716" y="93575"/>
                    </a:cubicBezTo>
                    <a:cubicBezTo>
                      <a:pt x="108764" y="85002"/>
                      <a:pt x="104954" y="75477"/>
                      <a:pt x="98286" y="67857"/>
                    </a:cubicBezTo>
                    <a:cubicBezTo>
                      <a:pt x="91619" y="60237"/>
                      <a:pt x="83046" y="55475"/>
                      <a:pt x="73521" y="53570"/>
                    </a:cubicBezTo>
                    <a:cubicBezTo>
                      <a:pt x="76379" y="41187"/>
                      <a:pt x="72569" y="25947"/>
                      <a:pt x="62091" y="14517"/>
                    </a:cubicBezTo>
                    <a:cubicBezTo>
                      <a:pt x="54471" y="6897"/>
                      <a:pt x="44946" y="1182"/>
                      <a:pt x="35421" y="230"/>
                    </a:cubicBezTo>
                    <a:cubicBezTo>
                      <a:pt x="24944" y="-723"/>
                      <a:pt x="15419" y="1182"/>
                      <a:pt x="8751" y="7850"/>
                    </a:cubicBezTo>
                    <a:cubicBezTo>
                      <a:pt x="2084" y="14517"/>
                      <a:pt x="-774" y="23090"/>
                      <a:pt x="179" y="33567"/>
                    </a:cubicBezTo>
                    <a:cubicBezTo>
                      <a:pt x="1131" y="42140"/>
                      <a:pt x="5894" y="51665"/>
                      <a:pt x="13514" y="60237"/>
                    </a:cubicBezTo>
                    <a:cubicBezTo>
                      <a:pt x="20181" y="67857"/>
                      <a:pt x="28754" y="72620"/>
                      <a:pt x="36374" y="75477"/>
                    </a:cubicBezTo>
                    <a:cubicBezTo>
                      <a:pt x="33516" y="86907"/>
                      <a:pt x="38279" y="101195"/>
                      <a:pt x="49709" y="113577"/>
                    </a:cubicBezTo>
                    <a:lnTo>
                      <a:pt x="49709" y="113577"/>
                    </a:lnTo>
                    <a:cubicBezTo>
                      <a:pt x="59234" y="124055"/>
                      <a:pt x="71616" y="129770"/>
                      <a:pt x="82094" y="129770"/>
                    </a:cubicBezTo>
                    <a:cubicBezTo>
                      <a:pt x="83046" y="129770"/>
                      <a:pt x="84951" y="129770"/>
                      <a:pt x="85904" y="129770"/>
                    </a:cubicBezTo>
                    <a:cubicBezTo>
                      <a:pt x="87809" y="137390"/>
                      <a:pt x="91619" y="145962"/>
                      <a:pt x="99239" y="153582"/>
                    </a:cubicBezTo>
                    <a:cubicBezTo>
                      <a:pt x="106859" y="162155"/>
                      <a:pt x="115431" y="166917"/>
                      <a:pt x="124004" y="168822"/>
                    </a:cubicBezTo>
                    <a:cubicBezTo>
                      <a:pt x="126861" y="169775"/>
                      <a:pt x="128766" y="169775"/>
                      <a:pt x="130671" y="169775"/>
                    </a:cubicBezTo>
                    <a:cubicBezTo>
                      <a:pt x="138291" y="169775"/>
                      <a:pt x="144006" y="166917"/>
                      <a:pt x="149721" y="162155"/>
                    </a:cubicBezTo>
                    <a:cubicBezTo>
                      <a:pt x="164009" y="149772"/>
                      <a:pt x="162104" y="125007"/>
                      <a:pt x="146864" y="107862"/>
                    </a:cubicBezTo>
                    <a:cubicBezTo>
                      <a:pt x="140196" y="100242"/>
                      <a:pt x="130671" y="94527"/>
                      <a:pt x="120194" y="93575"/>
                    </a:cubicBezTo>
                    <a:close/>
                    <a:moveTo>
                      <a:pt x="27801" y="47855"/>
                    </a:moveTo>
                    <a:cubicBezTo>
                      <a:pt x="23039" y="42140"/>
                      <a:pt x="20181" y="37377"/>
                      <a:pt x="19229" y="31662"/>
                    </a:cubicBezTo>
                    <a:cubicBezTo>
                      <a:pt x="18276" y="27852"/>
                      <a:pt x="19229" y="24995"/>
                      <a:pt x="22086" y="23090"/>
                    </a:cubicBezTo>
                    <a:cubicBezTo>
                      <a:pt x="23991" y="21185"/>
                      <a:pt x="26849" y="20232"/>
                      <a:pt x="30659" y="20232"/>
                    </a:cubicBezTo>
                    <a:cubicBezTo>
                      <a:pt x="31611" y="20232"/>
                      <a:pt x="32564" y="20232"/>
                      <a:pt x="33516" y="20232"/>
                    </a:cubicBezTo>
                    <a:cubicBezTo>
                      <a:pt x="39231" y="21185"/>
                      <a:pt x="44946" y="24042"/>
                      <a:pt x="48756" y="28805"/>
                    </a:cubicBezTo>
                    <a:cubicBezTo>
                      <a:pt x="57329" y="38330"/>
                      <a:pt x="58281" y="50712"/>
                      <a:pt x="52566" y="55475"/>
                    </a:cubicBezTo>
                    <a:cubicBezTo>
                      <a:pt x="50661" y="57380"/>
                      <a:pt x="46851" y="58332"/>
                      <a:pt x="43041" y="57380"/>
                    </a:cubicBezTo>
                    <a:cubicBezTo>
                      <a:pt x="37326" y="56427"/>
                      <a:pt x="32564" y="53570"/>
                      <a:pt x="27801" y="47855"/>
                    </a:cubicBezTo>
                    <a:lnTo>
                      <a:pt x="27801" y="47855"/>
                    </a:lnTo>
                    <a:close/>
                    <a:moveTo>
                      <a:pt x="63044" y="100242"/>
                    </a:moveTo>
                    <a:cubicBezTo>
                      <a:pt x="54471" y="90717"/>
                      <a:pt x="51614" y="80240"/>
                      <a:pt x="57329" y="75477"/>
                    </a:cubicBezTo>
                    <a:cubicBezTo>
                      <a:pt x="60186" y="73572"/>
                      <a:pt x="63996" y="71667"/>
                      <a:pt x="68759" y="72620"/>
                    </a:cubicBezTo>
                    <a:cubicBezTo>
                      <a:pt x="74474" y="73572"/>
                      <a:pt x="80189" y="76430"/>
                      <a:pt x="83999" y="81192"/>
                    </a:cubicBezTo>
                    <a:cubicBezTo>
                      <a:pt x="91619" y="89765"/>
                      <a:pt x="92571" y="100242"/>
                      <a:pt x="89714" y="105957"/>
                    </a:cubicBezTo>
                    <a:cubicBezTo>
                      <a:pt x="89714" y="105957"/>
                      <a:pt x="89714" y="105957"/>
                      <a:pt x="88761" y="106910"/>
                    </a:cubicBezTo>
                    <a:cubicBezTo>
                      <a:pt x="88761" y="107862"/>
                      <a:pt x="87809" y="107862"/>
                      <a:pt x="87809" y="108815"/>
                    </a:cubicBezTo>
                    <a:cubicBezTo>
                      <a:pt x="82094" y="113577"/>
                      <a:pt x="72569" y="109767"/>
                      <a:pt x="63044" y="100242"/>
                    </a:cubicBezTo>
                    <a:close/>
                    <a:moveTo>
                      <a:pt x="136386" y="147867"/>
                    </a:moveTo>
                    <a:cubicBezTo>
                      <a:pt x="134481" y="149772"/>
                      <a:pt x="130671" y="150725"/>
                      <a:pt x="126861" y="149772"/>
                    </a:cubicBezTo>
                    <a:cubicBezTo>
                      <a:pt x="122099" y="148820"/>
                      <a:pt x="116384" y="145010"/>
                      <a:pt x="111621" y="140247"/>
                    </a:cubicBezTo>
                    <a:cubicBezTo>
                      <a:pt x="104001" y="131675"/>
                      <a:pt x="101144" y="123102"/>
                      <a:pt x="104001" y="117387"/>
                    </a:cubicBezTo>
                    <a:cubicBezTo>
                      <a:pt x="104001" y="117387"/>
                      <a:pt x="104001" y="117387"/>
                      <a:pt x="104001" y="117387"/>
                    </a:cubicBezTo>
                    <a:cubicBezTo>
                      <a:pt x="104001" y="116435"/>
                      <a:pt x="104954" y="116435"/>
                      <a:pt x="104954" y="115482"/>
                    </a:cubicBezTo>
                    <a:cubicBezTo>
                      <a:pt x="107811" y="113577"/>
                      <a:pt x="111621" y="111672"/>
                      <a:pt x="116384" y="112625"/>
                    </a:cubicBezTo>
                    <a:cubicBezTo>
                      <a:pt x="122099" y="113577"/>
                      <a:pt x="127814" y="116435"/>
                      <a:pt x="131624" y="121197"/>
                    </a:cubicBezTo>
                    <a:cubicBezTo>
                      <a:pt x="142101" y="129770"/>
                      <a:pt x="142101" y="143105"/>
                      <a:pt x="136386" y="147867"/>
                    </a:cubicBezTo>
                    <a:close/>
                  </a:path>
                </a:pathLst>
              </a:custGeom>
              <a:solidFill>
                <a:srgbClr val="E5202E"/>
              </a:solidFill>
              <a:ln w="9525" cap="flat">
                <a:noFill/>
                <a:prstDash val="solid"/>
                <a:miter/>
              </a:ln>
            </p:spPr>
            <p:txBody>
              <a:bodyPr rtlCol="0" anchor="ctr"/>
              <a:lstStyle/>
              <a:p>
                <a:endParaRPr lang="en-NL">
                  <a:solidFill>
                    <a:schemeClr val="bg1"/>
                  </a:solidFill>
                </a:endParaRPr>
              </a:p>
            </p:txBody>
          </p:sp>
          <p:sp>
            <p:nvSpPr>
              <p:cNvPr id="136" name="Freeform 135">
                <a:extLst>
                  <a:ext uri="{FF2B5EF4-FFF2-40B4-BE49-F238E27FC236}">
                    <a16:creationId xmlns:a16="http://schemas.microsoft.com/office/drawing/2014/main" id="{83208887-7640-1BD0-A407-A08DFA7941B8}"/>
                  </a:ext>
                </a:extLst>
              </p:cNvPr>
              <p:cNvSpPr/>
              <p:nvPr/>
            </p:nvSpPr>
            <p:spPr>
              <a:xfrm>
                <a:off x="9916831" y="1915728"/>
                <a:ext cx="292847" cy="287655"/>
              </a:xfrm>
              <a:custGeom>
                <a:avLst/>
                <a:gdLst>
                  <a:gd name="connsiteX0" fmla="*/ 203835 w 292847"/>
                  <a:gd name="connsiteY0" fmla="*/ 43815 h 287655"/>
                  <a:gd name="connsiteX1" fmla="*/ 203835 w 292847"/>
                  <a:gd name="connsiteY1" fmla="*/ 43815 h 287655"/>
                  <a:gd name="connsiteX2" fmla="*/ 183833 w 292847"/>
                  <a:gd name="connsiteY2" fmla="*/ 7620 h 287655"/>
                  <a:gd name="connsiteX3" fmla="*/ 174308 w 292847"/>
                  <a:gd name="connsiteY3" fmla="*/ 0 h 287655"/>
                  <a:gd name="connsiteX4" fmla="*/ 157163 w 292847"/>
                  <a:gd name="connsiteY4" fmla="*/ 0 h 287655"/>
                  <a:gd name="connsiteX5" fmla="*/ 272415 w 292847"/>
                  <a:gd name="connsiteY5" fmla="*/ 206693 h 287655"/>
                  <a:gd name="connsiteX6" fmla="*/ 269558 w 292847"/>
                  <a:gd name="connsiteY6" fmla="*/ 231458 h 287655"/>
                  <a:gd name="connsiteX7" fmla="*/ 243840 w 292847"/>
                  <a:gd name="connsiteY7" fmla="*/ 225743 h 287655"/>
                  <a:gd name="connsiteX8" fmla="*/ 236220 w 292847"/>
                  <a:gd name="connsiteY8" fmla="*/ 214313 h 287655"/>
                  <a:gd name="connsiteX9" fmla="*/ 156210 w 292847"/>
                  <a:gd name="connsiteY9" fmla="*/ 96203 h 287655"/>
                  <a:gd name="connsiteX10" fmla="*/ 148590 w 292847"/>
                  <a:gd name="connsiteY10" fmla="*/ 100965 h 287655"/>
                  <a:gd name="connsiteX11" fmla="*/ 140018 w 292847"/>
                  <a:gd name="connsiteY11" fmla="*/ 106680 h 287655"/>
                  <a:gd name="connsiteX12" fmla="*/ 140018 w 292847"/>
                  <a:gd name="connsiteY12" fmla="*/ 106680 h 287655"/>
                  <a:gd name="connsiteX13" fmla="*/ 140018 w 292847"/>
                  <a:gd name="connsiteY13" fmla="*/ 106680 h 287655"/>
                  <a:gd name="connsiteX14" fmla="*/ 140970 w 292847"/>
                  <a:gd name="connsiteY14" fmla="*/ 107632 h 287655"/>
                  <a:gd name="connsiteX15" fmla="*/ 220028 w 292847"/>
                  <a:gd name="connsiteY15" fmla="*/ 224790 h 287655"/>
                  <a:gd name="connsiteX16" fmla="*/ 220980 w 292847"/>
                  <a:gd name="connsiteY16" fmla="*/ 226695 h 287655"/>
                  <a:gd name="connsiteX17" fmla="*/ 219075 w 292847"/>
                  <a:gd name="connsiteY17" fmla="*/ 251460 h 287655"/>
                  <a:gd name="connsiteX18" fmla="*/ 193358 w 292847"/>
                  <a:gd name="connsiteY18" fmla="*/ 247650 h 287655"/>
                  <a:gd name="connsiteX19" fmla="*/ 149543 w 292847"/>
                  <a:gd name="connsiteY19" fmla="*/ 189547 h 287655"/>
                  <a:gd name="connsiteX20" fmla="*/ 91440 w 292847"/>
                  <a:gd name="connsiteY20" fmla="*/ 112395 h 287655"/>
                  <a:gd name="connsiteX21" fmla="*/ 76200 w 292847"/>
                  <a:gd name="connsiteY21" fmla="*/ 123825 h 287655"/>
                  <a:gd name="connsiteX22" fmla="*/ 128588 w 292847"/>
                  <a:gd name="connsiteY22" fmla="*/ 193358 h 287655"/>
                  <a:gd name="connsiteX23" fmla="*/ 160020 w 292847"/>
                  <a:gd name="connsiteY23" fmla="*/ 236220 h 287655"/>
                  <a:gd name="connsiteX24" fmla="*/ 160020 w 292847"/>
                  <a:gd name="connsiteY24" fmla="*/ 260985 h 287655"/>
                  <a:gd name="connsiteX25" fmla="*/ 134303 w 292847"/>
                  <a:gd name="connsiteY25" fmla="*/ 259080 h 287655"/>
                  <a:gd name="connsiteX26" fmla="*/ 43815 w 292847"/>
                  <a:gd name="connsiteY26" fmla="*/ 153353 h 287655"/>
                  <a:gd name="connsiteX27" fmla="*/ 14288 w 292847"/>
                  <a:gd name="connsiteY27" fmla="*/ 118110 h 287655"/>
                  <a:gd name="connsiteX28" fmla="*/ 0 w 292847"/>
                  <a:gd name="connsiteY28" fmla="*/ 130493 h 287655"/>
                  <a:gd name="connsiteX29" fmla="*/ 26670 w 292847"/>
                  <a:gd name="connsiteY29" fmla="*/ 160972 h 287655"/>
                  <a:gd name="connsiteX30" fmla="*/ 90488 w 292847"/>
                  <a:gd name="connsiteY30" fmla="*/ 237172 h 287655"/>
                  <a:gd name="connsiteX31" fmla="*/ 92393 w 292847"/>
                  <a:gd name="connsiteY31" fmla="*/ 261938 h 287655"/>
                  <a:gd name="connsiteX32" fmla="*/ 73343 w 292847"/>
                  <a:gd name="connsiteY32" fmla="*/ 266700 h 287655"/>
                  <a:gd name="connsiteX33" fmla="*/ 62865 w 292847"/>
                  <a:gd name="connsiteY33" fmla="*/ 280988 h 287655"/>
                  <a:gd name="connsiteX34" fmla="*/ 61913 w 292847"/>
                  <a:gd name="connsiteY34" fmla="*/ 281940 h 287655"/>
                  <a:gd name="connsiteX35" fmla="*/ 80010 w 292847"/>
                  <a:gd name="connsiteY35" fmla="*/ 287655 h 287655"/>
                  <a:gd name="connsiteX36" fmla="*/ 105728 w 292847"/>
                  <a:gd name="connsiteY36" fmla="*/ 276225 h 287655"/>
                  <a:gd name="connsiteX37" fmla="*/ 113348 w 292847"/>
                  <a:gd name="connsiteY37" fmla="*/ 263843 h 287655"/>
                  <a:gd name="connsiteX38" fmla="*/ 120015 w 292847"/>
                  <a:gd name="connsiteY38" fmla="*/ 272415 h 287655"/>
                  <a:gd name="connsiteX39" fmla="*/ 148590 w 292847"/>
                  <a:gd name="connsiteY39" fmla="*/ 285750 h 287655"/>
                  <a:gd name="connsiteX40" fmla="*/ 172403 w 292847"/>
                  <a:gd name="connsiteY40" fmla="*/ 276225 h 287655"/>
                  <a:gd name="connsiteX41" fmla="*/ 180975 w 292847"/>
                  <a:gd name="connsiteY41" fmla="*/ 263843 h 287655"/>
                  <a:gd name="connsiteX42" fmla="*/ 207645 w 292847"/>
                  <a:gd name="connsiteY42" fmla="*/ 275272 h 287655"/>
                  <a:gd name="connsiteX43" fmla="*/ 229553 w 292847"/>
                  <a:gd name="connsiteY43" fmla="*/ 267653 h 287655"/>
                  <a:gd name="connsiteX44" fmla="*/ 240983 w 292847"/>
                  <a:gd name="connsiteY44" fmla="*/ 251460 h 287655"/>
                  <a:gd name="connsiteX45" fmla="*/ 257175 w 292847"/>
                  <a:gd name="connsiteY45" fmla="*/ 256222 h 287655"/>
                  <a:gd name="connsiteX46" fmla="*/ 278130 w 292847"/>
                  <a:gd name="connsiteY46" fmla="*/ 249555 h 287655"/>
                  <a:gd name="connsiteX47" fmla="*/ 287655 w 292847"/>
                  <a:gd name="connsiteY47" fmla="*/ 200025 h 287655"/>
                  <a:gd name="connsiteX48" fmla="*/ 203835 w 292847"/>
                  <a:gd name="connsiteY48" fmla="*/ 43815 h 2876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92847" h="287655">
                    <a:moveTo>
                      <a:pt x="203835" y="43815"/>
                    </a:moveTo>
                    <a:lnTo>
                      <a:pt x="203835" y="43815"/>
                    </a:lnTo>
                    <a:cubicBezTo>
                      <a:pt x="203835" y="43815"/>
                      <a:pt x="193358" y="23813"/>
                      <a:pt x="183833" y="7620"/>
                    </a:cubicBezTo>
                    <a:cubicBezTo>
                      <a:pt x="180975" y="2857"/>
                      <a:pt x="176213" y="0"/>
                      <a:pt x="174308" y="0"/>
                    </a:cubicBezTo>
                    <a:lnTo>
                      <a:pt x="157163" y="0"/>
                    </a:lnTo>
                    <a:cubicBezTo>
                      <a:pt x="191453" y="60960"/>
                      <a:pt x="268605" y="199072"/>
                      <a:pt x="272415" y="206693"/>
                    </a:cubicBezTo>
                    <a:cubicBezTo>
                      <a:pt x="276225" y="214313"/>
                      <a:pt x="279083" y="224790"/>
                      <a:pt x="269558" y="231458"/>
                    </a:cubicBezTo>
                    <a:cubicBezTo>
                      <a:pt x="258128" y="239078"/>
                      <a:pt x="249555" y="232410"/>
                      <a:pt x="243840" y="225743"/>
                    </a:cubicBezTo>
                    <a:lnTo>
                      <a:pt x="236220" y="214313"/>
                    </a:lnTo>
                    <a:cubicBezTo>
                      <a:pt x="223838" y="195263"/>
                      <a:pt x="159068" y="100013"/>
                      <a:pt x="156210" y="96203"/>
                    </a:cubicBezTo>
                    <a:lnTo>
                      <a:pt x="148590" y="100965"/>
                    </a:lnTo>
                    <a:lnTo>
                      <a:pt x="140018" y="106680"/>
                    </a:lnTo>
                    <a:lnTo>
                      <a:pt x="140018" y="106680"/>
                    </a:lnTo>
                    <a:lnTo>
                      <a:pt x="140018" y="106680"/>
                    </a:lnTo>
                    <a:cubicBezTo>
                      <a:pt x="140018" y="106680"/>
                      <a:pt x="140970" y="107632"/>
                      <a:pt x="140970" y="107632"/>
                    </a:cubicBezTo>
                    <a:lnTo>
                      <a:pt x="220028" y="224790"/>
                    </a:lnTo>
                    <a:cubicBezTo>
                      <a:pt x="220980" y="225743"/>
                      <a:pt x="220980" y="226695"/>
                      <a:pt x="220980" y="226695"/>
                    </a:cubicBezTo>
                    <a:cubicBezTo>
                      <a:pt x="224790" y="232410"/>
                      <a:pt x="229553" y="243840"/>
                      <a:pt x="219075" y="251460"/>
                    </a:cubicBezTo>
                    <a:cubicBezTo>
                      <a:pt x="206693" y="260985"/>
                      <a:pt x="196215" y="250508"/>
                      <a:pt x="193358" y="247650"/>
                    </a:cubicBezTo>
                    <a:lnTo>
                      <a:pt x="149543" y="189547"/>
                    </a:lnTo>
                    <a:cubicBezTo>
                      <a:pt x="125730" y="157163"/>
                      <a:pt x="93345" y="115253"/>
                      <a:pt x="91440" y="112395"/>
                    </a:cubicBezTo>
                    <a:lnTo>
                      <a:pt x="76200" y="123825"/>
                    </a:lnTo>
                    <a:lnTo>
                      <a:pt x="128588" y="193358"/>
                    </a:lnTo>
                    <a:cubicBezTo>
                      <a:pt x="143828" y="214313"/>
                      <a:pt x="158115" y="232410"/>
                      <a:pt x="160020" y="236220"/>
                    </a:cubicBezTo>
                    <a:cubicBezTo>
                      <a:pt x="164783" y="243840"/>
                      <a:pt x="169545" y="253365"/>
                      <a:pt x="160020" y="260985"/>
                    </a:cubicBezTo>
                    <a:cubicBezTo>
                      <a:pt x="147638" y="271463"/>
                      <a:pt x="136208" y="261938"/>
                      <a:pt x="134303" y="259080"/>
                    </a:cubicBezTo>
                    <a:lnTo>
                      <a:pt x="43815" y="153353"/>
                    </a:lnTo>
                    <a:cubicBezTo>
                      <a:pt x="28575" y="135255"/>
                      <a:pt x="15240" y="120015"/>
                      <a:pt x="14288" y="118110"/>
                    </a:cubicBezTo>
                    <a:lnTo>
                      <a:pt x="0" y="130493"/>
                    </a:lnTo>
                    <a:lnTo>
                      <a:pt x="26670" y="160972"/>
                    </a:lnTo>
                    <a:cubicBezTo>
                      <a:pt x="54293" y="194310"/>
                      <a:pt x="86678" y="232410"/>
                      <a:pt x="90488" y="237172"/>
                    </a:cubicBezTo>
                    <a:cubicBezTo>
                      <a:pt x="94298" y="242888"/>
                      <a:pt x="100013" y="254318"/>
                      <a:pt x="92393" y="261938"/>
                    </a:cubicBezTo>
                    <a:cubicBezTo>
                      <a:pt x="86678" y="267653"/>
                      <a:pt x="80010" y="269558"/>
                      <a:pt x="73343" y="266700"/>
                    </a:cubicBezTo>
                    <a:cubicBezTo>
                      <a:pt x="70485" y="272415"/>
                      <a:pt x="67628" y="277178"/>
                      <a:pt x="62865" y="280988"/>
                    </a:cubicBezTo>
                    <a:cubicBezTo>
                      <a:pt x="62865" y="280988"/>
                      <a:pt x="61913" y="280988"/>
                      <a:pt x="61913" y="281940"/>
                    </a:cubicBezTo>
                    <a:cubicBezTo>
                      <a:pt x="67628" y="284797"/>
                      <a:pt x="73343" y="287655"/>
                      <a:pt x="80010" y="287655"/>
                    </a:cubicBezTo>
                    <a:cubicBezTo>
                      <a:pt x="88582" y="287655"/>
                      <a:pt x="97155" y="284797"/>
                      <a:pt x="105728" y="276225"/>
                    </a:cubicBezTo>
                    <a:cubicBezTo>
                      <a:pt x="109538" y="272415"/>
                      <a:pt x="112395" y="268605"/>
                      <a:pt x="113348" y="263843"/>
                    </a:cubicBezTo>
                    <a:lnTo>
                      <a:pt x="120015" y="272415"/>
                    </a:lnTo>
                    <a:cubicBezTo>
                      <a:pt x="127635" y="280035"/>
                      <a:pt x="138113" y="285750"/>
                      <a:pt x="148590" y="285750"/>
                    </a:cubicBezTo>
                    <a:cubicBezTo>
                      <a:pt x="156210" y="285750"/>
                      <a:pt x="164783" y="282893"/>
                      <a:pt x="172403" y="276225"/>
                    </a:cubicBezTo>
                    <a:cubicBezTo>
                      <a:pt x="176213" y="272415"/>
                      <a:pt x="179070" y="268605"/>
                      <a:pt x="180975" y="263843"/>
                    </a:cubicBezTo>
                    <a:cubicBezTo>
                      <a:pt x="187643" y="270510"/>
                      <a:pt x="197168" y="275272"/>
                      <a:pt x="207645" y="275272"/>
                    </a:cubicBezTo>
                    <a:cubicBezTo>
                      <a:pt x="215265" y="275272"/>
                      <a:pt x="222885" y="273368"/>
                      <a:pt x="229553" y="267653"/>
                    </a:cubicBezTo>
                    <a:cubicBezTo>
                      <a:pt x="235268" y="262890"/>
                      <a:pt x="239078" y="257175"/>
                      <a:pt x="240983" y="251460"/>
                    </a:cubicBezTo>
                    <a:cubicBezTo>
                      <a:pt x="245745" y="254318"/>
                      <a:pt x="251460" y="256222"/>
                      <a:pt x="257175" y="256222"/>
                    </a:cubicBezTo>
                    <a:cubicBezTo>
                      <a:pt x="263843" y="256222"/>
                      <a:pt x="270510" y="254318"/>
                      <a:pt x="278130" y="249555"/>
                    </a:cubicBezTo>
                    <a:cubicBezTo>
                      <a:pt x="293370" y="239078"/>
                      <a:pt x="297180" y="220028"/>
                      <a:pt x="287655" y="200025"/>
                    </a:cubicBezTo>
                    <a:cubicBezTo>
                      <a:pt x="286703" y="192405"/>
                      <a:pt x="238125" y="104775"/>
                      <a:pt x="203835" y="43815"/>
                    </a:cubicBezTo>
                    <a:close/>
                  </a:path>
                </a:pathLst>
              </a:custGeom>
              <a:solidFill>
                <a:schemeClr val="bg1"/>
              </a:solidFill>
              <a:ln w="9525" cap="flat">
                <a:noFill/>
                <a:prstDash val="solid"/>
                <a:miter/>
              </a:ln>
            </p:spPr>
            <p:txBody>
              <a:bodyPr rtlCol="0" anchor="ctr"/>
              <a:lstStyle/>
              <a:p>
                <a:endParaRPr lang="en-NL">
                  <a:solidFill>
                    <a:schemeClr val="bg1"/>
                  </a:solidFill>
                </a:endParaRPr>
              </a:p>
            </p:txBody>
          </p:sp>
        </p:grpSp>
        <p:grpSp>
          <p:nvGrpSpPr>
            <p:cNvPr id="126" name="Graphic 19">
              <a:extLst>
                <a:ext uri="{FF2B5EF4-FFF2-40B4-BE49-F238E27FC236}">
                  <a16:creationId xmlns:a16="http://schemas.microsoft.com/office/drawing/2014/main" id="{1934BFF6-DB80-8C2E-623C-F994C344B987}"/>
                </a:ext>
              </a:extLst>
            </p:cNvPr>
            <p:cNvGrpSpPr/>
            <p:nvPr/>
          </p:nvGrpSpPr>
          <p:grpSpPr>
            <a:xfrm>
              <a:off x="9528212" y="1441384"/>
              <a:ext cx="1065847" cy="1065847"/>
              <a:chOff x="9528212" y="1441384"/>
              <a:chExt cx="1065847" cy="1065847"/>
            </a:xfrm>
          </p:grpSpPr>
          <p:sp>
            <p:nvSpPr>
              <p:cNvPr id="127" name="Freeform 126">
                <a:extLst>
                  <a:ext uri="{FF2B5EF4-FFF2-40B4-BE49-F238E27FC236}">
                    <a16:creationId xmlns:a16="http://schemas.microsoft.com/office/drawing/2014/main" id="{B013C9B7-9F26-630B-4792-4988D2E45634}"/>
                  </a:ext>
                </a:extLst>
              </p:cNvPr>
              <p:cNvSpPr/>
              <p:nvPr/>
            </p:nvSpPr>
            <p:spPr>
              <a:xfrm>
                <a:off x="10444516" y="1618549"/>
                <a:ext cx="149542" cy="712470"/>
              </a:xfrm>
              <a:custGeom>
                <a:avLst/>
                <a:gdLst>
                  <a:gd name="connsiteX0" fmla="*/ 14288 w 149542"/>
                  <a:gd name="connsiteY0" fmla="*/ 0 h 712470"/>
                  <a:gd name="connsiteX1" fmla="*/ 0 w 149542"/>
                  <a:gd name="connsiteY1" fmla="*/ 13335 h 712470"/>
                  <a:gd name="connsiteX2" fmla="*/ 131445 w 149542"/>
                  <a:gd name="connsiteY2" fmla="*/ 356235 h 712470"/>
                  <a:gd name="connsiteX3" fmla="*/ 0 w 149542"/>
                  <a:gd name="connsiteY3" fmla="*/ 699135 h 712470"/>
                  <a:gd name="connsiteX4" fmla="*/ 13335 w 149542"/>
                  <a:gd name="connsiteY4" fmla="*/ 712470 h 712470"/>
                  <a:gd name="connsiteX5" fmla="*/ 149543 w 149542"/>
                  <a:gd name="connsiteY5" fmla="*/ 356235 h 712470"/>
                  <a:gd name="connsiteX6" fmla="*/ 14288 w 149542"/>
                  <a:gd name="connsiteY6" fmla="*/ 0 h 712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9542" h="712470">
                    <a:moveTo>
                      <a:pt x="14288" y="0"/>
                    </a:moveTo>
                    <a:lnTo>
                      <a:pt x="0" y="13335"/>
                    </a:lnTo>
                    <a:cubicBezTo>
                      <a:pt x="81915" y="104775"/>
                      <a:pt x="131445" y="224790"/>
                      <a:pt x="131445" y="356235"/>
                    </a:cubicBezTo>
                    <a:cubicBezTo>
                      <a:pt x="131445" y="487680"/>
                      <a:pt x="81915" y="607695"/>
                      <a:pt x="0" y="699135"/>
                    </a:cubicBezTo>
                    <a:lnTo>
                      <a:pt x="13335" y="712470"/>
                    </a:lnTo>
                    <a:cubicBezTo>
                      <a:pt x="98108" y="618173"/>
                      <a:pt x="149543" y="493395"/>
                      <a:pt x="149543" y="356235"/>
                    </a:cubicBezTo>
                    <a:cubicBezTo>
                      <a:pt x="149543" y="219075"/>
                      <a:pt x="99060" y="94298"/>
                      <a:pt x="14288" y="0"/>
                    </a:cubicBezTo>
                    <a:close/>
                  </a:path>
                </a:pathLst>
              </a:custGeom>
              <a:solidFill>
                <a:srgbClr val="85BC20"/>
              </a:solidFill>
              <a:ln w="9525" cap="flat">
                <a:noFill/>
                <a:prstDash val="solid"/>
                <a:miter/>
              </a:ln>
            </p:spPr>
            <p:txBody>
              <a:bodyPr rtlCol="0" anchor="ctr"/>
              <a:lstStyle/>
              <a:p>
                <a:endParaRPr lang="en-NL">
                  <a:solidFill>
                    <a:schemeClr val="bg1"/>
                  </a:solidFill>
                </a:endParaRPr>
              </a:p>
            </p:txBody>
          </p:sp>
          <p:sp>
            <p:nvSpPr>
              <p:cNvPr id="128" name="Freeform 127">
                <a:extLst>
                  <a:ext uri="{FF2B5EF4-FFF2-40B4-BE49-F238E27FC236}">
                    <a16:creationId xmlns:a16="http://schemas.microsoft.com/office/drawing/2014/main" id="{DF5A2973-2A63-9FC2-C6B1-7427585D65C5}"/>
                  </a:ext>
                </a:extLst>
              </p:cNvPr>
              <p:cNvSpPr/>
              <p:nvPr/>
            </p:nvSpPr>
            <p:spPr>
              <a:xfrm>
                <a:off x="9705377" y="2357688"/>
                <a:ext cx="712470" cy="149542"/>
              </a:xfrm>
              <a:custGeom>
                <a:avLst/>
                <a:gdLst>
                  <a:gd name="connsiteX0" fmla="*/ 699135 w 712470"/>
                  <a:gd name="connsiteY0" fmla="*/ 0 h 149542"/>
                  <a:gd name="connsiteX1" fmla="*/ 356235 w 712470"/>
                  <a:gd name="connsiteY1" fmla="*/ 131445 h 149542"/>
                  <a:gd name="connsiteX2" fmla="*/ 13335 w 712470"/>
                  <a:gd name="connsiteY2" fmla="*/ 0 h 149542"/>
                  <a:gd name="connsiteX3" fmla="*/ 0 w 712470"/>
                  <a:gd name="connsiteY3" fmla="*/ 13335 h 149542"/>
                  <a:gd name="connsiteX4" fmla="*/ 356235 w 712470"/>
                  <a:gd name="connsiteY4" fmla="*/ 149543 h 149542"/>
                  <a:gd name="connsiteX5" fmla="*/ 712470 w 712470"/>
                  <a:gd name="connsiteY5" fmla="*/ 13335 h 149542"/>
                  <a:gd name="connsiteX6" fmla="*/ 699135 w 712470"/>
                  <a:gd name="connsiteY6" fmla="*/ 0 h 149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470" h="149542">
                    <a:moveTo>
                      <a:pt x="699135" y="0"/>
                    </a:moveTo>
                    <a:cubicBezTo>
                      <a:pt x="607695" y="81915"/>
                      <a:pt x="487680" y="131445"/>
                      <a:pt x="356235" y="131445"/>
                    </a:cubicBezTo>
                    <a:cubicBezTo>
                      <a:pt x="224790" y="131445"/>
                      <a:pt x="104775" y="81915"/>
                      <a:pt x="13335" y="0"/>
                    </a:cubicBezTo>
                    <a:lnTo>
                      <a:pt x="0" y="13335"/>
                    </a:lnTo>
                    <a:cubicBezTo>
                      <a:pt x="94298" y="98108"/>
                      <a:pt x="219075" y="149543"/>
                      <a:pt x="356235" y="149543"/>
                    </a:cubicBezTo>
                    <a:cubicBezTo>
                      <a:pt x="493395" y="149543"/>
                      <a:pt x="618173" y="98108"/>
                      <a:pt x="712470" y="13335"/>
                    </a:cubicBezTo>
                    <a:lnTo>
                      <a:pt x="699135" y="0"/>
                    </a:lnTo>
                    <a:close/>
                  </a:path>
                </a:pathLst>
              </a:custGeom>
              <a:solidFill>
                <a:schemeClr val="bg1"/>
              </a:solidFill>
              <a:ln w="9525" cap="flat">
                <a:noFill/>
                <a:prstDash val="solid"/>
                <a:miter/>
              </a:ln>
            </p:spPr>
            <p:txBody>
              <a:bodyPr rtlCol="0" anchor="ctr"/>
              <a:lstStyle/>
              <a:p>
                <a:endParaRPr lang="en-NL" dirty="0">
                  <a:solidFill>
                    <a:schemeClr val="bg1"/>
                  </a:solidFill>
                </a:endParaRPr>
              </a:p>
            </p:txBody>
          </p:sp>
          <p:sp>
            <p:nvSpPr>
              <p:cNvPr id="129" name="Freeform 128">
                <a:extLst>
                  <a:ext uri="{FF2B5EF4-FFF2-40B4-BE49-F238E27FC236}">
                    <a16:creationId xmlns:a16="http://schemas.microsoft.com/office/drawing/2014/main" id="{3DEF58F8-B719-6539-E68B-C10D17781676}"/>
                  </a:ext>
                </a:extLst>
              </p:cNvPr>
              <p:cNvSpPr/>
              <p:nvPr/>
            </p:nvSpPr>
            <p:spPr>
              <a:xfrm>
                <a:off x="9705377" y="1441384"/>
                <a:ext cx="712470" cy="150495"/>
              </a:xfrm>
              <a:custGeom>
                <a:avLst/>
                <a:gdLst>
                  <a:gd name="connsiteX0" fmla="*/ 13335 w 712470"/>
                  <a:gd name="connsiteY0" fmla="*/ 150495 h 150495"/>
                  <a:gd name="connsiteX1" fmla="*/ 356235 w 712470"/>
                  <a:gd name="connsiteY1" fmla="*/ 19050 h 150495"/>
                  <a:gd name="connsiteX2" fmla="*/ 699135 w 712470"/>
                  <a:gd name="connsiteY2" fmla="*/ 150495 h 150495"/>
                  <a:gd name="connsiteX3" fmla="*/ 712470 w 712470"/>
                  <a:gd name="connsiteY3" fmla="*/ 137160 h 150495"/>
                  <a:gd name="connsiteX4" fmla="*/ 356235 w 712470"/>
                  <a:gd name="connsiteY4" fmla="*/ 0 h 150495"/>
                  <a:gd name="connsiteX5" fmla="*/ 0 w 712470"/>
                  <a:gd name="connsiteY5" fmla="*/ 136208 h 150495"/>
                  <a:gd name="connsiteX6" fmla="*/ 13335 w 712470"/>
                  <a:gd name="connsiteY6" fmla="*/ 150495 h 1504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470" h="150495">
                    <a:moveTo>
                      <a:pt x="13335" y="150495"/>
                    </a:moveTo>
                    <a:cubicBezTo>
                      <a:pt x="104775" y="68580"/>
                      <a:pt x="224790" y="19050"/>
                      <a:pt x="356235" y="19050"/>
                    </a:cubicBezTo>
                    <a:cubicBezTo>
                      <a:pt x="487680" y="19050"/>
                      <a:pt x="607695" y="68580"/>
                      <a:pt x="699135" y="150495"/>
                    </a:cubicBezTo>
                    <a:lnTo>
                      <a:pt x="712470" y="137160"/>
                    </a:lnTo>
                    <a:cubicBezTo>
                      <a:pt x="618173" y="51435"/>
                      <a:pt x="493395" y="0"/>
                      <a:pt x="356235" y="0"/>
                    </a:cubicBezTo>
                    <a:cubicBezTo>
                      <a:pt x="219075" y="0"/>
                      <a:pt x="94298" y="51435"/>
                      <a:pt x="0" y="136208"/>
                    </a:cubicBezTo>
                    <a:lnTo>
                      <a:pt x="13335" y="150495"/>
                    </a:lnTo>
                    <a:close/>
                  </a:path>
                </a:pathLst>
              </a:custGeom>
              <a:solidFill>
                <a:srgbClr val="E5202E"/>
              </a:solidFill>
              <a:ln w="9525" cap="flat">
                <a:noFill/>
                <a:prstDash val="solid"/>
                <a:miter/>
              </a:ln>
            </p:spPr>
            <p:txBody>
              <a:bodyPr rtlCol="0" anchor="ctr"/>
              <a:lstStyle/>
              <a:p>
                <a:endParaRPr lang="en-NL">
                  <a:solidFill>
                    <a:schemeClr val="bg1"/>
                  </a:solidFill>
                </a:endParaRPr>
              </a:p>
            </p:txBody>
          </p:sp>
          <p:sp>
            <p:nvSpPr>
              <p:cNvPr id="130" name="Freeform 129">
                <a:extLst>
                  <a:ext uri="{FF2B5EF4-FFF2-40B4-BE49-F238E27FC236}">
                    <a16:creationId xmlns:a16="http://schemas.microsoft.com/office/drawing/2014/main" id="{79359139-B8E2-F5DB-1016-67C30293A409}"/>
                  </a:ext>
                </a:extLst>
              </p:cNvPr>
              <p:cNvSpPr/>
              <p:nvPr/>
            </p:nvSpPr>
            <p:spPr>
              <a:xfrm>
                <a:off x="9528212" y="1618549"/>
                <a:ext cx="150495" cy="712470"/>
              </a:xfrm>
              <a:custGeom>
                <a:avLst/>
                <a:gdLst>
                  <a:gd name="connsiteX0" fmla="*/ 150495 w 150495"/>
                  <a:gd name="connsiteY0" fmla="*/ 699135 h 712470"/>
                  <a:gd name="connsiteX1" fmla="*/ 19050 w 150495"/>
                  <a:gd name="connsiteY1" fmla="*/ 356235 h 712470"/>
                  <a:gd name="connsiteX2" fmla="*/ 150495 w 150495"/>
                  <a:gd name="connsiteY2" fmla="*/ 13335 h 712470"/>
                  <a:gd name="connsiteX3" fmla="*/ 137160 w 150495"/>
                  <a:gd name="connsiteY3" fmla="*/ 0 h 712470"/>
                  <a:gd name="connsiteX4" fmla="*/ 0 w 150495"/>
                  <a:gd name="connsiteY4" fmla="*/ 356235 h 712470"/>
                  <a:gd name="connsiteX5" fmla="*/ 136208 w 150495"/>
                  <a:gd name="connsiteY5" fmla="*/ 712470 h 712470"/>
                  <a:gd name="connsiteX6" fmla="*/ 150495 w 150495"/>
                  <a:gd name="connsiteY6" fmla="*/ 699135 h 712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495" h="712470">
                    <a:moveTo>
                      <a:pt x="150495" y="699135"/>
                    </a:moveTo>
                    <a:cubicBezTo>
                      <a:pt x="68580" y="607695"/>
                      <a:pt x="19050" y="487680"/>
                      <a:pt x="19050" y="356235"/>
                    </a:cubicBezTo>
                    <a:cubicBezTo>
                      <a:pt x="19050" y="224790"/>
                      <a:pt x="68580" y="104775"/>
                      <a:pt x="150495" y="13335"/>
                    </a:cubicBezTo>
                    <a:lnTo>
                      <a:pt x="137160" y="0"/>
                    </a:lnTo>
                    <a:cubicBezTo>
                      <a:pt x="51435" y="94298"/>
                      <a:pt x="0" y="219075"/>
                      <a:pt x="0" y="356235"/>
                    </a:cubicBezTo>
                    <a:cubicBezTo>
                      <a:pt x="0" y="493395"/>
                      <a:pt x="51435" y="618173"/>
                      <a:pt x="136208" y="712470"/>
                    </a:cubicBezTo>
                    <a:lnTo>
                      <a:pt x="150495" y="699135"/>
                    </a:lnTo>
                    <a:close/>
                  </a:path>
                </a:pathLst>
              </a:custGeom>
              <a:solidFill>
                <a:srgbClr val="007AC3"/>
              </a:solidFill>
              <a:ln w="9525" cap="flat">
                <a:noFill/>
                <a:prstDash val="solid"/>
                <a:miter/>
              </a:ln>
            </p:spPr>
            <p:txBody>
              <a:bodyPr rtlCol="0" anchor="ctr"/>
              <a:lstStyle/>
              <a:p>
                <a:endParaRPr lang="en-NL">
                  <a:solidFill>
                    <a:schemeClr val="bg1"/>
                  </a:solidFill>
                </a:endParaRPr>
              </a:p>
            </p:txBody>
          </p:sp>
        </p:grpSp>
      </p:grpSp>
      <p:sp>
        <p:nvSpPr>
          <p:cNvPr id="2" name="Title 1">
            <a:extLst>
              <a:ext uri="{FF2B5EF4-FFF2-40B4-BE49-F238E27FC236}">
                <a16:creationId xmlns:a16="http://schemas.microsoft.com/office/drawing/2014/main" id="{55CD93A4-4337-6BD8-4FFE-A1B43A27D6A9}"/>
              </a:ext>
            </a:extLst>
          </p:cNvPr>
          <p:cNvSpPr>
            <a:spLocks noGrp="1"/>
          </p:cNvSpPr>
          <p:nvPr>
            <p:ph type="title"/>
          </p:nvPr>
        </p:nvSpPr>
        <p:spPr>
          <a:xfrm>
            <a:off x="242969" y="519957"/>
            <a:ext cx="7716032" cy="933935"/>
          </a:xfrm>
          <a:prstGeom prst="rect">
            <a:avLst/>
          </a:prstGeom>
        </p:spPr>
        <p:txBody>
          <a:bodyPr/>
          <a:lstStyle>
            <a:lvl1pPr>
              <a:defRPr sz="3600">
                <a:solidFill>
                  <a:schemeClr val="bg1"/>
                </a:solidFill>
              </a:defRPr>
            </a:lvl1pPr>
          </a:lstStyle>
          <a:p>
            <a:r>
              <a:rPr lang="en-US"/>
              <a:t>Click to edit Master title style</a:t>
            </a:r>
            <a:endParaRPr lang="en-US" dirty="0"/>
          </a:p>
        </p:txBody>
      </p:sp>
      <p:sp>
        <p:nvSpPr>
          <p:cNvPr id="5" name="Content Placeholder 4">
            <a:extLst>
              <a:ext uri="{FF2B5EF4-FFF2-40B4-BE49-F238E27FC236}">
                <a16:creationId xmlns:a16="http://schemas.microsoft.com/office/drawing/2014/main" id="{50FC3660-F0ED-1314-A2D8-D0ED7E99A0AB}"/>
              </a:ext>
            </a:extLst>
          </p:cNvPr>
          <p:cNvSpPr>
            <a:spLocks noGrp="1"/>
          </p:cNvSpPr>
          <p:nvPr>
            <p:ph sz="quarter" idx="19"/>
          </p:nvPr>
        </p:nvSpPr>
        <p:spPr>
          <a:xfrm>
            <a:off x="209835" y="1451739"/>
            <a:ext cx="7749165" cy="4390262"/>
          </a:xfrm>
        </p:spPr>
        <p:txBody>
          <a:bodyPr/>
          <a:lstStyle>
            <a:lvl1pPr marL="334390" indent="-293751">
              <a:spcBef>
                <a:spcPts val="1080"/>
              </a:spcBef>
              <a:defRPr sz="2000">
                <a:solidFill>
                  <a:schemeClr val="bg1"/>
                </a:solidFill>
              </a:defRPr>
            </a:lvl1pPr>
            <a:lvl2pPr marL="648460" indent="-293751">
              <a:spcBef>
                <a:spcPts val="1080"/>
              </a:spcBef>
              <a:defRPr sz="2000">
                <a:solidFill>
                  <a:schemeClr val="bg1"/>
                </a:solidFill>
              </a:defRPr>
            </a:lvl2pPr>
            <a:lvl3pPr marL="954403" indent="-293751">
              <a:spcBef>
                <a:spcPts val="1080"/>
              </a:spcBef>
              <a:defRPr sz="2000">
                <a:solidFill>
                  <a:schemeClr val="bg1"/>
                </a:solidFill>
              </a:defRPr>
            </a:lvl3pPr>
            <a:lvl4pPr marL="1248154" indent="-293751">
              <a:spcBef>
                <a:spcPts val="1080"/>
              </a:spcBef>
              <a:defRPr sz="2000">
                <a:solidFill>
                  <a:schemeClr val="bg1"/>
                </a:solidFill>
              </a:defRPr>
            </a:lvl4pPr>
            <a:lvl5pPr marL="1544400" indent="-295200">
              <a:spcBef>
                <a:spcPts val="1080"/>
              </a:spcBef>
              <a:defRPr sz="20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97952200"/>
      </p:ext>
    </p:extLst>
  </p:cSld>
  <p:clrMapOvr>
    <a:masterClrMapping/>
  </p:clrMapOvr>
  <p:extLst>
    <p:ext uri="{DCECCB84-F9BA-43D5-87BE-67443E8EF086}">
      <p15:sldGuideLst xmlns:p15="http://schemas.microsoft.com/office/powerpoint/2012/main">
        <p15:guide id="1" pos="211">
          <p15:clr>
            <a:srgbClr val="FBAE40"/>
          </p15:clr>
        </p15:guide>
        <p15:guide id="3" pos="7469">
          <p15:clr>
            <a:srgbClr val="FBAE40"/>
          </p15:clr>
        </p15:guide>
        <p15:guide id="5" orient="horz" pos="3680">
          <p15:clr>
            <a:srgbClr val="FBAE40"/>
          </p15:clr>
        </p15:guide>
        <p15:guide id="6" orient="horz" pos="210">
          <p15:clr>
            <a:srgbClr val="FBAE40"/>
          </p15:clr>
        </p15:guide>
        <p15:guide id="7" orient="horz" pos="414" userDrawn="1">
          <p15:clr>
            <a:srgbClr val="FBAE40"/>
          </p15:clr>
        </p15:guide>
        <p15:guide id="8" orient="horz" pos="913" userDrawn="1">
          <p15:clr>
            <a:srgbClr val="FBAE40"/>
          </p15:clr>
        </p15:guide>
        <p15:guide id="9" pos="5019"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24943B-2AF4-0FD1-DF2B-A7FEDE3A4952}"/>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63A9A72-54B0-53E1-463A-A5ABDC39448B}"/>
              </a:ext>
            </a:extLst>
          </p:cNvPr>
          <p:cNvSpPr>
            <a:spLocks noGrp="1"/>
          </p:cNvSpPr>
          <p:nvPr>
            <p:ph type="dt" sz="half" idx="10"/>
          </p:nvPr>
        </p:nvSpPr>
        <p:spPr/>
        <p:txBody>
          <a:bodyPr/>
          <a:lstStyle/>
          <a:p>
            <a:fld id="{94F96FED-503C-4D12-A08C-D1E6C4CD318B}" type="datetimeFigureOut">
              <a:rPr lang="en-CA" smtClean="0"/>
              <a:t>2026-10-26</a:t>
            </a:fld>
            <a:endParaRPr lang="en-CA"/>
          </a:p>
        </p:txBody>
      </p:sp>
      <p:sp>
        <p:nvSpPr>
          <p:cNvPr id="4" name="Footer Placeholder 3">
            <a:extLst>
              <a:ext uri="{FF2B5EF4-FFF2-40B4-BE49-F238E27FC236}">
                <a16:creationId xmlns:a16="http://schemas.microsoft.com/office/drawing/2014/main" id="{B604E35A-413B-F290-B27F-2F1AE1D51AA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2630815-77DC-6856-BE7C-97B73BF51301}"/>
              </a:ext>
            </a:extLst>
          </p:cNvPr>
          <p:cNvSpPr>
            <a:spLocks noGrp="1"/>
          </p:cNvSpPr>
          <p:nvPr>
            <p:ph type="sldNum" sz="quarter" idx="12"/>
          </p:nvPr>
        </p:nvSpPr>
        <p:spPr/>
        <p:txBody>
          <a:bodyPr/>
          <a:lstStyle/>
          <a:p>
            <a:fld id="{C85BCCC8-70B2-41BC-818D-3F4EC98E13EA}" type="slidenum">
              <a:rPr lang="en-CA" smtClean="0"/>
              <a:t>‹#›</a:t>
            </a:fld>
            <a:endParaRPr lang="en-CA"/>
          </a:p>
        </p:txBody>
      </p:sp>
    </p:spTree>
    <p:extLst>
      <p:ext uri="{BB962C8B-B14F-4D97-AF65-F5344CB8AC3E}">
        <p14:creationId xmlns:p14="http://schemas.microsoft.com/office/powerpoint/2010/main" val="36300698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272360" y="6405556"/>
            <a:ext cx="652895" cy="365125"/>
          </a:xfrm>
          <a:prstGeom prst="rect">
            <a:avLst/>
          </a:prstGeom>
        </p:spPr>
        <p:txBody>
          <a:bodyPr vert="horz" lIns="0" tIns="0" rIns="0" bIns="0" rtlCol="0" anchor="ctr"/>
          <a:lstStyle>
            <a:lvl1pPr algn="l">
              <a:defRPr sz="1200">
                <a:solidFill>
                  <a:schemeClr val="tx1"/>
                </a:solidFill>
                <a:latin typeface="Fira Sans" panose="020B0503050000020004" pitchFamily="34" charset="0"/>
                <a:ea typeface="Fira Sans" panose="020B0503050000020004" pitchFamily="34" charset="0"/>
              </a:defRPr>
            </a:lvl1pPr>
          </a:lstStyle>
          <a:p>
            <a:fld id="{C3C3236D-FB65-584A-8227-5A449D06E62A}" type="slidenum">
              <a:rPr lang="en-US" smtClean="0"/>
              <a:pPr/>
              <a:t>‹#›</a:t>
            </a:fld>
            <a:endParaRPr lang="en-US" dirty="0"/>
          </a:p>
        </p:txBody>
      </p:sp>
      <p:sp>
        <p:nvSpPr>
          <p:cNvPr id="4" name="Tijdelijke aanduiding voor voettekst 3">
            <a:extLst>
              <a:ext uri="{FF2B5EF4-FFF2-40B4-BE49-F238E27FC236}">
                <a16:creationId xmlns:a16="http://schemas.microsoft.com/office/drawing/2014/main" id="{A23F450B-1F47-1248-8781-F7FAB2C695CF}"/>
              </a:ext>
            </a:extLst>
          </p:cNvPr>
          <p:cNvSpPr>
            <a:spLocks noGrp="1"/>
          </p:cNvSpPr>
          <p:nvPr>
            <p:ph type="ftr" sz="quarter" idx="3"/>
          </p:nvPr>
        </p:nvSpPr>
        <p:spPr>
          <a:xfrm>
            <a:off x="4303643" y="6400798"/>
            <a:ext cx="7615997" cy="365125"/>
          </a:xfrm>
          <a:prstGeom prst="rect">
            <a:avLst/>
          </a:prstGeom>
        </p:spPr>
        <p:txBody>
          <a:bodyPr vert="horz" lIns="91440" tIns="45720" rIns="0" bIns="45720" rtlCol="0" anchor="ctr"/>
          <a:lstStyle>
            <a:lvl1pPr algn="r">
              <a:defRPr sz="1200">
                <a:solidFill>
                  <a:schemeClr val="tx1"/>
                </a:solidFill>
              </a:defRPr>
            </a:lvl1pPr>
          </a:lstStyle>
          <a:p>
            <a:r>
              <a:rPr lang="en-US" dirty="0"/>
              <a:t>#</a:t>
            </a:r>
            <a:r>
              <a:rPr lang="en-US" dirty="0" err="1"/>
              <a:t>CCHConnections</a:t>
            </a:r>
            <a:endParaRPr lang="en-US" dirty="0"/>
          </a:p>
        </p:txBody>
      </p:sp>
      <p:sp>
        <p:nvSpPr>
          <p:cNvPr id="9" name="Title Placeholder 1">
            <a:extLst>
              <a:ext uri="{FF2B5EF4-FFF2-40B4-BE49-F238E27FC236}">
                <a16:creationId xmlns:a16="http://schemas.microsoft.com/office/drawing/2014/main" id="{00125E2B-8A71-C608-AB71-A6F68C79C128}"/>
              </a:ext>
            </a:extLst>
          </p:cNvPr>
          <p:cNvSpPr>
            <a:spLocks noGrp="1"/>
          </p:cNvSpPr>
          <p:nvPr>
            <p:ph type="title"/>
          </p:nvPr>
        </p:nvSpPr>
        <p:spPr>
          <a:xfrm>
            <a:off x="180000" y="457202"/>
            <a:ext cx="3855159" cy="5948354"/>
          </a:xfrm>
          <a:prstGeom prst="rect">
            <a:avLst/>
          </a:prstGeom>
        </p:spPr>
        <p:txBody>
          <a:bodyPr vert="horz" lIns="90000" tIns="46800" rIns="90000" bIns="46800" rtlCol="0" anchor="t">
            <a:noAutofit/>
          </a:bodyPr>
          <a:lstStyle/>
          <a:p>
            <a:r>
              <a:rPr lang="en-US"/>
              <a:t>Click to edit Master title style</a:t>
            </a:r>
            <a:endParaRPr lang="en-US" dirty="0"/>
          </a:p>
        </p:txBody>
      </p:sp>
      <p:sp>
        <p:nvSpPr>
          <p:cNvPr id="10" name="Text Placeholder 2">
            <a:extLst>
              <a:ext uri="{FF2B5EF4-FFF2-40B4-BE49-F238E27FC236}">
                <a16:creationId xmlns:a16="http://schemas.microsoft.com/office/drawing/2014/main" id="{52112DCC-B916-8BBB-C835-5657A1E7ADEA}"/>
              </a:ext>
            </a:extLst>
          </p:cNvPr>
          <p:cNvSpPr>
            <a:spLocks noGrp="1"/>
          </p:cNvSpPr>
          <p:nvPr>
            <p:ph type="body" idx="1"/>
          </p:nvPr>
        </p:nvSpPr>
        <p:spPr>
          <a:xfrm>
            <a:off x="4140000" y="457202"/>
            <a:ext cx="7709547" cy="5948354"/>
          </a:xfrm>
          <a:prstGeom prst="rect">
            <a:avLst/>
          </a:prstGeom>
        </p:spPr>
        <p:txBody>
          <a:bodyPr vert="horz" lIns="90000" tIns="46800" rIns="90000" bIns="4680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32283050"/>
      </p:ext>
    </p:extLst>
  </p:cSld>
  <p:clrMap bg1="lt1" tx1="dk1" bg2="lt2" tx2="dk2" accent1="accent1" accent2="accent2" accent3="accent3" accent4="accent4" accent5="accent5" accent6="accent6" hlink="hlink" folHlink="folHlink"/>
  <p:sldLayoutIdLst>
    <p:sldLayoutId id="2147483786" r:id="rId1"/>
    <p:sldLayoutId id="2147483785" r:id="rId2"/>
    <p:sldLayoutId id="2147483768" r:id="rId3"/>
    <p:sldLayoutId id="2147483777" r:id="rId4"/>
    <p:sldLayoutId id="2147483779" r:id="rId5"/>
    <p:sldLayoutId id="2147483780" r:id="rId6"/>
    <p:sldLayoutId id="2147483781" r:id="rId7"/>
    <p:sldLayoutId id="2147483782" r:id="rId8"/>
    <p:sldLayoutId id="2147483783" r:id="rId9"/>
    <p:sldLayoutId id="2147483774" r:id="rId10"/>
    <p:sldLayoutId id="2147483775" r:id="rId11"/>
    <p:sldLayoutId id="2147483770" r:id="rId12"/>
    <p:sldLayoutId id="2147483773" r:id="rId13"/>
    <p:sldLayoutId id="2147483772" r:id="rId14"/>
    <p:sldLayoutId id="2147483771" r:id="rId15"/>
    <p:sldLayoutId id="2147483691" r:id="rId16"/>
    <p:sldLayoutId id="2147483769" r:id="rId17"/>
    <p:sldLayoutId id="2147483767" r:id="rId18"/>
    <p:sldLayoutId id="2147483765" r:id="rId19"/>
    <p:sldLayoutId id="2147483766" r:id="rId20"/>
    <p:sldLayoutId id="2147483764" r:id="rId21"/>
    <p:sldLayoutId id="2147483763" r:id="rId22"/>
    <p:sldLayoutId id="2147483776" r:id="rId23"/>
    <p:sldLayoutId id="2147483787" r:id="rId24"/>
  </p:sldLayoutIdLst>
  <p:hf hdr="0" dt="0"/>
  <p:txStyles>
    <p:titleStyle>
      <a:lvl1pPr algn="l" defTabSz="609585" rtl="0" eaLnBrk="1" latinLnBrk="0" hangingPunct="1">
        <a:spcBef>
          <a:spcPct val="0"/>
        </a:spcBef>
        <a:buNone/>
        <a:defRPr sz="3600" b="0" i="0" kern="1200">
          <a:solidFill>
            <a:schemeClr val="tx1"/>
          </a:solidFill>
          <a:latin typeface="+mj-lt"/>
          <a:ea typeface="Fira Sans Light" panose="020B0403050000020004" pitchFamily="34" charset="0"/>
          <a:cs typeface="+mj-cs"/>
        </a:defRPr>
      </a:lvl1pPr>
    </p:titleStyle>
    <p:bodyStyle>
      <a:lvl1pPr marL="406390"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1pPr>
      <a:lvl2pPr marL="792460"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2pPr>
      <a:lvl3pPr marL="1170403"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3pPr>
      <a:lvl4pPr marL="1536154" indent="-365751" algn="l" defTabSz="609585" rtl="0" eaLnBrk="1" latinLnBrk="0" hangingPunct="1">
        <a:spcBef>
          <a:spcPct val="20000"/>
        </a:spcBef>
        <a:buClrTx/>
        <a:buFont typeface="Arial" panose="020B0604020202020204" pitchFamily="34" charset="0"/>
        <a:buChar char="•"/>
        <a:defRPr sz="2400" b="0" i="0" kern="1200">
          <a:solidFill>
            <a:schemeClr val="tx2"/>
          </a:solidFill>
          <a:latin typeface="+mn-lt"/>
          <a:ea typeface="Fira Sans" panose="020B0503050000020004" pitchFamily="34" charset="0"/>
          <a:cs typeface="+mn-cs"/>
        </a:defRPr>
      </a:lvl4pPr>
      <a:lvl5pPr marL="1904400" indent="-367200" algn="l" defTabSz="609585" rtl="0" eaLnBrk="1" latinLnBrk="0" hangingPunct="1">
        <a:spcBef>
          <a:spcPct val="20000"/>
        </a:spcBef>
        <a:buClrTx/>
        <a:buFont typeface="Arial" panose="020B0604020202020204" pitchFamily="34" charset="0"/>
        <a:buChar char="•"/>
        <a:defRPr sz="24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4.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8.xml"/><Relationship Id="rId1" Type="http://schemas.openxmlformats.org/officeDocument/2006/relationships/tags" Target="../tags/tag4.xml"/><Relationship Id="rId5" Type="http://schemas.openxmlformats.org/officeDocument/2006/relationships/image" Target="../media/image12.jfif"/><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1.xml"/><Relationship Id="rId1" Type="http://schemas.openxmlformats.org/officeDocument/2006/relationships/tags" Target="../tags/tag5.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2.xml"/><Relationship Id="rId1" Type="http://schemas.openxmlformats.org/officeDocument/2006/relationships/tags" Target="../tags/tag6.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1.xml"/><Relationship Id="rId1" Type="http://schemas.openxmlformats.org/officeDocument/2006/relationships/tags" Target="../tags/tag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4.xml"/><Relationship Id="rId1" Type="http://schemas.openxmlformats.org/officeDocument/2006/relationships/tags" Target="../tags/tag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1.xml"/><Relationship Id="rId1" Type="http://schemas.openxmlformats.org/officeDocument/2006/relationships/tags" Target="../tags/tag9.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1.xml"/><Relationship Id="rId1" Type="http://schemas.openxmlformats.org/officeDocument/2006/relationships/tags" Target="../tags/tag1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1.xml"/><Relationship Id="rId1" Type="http://schemas.openxmlformats.org/officeDocument/2006/relationships/tags" Target="../tags/tag1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1.xml"/><Relationship Id="rId1" Type="http://schemas.openxmlformats.org/officeDocument/2006/relationships/tags" Target="../tags/tag1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8.xml"/><Relationship Id="rId1" Type="http://schemas.openxmlformats.org/officeDocument/2006/relationships/tags" Target="../tags/tag13.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2.xml"/><Relationship Id="rId1" Type="http://schemas.openxmlformats.org/officeDocument/2006/relationships/tags" Target="../tags/tag14.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2.xml"/><Relationship Id="rId1" Type="http://schemas.openxmlformats.org/officeDocument/2006/relationships/tags" Target="../tags/tag1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2.xml"/><Relationship Id="rId1" Type="http://schemas.openxmlformats.org/officeDocument/2006/relationships/tags" Target="../tags/tag16.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9.xml"/><Relationship Id="rId1" Type="http://schemas.openxmlformats.org/officeDocument/2006/relationships/tags" Target="../tags/tag17.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8.xml"/><Relationship Id="rId1" Type="http://schemas.openxmlformats.org/officeDocument/2006/relationships/tags" Target="../tags/tag18.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2.xml"/><Relationship Id="rId1" Type="http://schemas.openxmlformats.org/officeDocument/2006/relationships/tags" Target="../tags/tag19.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2.xml"/><Relationship Id="rId1" Type="http://schemas.openxmlformats.org/officeDocument/2006/relationships/tags" Target="../tags/tag20.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1.xml"/><Relationship Id="rId1" Type="http://schemas.openxmlformats.org/officeDocument/2006/relationships/tags" Target="../tags/tag21.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1.xml"/><Relationship Id="rId1" Type="http://schemas.openxmlformats.org/officeDocument/2006/relationships/tags" Target="../tags/tag22.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1.xml"/><Relationship Id="rId1" Type="http://schemas.openxmlformats.org/officeDocument/2006/relationships/tags" Target="../tags/tag23.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2.xml"/><Relationship Id="rId1" Type="http://schemas.openxmlformats.org/officeDocument/2006/relationships/tags" Target="../tags/tag24.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2.xml"/><Relationship Id="rId1" Type="http://schemas.openxmlformats.org/officeDocument/2006/relationships/tags" Target="../tags/tag2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21.xml"/><Relationship Id="rId1" Type="http://schemas.openxmlformats.org/officeDocument/2006/relationships/tags" Target="../tags/tag26.xml"/></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21.xml"/><Relationship Id="rId1" Type="http://schemas.openxmlformats.org/officeDocument/2006/relationships/tags" Target="../tags/tag27.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2.xml"/><Relationship Id="rId1" Type="http://schemas.openxmlformats.org/officeDocument/2006/relationships/tags" Target="../tags/tag28.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9.xml"/><Relationship Id="rId1" Type="http://schemas.openxmlformats.org/officeDocument/2006/relationships/tags" Target="../tags/tag29.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22.xml"/><Relationship Id="rId1" Type="http://schemas.openxmlformats.org/officeDocument/2006/relationships/tags" Target="../tags/tag30.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12.xml"/><Relationship Id="rId1" Type="http://schemas.openxmlformats.org/officeDocument/2006/relationships/tags" Target="../tags/tag31.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10.xml"/><Relationship Id="rId1" Type="http://schemas.openxmlformats.org/officeDocument/2006/relationships/tags" Target="../tags/tag32.xml"/></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11.xml"/><Relationship Id="rId1" Type="http://schemas.openxmlformats.org/officeDocument/2006/relationships/tags" Target="../tags/tag33.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8.xml"/><Relationship Id="rId1" Type="http://schemas.openxmlformats.org/officeDocument/2006/relationships/tags" Target="../tags/tag34.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2.xml"/><Relationship Id="rId1" Type="http://schemas.openxmlformats.org/officeDocument/2006/relationships/tags" Target="../tags/tag35.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19.xml"/><Relationship Id="rId1" Type="http://schemas.openxmlformats.org/officeDocument/2006/relationships/tags" Target="../tags/tag36.xml"/><Relationship Id="rId4" Type="http://schemas.openxmlformats.org/officeDocument/2006/relationships/image" Target="../media/image14.sv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3.xml"/><Relationship Id="rId1" Type="http://schemas.openxmlformats.org/officeDocument/2006/relationships/tags" Target="../tags/tag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70E43-CF74-48EB-41AF-492F450E95D3}"/>
              </a:ext>
            </a:extLst>
          </p:cNvPr>
          <p:cNvSpPr>
            <a:spLocks noGrp="1"/>
          </p:cNvSpPr>
          <p:nvPr>
            <p:ph type="ctrTitle"/>
          </p:nvPr>
        </p:nvSpPr>
        <p:spPr>
          <a:xfrm>
            <a:off x="548869" y="851030"/>
            <a:ext cx="3170644" cy="1353312"/>
          </a:xfrm>
        </p:spPr>
        <p:txBody>
          <a:bodyPr lIns="91440" tIns="0" rIns="0" bIns="0" anchor="t"/>
          <a:lstStyle/>
          <a:p>
            <a:pPr>
              <a:spcAft>
                <a:spcPts val="700"/>
              </a:spcAft>
            </a:pPr>
            <a:r>
              <a:rPr lang="en-US" sz="3400">
                <a:solidFill>
                  <a:srgbClr val="000000"/>
                </a:solidFill>
                <a:latin typeface="Fira Sans Light" panose="020B0403050000020004" pitchFamily="34" charset="0"/>
              </a:rPr>
              <a:t>AI where you already work</a:t>
            </a:r>
            <a:endParaRPr lang="en-US" sz="3400" dirty="0">
              <a:solidFill>
                <a:srgbClr val="000000"/>
              </a:solidFill>
              <a:latin typeface="Fira Sans Light" panose="020B0403050000020004" pitchFamily="34" charset="0"/>
            </a:endParaRPr>
          </a:p>
        </p:txBody>
      </p:sp>
      <p:sp>
        <p:nvSpPr>
          <p:cNvPr id="9" name="Text Placeholder 8">
            <a:extLst>
              <a:ext uri="{FF2B5EF4-FFF2-40B4-BE49-F238E27FC236}">
                <a16:creationId xmlns:a16="http://schemas.microsoft.com/office/drawing/2014/main" id="{24D2BDA7-BD8E-8A4D-3018-B9638B165103}"/>
              </a:ext>
            </a:extLst>
          </p:cNvPr>
          <p:cNvSpPr>
            <a:spLocks noGrp="1"/>
          </p:cNvSpPr>
          <p:nvPr>
            <p:ph type="body" sz="quarter" idx="12"/>
          </p:nvPr>
        </p:nvSpPr>
        <p:spPr/>
        <p:txBody>
          <a:bodyPr lIns="91440" tIns="0" rIns="0" bIns="0" anchor="t"/>
          <a:lstStyle/>
          <a:p>
            <a:pPr>
              <a:spcBef>
                <a:spcPct val="0"/>
              </a:spcBef>
              <a:spcAft>
                <a:spcPts val="700"/>
              </a:spcAft>
            </a:pPr>
            <a:r>
              <a:rPr lang="en-US" sz="1400">
                <a:solidFill>
                  <a:srgbClr val="000000"/>
                </a:solidFill>
                <a:latin typeface="Fira Sans" panose="020B0503050000020004" pitchFamily="34" charset="0"/>
              </a:rPr>
              <a:t>Nathan Dyck | Wolters Kluwer</a:t>
            </a:r>
          </a:p>
          <a:p>
            <a:pPr>
              <a:spcBef>
                <a:spcPct val="0"/>
              </a:spcBef>
              <a:spcAft>
                <a:spcPts val="700"/>
              </a:spcAft>
            </a:pPr>
            <a:r>
              <a:rPr lang="en-US" sz="1400">
                <a:solidFill>
                  <a:srgbClr val="000000"/>
                </a:solidFill>
                <a:latin typeface="Fira Sans" panose="020B0503050000020004" pitchFamily="34" charset="0"/>
              </a:rPr>
              <a:t>Sergey Chernykh | Microsoft</a:t>
            </a:r>
          </a:p>
        </p:txBody>
      </p:sp>
      <p:sp>
        <p:nvSpPr>
          <p:cNvPr id="10" name="Text Placeholder 9">
            <a:extLst>
              <a:ext uri="{FF2B5EF4-FFF2-40B4-BE49-F238E27FC236}">
                <a16:creationId xmlns:a16="http://schemas.microsoft.com/office/drawing/2014/main" id="{55960AD4-2E12-918C-22CF-4349766BFCB9}"/>
              </a:ext>
            </a:extLst>
          </p:cNvPr>
          <p:cNvSpPr>
            <a:spLocks noGrp="1"/>
          </p:cNvSpPr>
          <p:nvPr>
            <p:ph type="body" sz="quarter" idx="14"/>
          </p:nvPr>
        </p:nvSpPr>
        <p:spPr>
          <a:xfrm>
            <a:off x="548868" y="4937760"/>
            <a:ext cx="3170645" cy="532320"/>
          </a:xfrm>
        </p:spPr>
        <p:txBody>
          <a:bodyPr lIns="91440" tIns="0" rIns="0" bIns="0" anchor="t"/>
          <a:lstStyle/>
          <a:p>
            <a:pPr>
              <a:spcBef>
                <a:spcPct val="0"/>
              </a:spcBef>
              <a:spcAft>
                <a:spcPts val="700"/>
              </a:spcAft>
            </a:pPr>
            <a:r>
              <a:rPr lang="en-US" sz="1300" dirty="0">
                <a:solidFill>
                  <a:srgbClr val="000000"/>
                </a:solidFill>
                <a:latin typeface="Fira Sans" panose="020B0503050000020004" pitchFamily="34" charset="0"/>
              </a:rPr>
              <a:t>CCH Connections 2026 | 26 October 2026</a:t>
            </a:r>
          </a:p>
        </p:txBody>
      </p:sp>
      <p:sp>
        <p:nvSpPr>
          <p:cNvPr id="3" name="Session subtitle">
            <a:extLst>
              <a:ext uri="{FF2B5EF4-FFF2-40B4-BE49-F238E27FC236}">
                <a16:creationId xmlns:a16="http://schemas.microsoft.com/office/drawing/2014/main" id="{0EE48DD4-C05E-2EE0-FC3E-69AEA8EB0EFC}"/>
              </a:ext>
            </a:extLst>
          </p:cNvPr>
          <p:cNvSpPr txBox="1"/>
          <p:nvPr/>
        </p:nvSpPr>
        <p:spPr>
          <a:xfrm>
            <a:off x="548640" y="2468880"/>
            <a:ext cx="3170225" cy="1152144"/>
          </a:xfrm>
          <a:prstGeom prst="rect">
            <a:avLst/>
          </a:prstGeom>
          <a:noFill/>
        </p:spPr>
        <p:txBody>
          <a:bodyPr vert="horz" lIns="91440" tIns="0" rIns="0" bIns="0" rtlCol="0" anchor="t">
            <a:noAutofit/>
          </a:bodyPr>
          <a:lstStyle/>
          <a:p>
            <a:pPr>
              <a:spcAft>
                <a:spcPts val="700"/>
              </a:spcAft>
            </a:pPr>
            <a:r>
              <a:rPr lang="en-US" sz="2000">
                <a:solidFill>
                  <a:srgbClr val="000000"/>
                </a:solidFill>
                <a:latin typeface="Fira Sans Light" panose="020B0403050000020004" pitchFamily="34" charset="0"/>
              </a:rPr>
              <a:t>Connecting Microsoft Copilot to CCH Axcess APIs</a:t>
            </a:r>
            <a:endParaRPr lang="en-CA" sz="2000">
              <a:solidFill>
                <a:srgbClr val="000000"/>
              </a:solidFill>
              <a:latin typeface="Fira Sans Light" panose="020B0403050000020004" pitchFamily="34" charset="0"/>
            </a:endParaRPr>
          </a:p>
        </p:txBody>
      </p:sp>
    </p:spTree>
    <p:custDataLst>
      <p:tags r:id="rId1"/>
    </p:custDataLst>
    <p:extLst>
      <p:ext uri="{BB962C8B-B14F-4D97-AF65-F5344CB8AC3E}">
        <p14:creationId xmlns:p14="http://schemas.microsoft.com/office/powerpoint/2010/main" val="1344011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942203C-26A4-CE11-8A24-930CA921A3E4}"/>
              </a:ext>
            </a:extLst>
          </p:cNvPr>
          <p:cNvSpPr>
            <a:spLocks noGrp="1"/>
          </p:cNvSpPr>
          <p:nvPr>
            <p:ph type="title"/>
          </p:nvPr>
        </p:nvSpPr>
        <p:spPr/>
        <p:txBody>
          <a:bodyPr lIns="91440" tIns="0" rIns="0" bIns="0" anchor="t"/>
          <a:lstStyle/>
          <a:p>
            <a:pPr>
              <a:spcAft>
                <a:spcPts val="700"/>
              </a:spcAft>
            </a:pPr>
            <a:r>
              <a:rPr lang="en-US" sz="3200" dirty="0">
                <a:solidFill>
                  <a:srgbClr val="000000"/>
                </a:solidFill>
                <a:latin typeface="Fira Sans Light" panose="020B0403050000020004" pitchFamily="34" charset="0"/>
              </a:rPr>
              <a:t>AI where you already work</a:t>
            </a:r>
          </a:p>
        </p:txBody>
      </p:sp>
      <p:sp>
        <p:nvSpPr>
          <p:cNvPr id="4" name="Slide Number Placeholder 3">
            <a:extLst>
              <a:ext uri="{FF2B5EF4-FFF2-40B4-BE49-F238E27FC236}">
                <a16:creationId xmlns:a16="http://schemas.microsoft.com/office/drawing/2014/main" id="{377626E2-F0D0-0307-3A3B-63F72A4BC029}"/>
              </a:ext>
            </a:extLst>
          </p:cNvPr>
          <p:cNvSpPr>
            <a:spLocks noGrp="1"/>
          </p:cNvSpPr>
          <p:nvPr>
            <p:ph type="sldNum" sz="quarter" idx="13"/>
          </p:nvPr>
        </p:nvSpPr>
        <p:spPr/>
        <p:txBody>
          <a:bodyPr/>
          <a:lstStyle/>
          <a:p>
            <a:fld id="{C3C3236D-FB65-584A-8227-5A449D06E62A}" type="slidenum">
              <a:rPr lang="en-US" smtClean="0"/>
              <a:pPr/>
              <a:t>2</a:t>
            </a:fld>
            <a:endParaRPr lang="en-US"/>
          </a:p>
        </p:txBody>
      </p:sp>
      <p:sp>
        <p:nvSpPr>
          <p:cNvPr id="5" name="Footer Placeholder 4">
            <a:extLst>
              <a:ext uri="{FF2B5EF4-FFF2-40B4-BE49-F238E27FC236}">
                <a16:creationId xmlns:a16="http://schemas.microsoft.com/office/drawing/2014/main" id="{4BFF0CCB-42F2-ACC1-4661-14DB6A3D77D7}"/>
              </a:ext>
            </a:extLst>
          </p:cNvPr>
          <p:cNvSpPr>
            <a:spLocks noGrp="1"/>
          </p:cNvSpPr>
          <p:nvPr>
            <p:ph type="ftr" sz="quarter" idx="18"/>
          </p:nvPr>
        </p:nvSpPr>
        <p:spPr/>
        <p:txBody>
          <a:bodyPr/>
          <a:lstStyle/>
          <a:p>
            <a:r>
              <a:rPr lang="en-US"/>
              <a:t>#CCHConnections</a:t>
            </a:r>
            <a:endParaRPr lang="en-US" dirty="0"/>
          </a:p>
        </p:txBody>
      </p:sp>
      <p:sp>
        <p:nvSpPr>
          <p:cNvPr id="8" name="Session description heading">
            <a:extLst>
              <a:ext uri="{FF2B5EF4-FFF2-40B4-BE49-F238E27FC236}">
                <a16:creationId xmlns:a16="http://schemas.microsoft.com/office/drawing/2014/main" id="{2C433BC2-9129-2320-8A38-14E1727E8333}"/>
              </a:ext>
            </a:extLst>
          </p:cNvPr>
          <p:cNvSpPr txBox="1"/>
          <p:nvPr/>
        </p:nvSpPr>
        <p:spPr>
          <a:xfrm>
            <a:off x="4453128" y="777239"/>
            <a:ext cx="7086600" cy="1005840"/>
          </a:xfrm>
          <a:prstGeom prst="rect">
            <a:avLst/>
          </a:prstGeom>
          <a:noFill/>
        </p:spPr>
        <p:txBody>
          <a:bodyPr vert="horz" lIns="0" tIns="0" rIns="0" bIns="0" rtlCol="0" anchor="t">
            <a:noAutofit/>
          </a:bodyPr>
          <a:lstStyle/>
          <a:p>
            <a:pPr>
              <a:spcAft>
                <a:spcPts val="700"/>
              </a:spcAft>
            </a:pPr>
            <a:r>
              <a:rPr lang="en-US" sz="2600" b="1">
                <a:solidFill>
                  <a:srgbClr val="000000"/>
                </a:solidFill>
                <a:latin typeface="Fira Sans" panose="020B0503050000020004" pitchFamily="34" charset="0"/>
              </a:rPr>
              <a:t>Connecting Microsoft Copilot to CCH Axcess APIs</a:t>
            </a:r>
            <a:endParaRPr lang="en-CA" sz="2600" b="1">
              <a:solidFill>
                <a:srgbClr val="000000"/>
              </a:solidFill>
              <a:latin typeface="Fira Sans" panose="020B0503050000020004" pitchFamily="34" charset="0"/>
            </a:endParaRPr>
          </a:p>
        </p:txBody>
      </p:sp>
      <p:sp>
        <p:nvSpPr>
          <p:cNvPr id="9" name="Session presenters">
            <a:extLst>
              <a:ext uri="{FF2B5EF4-FFF2-40B4-BE49-F238E27FC236}">
                <a16:creationId xmlns:a16="http://schemas.microsoft.com/office/drawing/2014/main" id="{74C05893-8560-5E9E-DC4B-A986CCC60815}"/>
              </a:ext>
            </a:extLst>
          </p:cNvPr>
          <p:cNvSpPr txBox="1"/>
          <p:nvPr/>
        </p:nvSpPr>
        <p:spPr>
          <a:xfrm>
            <a:off x="4453128" y="2011680"/>
            <a:ext cx="7086600" cy="777240"/>
          </a:xfrm>
          <a:prstGeom prst="rect">
            <a:avLst/>
          </a:prstGeom>
          <a:noFill/>
        </p:spPr>
        <p:txBody>
          <a:bodyPr vert="horz" lIns="0" tIns="0" rIns="0" bIns="0" rtlCol="0" anchor="t">
            <a:noAutofit/>
          </a:bodyPr>
          <a:lstStyle/>
          <a:p>
            <a:pPr>
              <a:spcAft>
                <a:spcPts val="700"/>
              </a:spcAft>
            </a:pPr>
            <a:r>
              <a:rPr lang="en-CA" sz="2100">
                <a:solidFill>
                  <a:srgbClr val="000000"/>
                </a:solidFill>
                <a:latin typeface="Fira Sans" panose="020B0503050000020004" pitchFamily="34" charset="0"/>
              </a:rPr>
              <a:t>Nathan Dyck | Wolters Kluwer</a:t>
            </a:r>
          </a:p>
          <a:p>
            <a:pPr>
              <a:spcAft>
                <a:spcPts val="700"/>
              </a:spcAft>
            </a:pPr>
            <a:r>
              <a:rPr lang="en-CA" sz="2100">
                <a:solidFill>
                  <a:srgbClr val="000000"/>
                </a:solidFill>
                <a:latin typeface="Fira Sans" panose="020B0503050000020004" pitchFamily="34" charset="0"/>
              </a:rPr>
              <a:t>Sergey Chernykh | Microsoft</a:t>
            </a:r>
          </a:p>
        </p:txBody>
      </p:sp>
      <p:sp>
        <p:nvSpPr>
          <p:cNvPr id="10" name="Session description">
            <a:extLst>
              <a:ext uri="{FF2B5EF4-FFF2-40B4-BE49-F238E27FC236}">
                <a16:creationId xmlns:a16="http://schemas.microsoft.com/office/drawing/2014/main" id="{B2DF443E-F787-518D-9DA0-2A57F5BA9F2C}"/>
              </a:ext>
            </a:extLst>
          </p:cNvPr>
          <p:cNvSpPr txBox="1"/>
          <p:nvPr/>
        </p:nvSpPr>
        <p:spPr>
          <a:xfrm>
            <a:off x="4453128" y="3429000"/>
            <a:ext cx="7086600" cy="1536192"/>
          </a:xfrm>
          <a:prstGeom prst="rect">
            <a:avLst/>
          </a:prstGeom>
          <a:noFill/>
        </p:spPr>
        <p:txBody>
          <a:bodyPr vert="horz" lIns="0" tIns="0" rIns="0" bIns="0" rtlCol="0" anchor="t">
            <a:noAutofit/>
          </a:bodyPr>
          <a:lstStyle/>
          <a:p>
            <a:pPr>
              <a:spcAft>
                <a:spcPts val="700"/>
              </a:spcAft>
            </a:pPr>
            <a:r>
              <a:rPr lang="en-CA" dirty="0"/>
              <a:t>CCH Axcess APIs open your firm's data and workflows to the tools you already use. </a:t>
            </a:r>
          </a:p>
          <a:p>
            <a:pPr>
              <a:spcAft>
                <a:spcPts val="700"/>
              </a:spcAft>
            </a:pPr>
            <a:endParaRPr lang="en-CA" dirty="0"/>
          </a:p>
          <a:p>
            <a:pPr>
              <a:spcAft>
                <a:spcPts val="700"/>
              </a:spcAft>
            </a:pPr>
            <a:r>
              <a:rPr lang="en-CA" dirty="0"/>
              <a:t>See what that makes possible for your business, and how GitHub Copilot and Microsoft AI platforms help you get there faster.</a:t>
            </a:r>
            <a:endParaRPr lang="en-CA" sz="2300" dirty="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1608261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0B3B9-6F5A-1B72-D659-394E327F4030}"/>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Agenda</a:t>
            </a:r>
            <a:endParaRPr lang="en-US" sz="3200" dirty="0">
              <a:solidFill>
                <a:srgbClr val="000000"/>
              </a:solidFill>
              <a:latin typeface="Fira Sans Light" panose="020B0403050000020004" pitchFamily="34" charset="0"/>
            </a:endParaRPr>
          </a:p>
        </p:txBody>
      </p:sp>
      <p:sp>
        <p:nvSpPr>
          <p:cNvPr id="3" name="Slide Number Placeholder 2">
            <a:extLst>
              <a:ext uri="{FF2B5EF4-FFF2-40B4-BE49-F238E27FC236}">
                <a16:creationId xmlns:a16="http://schemas.microsoft.com/office/drawing/2014/main" id="{D40609D8-359A-1088-0047-7109E0F46B0C}"/>
              </a:ext>
            </a:extLst>
          </p:cNvPr>
          <p:cNvSpPr>
            <a:spLocks noGrp="1"/>
          </p:cNvSpPr>
          <p:nvPr>
            <p:ph type="sldNum" sz="quarter" idx="13"/>
          </p:nvPr>
        </p:nvSpPr>
        <p:spPr/>
        <p:txBody>
          <a:bodyPr/>
          <a:lstStyle/>
          <a:p>
            <a:fld id="{C3C3236D-FB65-584A-8227-5A449D06E62A}" type="slidenum">
              <a:rPr lang="en-US" smtClean="0"/>
              <a:pPr/>
              <a:t>3</a:t>
            </a:fld>
            <a:endParaRPr lang="en-US"/>
          </a:p>
        </p:txBody>
      </p:sp>
      <p:sp>
        <p:nvSpPr>
          <p:cNvPr id="5" name="Footer Placeholder 4">
            <a:extLst>
              <a:ext uri="{FF2B5EF4-FFF2-40B4-BE49-F238E27FC236}">
                <a16:creationId xmlns:a16="http://schemas.microsoft.com/office/drawing/2014/main" id="{DDA4DB86-71C3-D576-E577-5231519F2B8C}"/>
              </a:ext>
            </a:extLst>
          </p:cNvPr>
          <p:cNvSpPr>
            <a:spLocks noGrp="1"/>
          </p:cNvSpPr>
          <p:nvPr>
            <p:ph type="ftr" sz="quarter" idx="18"/>
          </p:nvPr>
        </p:nvSpPr>
        <p:spPr/>
        <p:txBody>
          <a:bodyPr/>
          <a:lstStyle/>
          <a:p>
            <a:r>
              <a:rPr lang="en-US"/>
              <a:t>#CCHConnections</a:t>
            </a:r>
            <a:endParaRPr lang="en-US" dirty="0"/>
          </a:p>
        </p:txBody>
      </p:sp>
      <p:graphicFrame>
        <p:nvGraphicFramePr>
          <p:cNvPr id="9" name="WK black-and-grey table">
            <a:extLst>
              <a:ext uri="{FF2B5EF4-FFF2-40B4-BE49-F238E27FC236}">
                <a16:creationId xmlns:a16="http://schemas.microsoft.com/office/drawing/2014/main" id="{FB47A95D-B145-6AEB-0DCD-E1AC7403947F}"/>
              </a:ext>
            </a:extLst>
          </p:cNvPr>
          <p:cNvGraphicFramePr>
            <a:graphicFrameLocks noGrp="1"/>
          </p:cNvGraphicFramePr>
          <p:nvPr>
            <p:ph sz="quarter" idx="19"/>
            <p:extLst>
              <p:ext uri="{D42A27DB-BD31-4B8C-83A1-F6EECF244321}">
                <p14:modId xmlns:p14="http://schemas.microsoft.com/office/powerpoint/2010/main" val="1058941344"/>
              </p:ext>
            </p:extLst>
          </p:nvPr>
        </p:nvGraphicFramePr>
        <p:xfrm>
          <a:off x="384048" y="1947672"/>
          <a:ext cx="7589520" cy="3995929"/>
        </p:xfrm>
        <a:graphic>
          <a:graphicData uri="http://schemas.openxmlformats.org/drawingml/2006/table">
            <a:tbl>
              <a:tblPr firstRow="1" bandRow="1">
                <a:tableStyleId>{5C22544A-7EE6-4342-B048-85BDC9FD1C3A}</a:tableStyleId>
              </a:tblPr>
              <a:tblGrid>
                <a:gridCol w="4160520">
                  <a:extLst>
                    <a:ext uri="{9D8B030D-6E8A-4147-A177-3AD203B41FA5}">
                      <a16:colId xmlns:a16="http://schemas.microsoft.com/office/drawing/2014/main" val="980638318"/>
                    </a:ext>
                  </a:extLst>
                </a:gridCol>
                <a:gridCol w="1188720">
                  <a:extLst>
                    <a:ext uri="{9D8B030D-6E8A-4147-A177-3AD203B41FA5}">
                      <a16:colId xmlns:a16="http://schemas.microsoft.com/office/drawing/2014/main" val="2296191485"/>
                    </a:ext>
                  </a:extLst>
                </a:gridCol>
                <a:gridCol w="2240280">
                  <a:extLst>
                    <a:ext uri="{9D8B030D-6E8A-4147-A177-3AD203B41FA5}">
                      <a16:colId xmlns:a16="http://schemas.microsoft.com/office/drawing/2014/main" val="2394849252"/>
                    </a:ext>
                  </a:extLst>
                </a:gridCol>
              </a:tblGrid>
              <a:tr h="570847">
                <a:tc>
                  <a:txBody>
                    <a:bodyPr/>
                    <a:lstStyle/>
                    <a:p>
                      <a:pPr algn="l">
                        <a:spcBef>
                          <a:spcPts val="0"/>
                        </a:spcBef>
                        <a:spcAft>
                          <a:spcPts val="700"/>
                        </a:spcAft>
                        <a:buFontTx/>
                        <a:buNone/>
                      </a:pPr>
                      <a:r>
                        <a:rPr lang="en-CA" sz="1800" b="1">
                          <a:solidFill>
                            <a:srgbClr val="FFFFFF"/>
                          </a:solidFill>
                          <a:latin typeface="Fira Sans" panose="020B0503050000020004" pitchFamily="34" charset="0"/>
                        </a:rPr>
                        <a:t>Section</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000000"/>
                    </a:solidFill>
                  </a:tcPr>
                </a:tc>
                <a:tc>
                  <a:txBody>
                    <a:bodyPr/>
                    <a:lstStyle/>
                    <a:p>
                      <a:pPr algn="l">
                        <a:spcBef>
                          <a:spcPts val="0"/>
                        </a:spcBef>
                        <a:spcAft>
                          <a:spcPts val="700"/>
                        </a:spcAft>
                        <a:buFontTx/>
                        <a:buNone/>
                      </a:pPr>
                      <a:r>
                        <a:rPr lang="en-CA" sz="1800" b="1">
                          <a:solidFill>
                            <a:srgbClr val="FFFFFF"/>
                          </a:solidFill>
                          <a:latin typeface="Fira Sans" panose="020B0503050000020004" pitchFamily="34" charset="0"/>
                        </a:rPr>
                        <a:t>Minutes</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000000"/>
                    </a:solidFill>
                  </a:tcPr>
                </a:tc>
                <a:tc>
                  <a:txBody>
                    <a:bodyPr/>
                    <a:lstStyle/>
                    <a:p>
                      <a:pPr algn="l">
                        <a:spcBef>
                          <a:spcPts val="0"/>
                        </a:spcBef>
                        <a:spcAft>
                          <a:spcPts val="700"/>
                        </a:spcAft>
                        <a:buFontTx/>
                        <a:buNone/>
                      </a:pPr>
                      <a:r>
                        <a:rPr lang="en-CA" sz="1800" b="1">
                          <a:solidFill>
                            <a:srgbClr val="FFFFFF"/>
                          </a:solidFill>
                          <a:latin typeface="Fira Sans" panose="020B0503050000020004" pitchFamily="34" charset="0"/>
                        </a:rPr>
                        <a:t>Lead</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000000"/>
                    </a:solidFill>
                  </a:tcPr>
                </a:tc>
                <a:extLst>
                  <a:ext uri="{0D108BD9-81ED-4DB2-BD59-A6C34878D82A}">
                    <a16:rowId xmlns:a16="http://schemas.microsoft.com/office/drawing/2014/main" val="22906774"/>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Welcome and framing</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10</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Both</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extLst>
                  <a:ext uri="{0D108BD9-81ED-4DB2-BD59-A6C34878D82A}">
                    <a16:rowId xmlns:a16="http://schemas.microsoft.com/office/drawing/2014/main" val="3456031648"/>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CCH Axcess API capabilities</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15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Nathan</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extLst>
                  <a:ext uri="{0D108BD9-81ED-4DB2-BD59-A6C34878D82A}">
                    <a16:rowId xmlns:a16="http://schemas.microsoft.com/office/drawing/2014/main" val="3580294130"/>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Application demonstration</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Nathan with Sergey</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extLst>
                  <a:ext uri="{0D108BD9-81ED-4DB2-BD59-A6C34878D82A}">
                    <a16:rowId xmlns:a16="http://schemas.microsoft.com/office/drawing/2014/main" val="2492260534"/>
                  </a:ext>
                </a:extLst>
              </a:tr>
              <a:tr h="570847">
                <a:tc>
                  <a:txBody>
                    <a:bodyPr/>
                    <a:lstStyle/>
                    <a:p>
                      <a:pPr algn="l">
                        <a:spcBef>
                          <a:spcPts val="0"/>
                        </a:spcBef>
                        <a:spcAft>
                          <a:spcPts val="700"/>
                        </a:spcAft>
                        <a:buFontTx/>
                        <a:buNone/>
                      </a:pPr>
                      <a:r>
                        <a:rPr lang="en-US" sz="1800" b="0">
                          <a:solidFill>
                            <a:srgbClr val="000000"/>
                          </a:solidFill>
                          <a:latin typeface="Fira Sans" panose="020B0503050000020004" pitchFamily="34" charset="0"/>
                        </a:rPr>
                        <a:t>AI tools and Microsoft platforms</a:t>
                      </a:r>
                      <a:endParaRPr lang="en-CA" sz="1800" b="0">
                        <a:solidFill>
                          <a:srgbClr val="000000"/>
                        </a:solidFill>
                        <a:latin typeface="Fira Sans" panose="020B0503050000020004" pitchFamily="34" charset="0"/>
                      </a:endParaRP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35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Sergey</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extLst>
                  <a:ext uri="{0D108BD9-81ED-4DB2-BD59-A6C34878D82A}">
                    <a16:rowId xmlns:a16="http://schemas.microsoft.com/office/drawing/2014/main" val="2647215210"/>
                  </a:ext>
                </a:extLst>
              </a:tr>
              <a:tr h="570847">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Lab preview</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10</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tc>
                  <a:txBody>
                    <a:bodyPr/>
                    <a:lstStyle/>
                    <a:p>
                      <a:pPr algn="l">
                        <a:spcBef>
                          <a:spcPts val="0"/>
                        </a:spcBef>
                        <a:spcAft>
                          <a:spcPts val="700"/>
                        </a:spcAft>
                        <a:buFontTx/>
                        <a:buNone/>
                      </a:pPr>
                      <a:r>
                        <a:rPr lang="en-CA" sz="1800" b="0">
                          <a:solidFill>
                            <a:srgbClr val="000000"/>
                          </a:solidFill>
                          <a:latin typeface="Fira Sans" panose="020B0503050000020004" pitchFamily="34" charset="0"/>
                        </a:rPr>
                        <a:t>Both</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FFFFFF"/>
                    </a:solidFill>
                  </a:tcPr>
                </a:tc>
                <a:extLst>
                  <a:ext uri="{0D108BD9-81ED-4DB2-BD59-A6C34878D82A}">
                    <a16:rowId xmlns:a16="http://schemas.microsoft.com/office/drawing/2014/main" val="1568052741"/>
                  </a:ext>
                </a:extLst>
              </a:tr>
              <a:tr h="570847">
                <a:tc>
                  <a:txBody>
                    <a:bodyPr/>
                    <a:lstStyle/>
                    <a:p>
                      <a:pPr algn="l">
                        <a:spcBef>
                          <a:spcPts val="0"/>
                        </a:spcBef>
                        <a:spcAft>
                          <a:spcPts val="700"/>
                        </a:spcAft>
                        <a:buFontTx/>
                        <a:buNone/>
                      </a:pPr>
                      <a:r>
                        <a:rPr lang="en-CA" sz="1800" b="0">
                          <a:solidFill>
                            <a:srgbClr val="000000"/>
                          </a:solidFill>
                          <a:latin typeface="Fira Sans" panose="020B0503050000020004" pitchFamily="34" charset="0"/>
                        </a:rPr>
                        <a:t>Questions</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15</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tc>
                  <a:txBody>
                    <a:bodyPr/>
                    <a:lstStyle/>
                    <a:p>
                      <a:pPr algn="l">
                        <a:spcBef>
                          <a:spcPts val="0"/>
                        </a:spcBef>
                        <a:spcAft>
                          <a:spcPts val="700"/>
                        </a:spcAft>
                        <a:buFontTx/>
                        <a:buNone/>
                      </a:pPr>
                      <a:r>
                        <a:rPr lang="en-CA" sz="1800" b="0" dirty="0">
                          <a:solidFill>
                            <a:srgbClr val="000000"/>
                          </a:solidFill>
                          <a:latin typeface="Fira Sans" panose="020B0503050000020004" pitchFamily="34" charset="0"/>
                        </a:rPr>
                        <a:t>Both</a:t>
                      </a:r>
                    </a:p>
                  </a:txBody>
                  <a:tcPr marL="100584" marR="100584" marT="82296" marB="54864">
                    <a:lnL w="6350" cmpd="sng">
                      <a:solidFill>
                        <a:srgbClr val="C0C0C0"/>
                      </a:solidFill>
                    </a:lnL>
                    <a:lnR w="6350" cmpd="sng">
                      <a:solidFill>
                        <a:srgbClr val="C0C0C0"/>
                      </a:solidFill>
                    </a:lnR>
                    <a:lnT w="6350" cmpd="sng">
                      <a:solidFill>
                        <a:srgbClr val="C0C0C0"/>
                      </a:solidFill>
                    </a:lnT>
                    <a:lnB w="6350" cmpd="sng">
                      <a:solidFill>
                        <a:srgbClr val="C0C0C0"/>
                      </a:solidFill>
                    </a:lnB>
                    <a:solidFill>
                      <a:srgbClr val="EDEDED"/>
                    </a:solidFill>
                  </a:tcPr>
                </a:tc>
                <a:extLst>
                  <a:ext uri="{0D108BD9-81ED-4DB2-BD59-A6C34878D82A}">
                    <a16:rowId xmlns:a16="http://schemas.microsoft.com/office/drawing/2014/main" val="1152607958"/>
                  </a:ext>
                </a:extLst>
              </a:tr>
            </a:tbl>
          </a:graphicData>
        </a:graphic>
      </p:graphicFrame>
    </p:spTree>
    <p:custDataLst>
      <p:tags r:id="rId1"/>
    </p:custDataLst>
    <p:extLst>
      <p:ext uri="{BB962C8B-B14F-4D97-AF65-F5344CB8AC3E}">
        <p14:creationId xmlns:p14="http://schemas.microsoft.com/office/powerpoint/2010/main" val="10879914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34C359-ACAB-9F3F-08CD-4EF2C93B0C39}"/>
              </a:ext>
            </a:extLst>
          </p:cNvPr>
          <p:cNvSpPr>
            <a:spLocks noGrp="1"/>
          </p:cNvSpPr>
          <p:nvPr>
            <p:ph sz="quarter" idx="19"/>
          </p:nvPr>
        </p:nvSpPr>
        <p:spPr/>
        <p:txBody>
          <a:bodyPr lIns="0" tIns="0" rIns="0" bIns="0" anchor="t"/>
          <a:lstStyle/>
          <a:p>
            <a:pPr>
              <a:spcBef>
                <a:spcPts val="0"/>
              </a:spcBef>
              <a:spcAft>
                <a:spcPts val="700"/>
              </a:spcAft>
            </a:pPr>
            <a:r>
              <a:rPr lang="en-US" sz="2200">
                <a:solidFill>
                  <a:srgbClr val="000000"/>
                </a:solidFill>
                <a:latin typeface="Fira Sans" panose="020B0503050000020004" pitchFamily="34" charset="0"/>
              </a:rPr>
              <a:t>Wolters Kluwer</a:t>
            </a:r>
            <a:endParaRPr lang="en-US" sz="2200" dirty="0">
              <a:solidFill>
                <a:srgbClr val="000000"/>
              </a:solidFill>
              <a:latin typeface="Fira Sans" panose="020B0503050000020004" pitchFamily="34" charset="0"/>
            </a:endParaRPr>
          </a:p>
        </p:txBody>
      </p:sp>
      <p:sp>
        <p:nvSpPr>
          <p:cNvPr id="3" name="Title 2">
            <a:extLst>
              <a:ext uri="{FF2B5EF4-FFF2-40B4-BE49-F238E27FC236}">
                <a16:creationId xmlns:a16="http://schemas.microsoft.com/office/drawing/2014/main" id="{A7A68CF0-410C-B0BE-F072-8D09267EFB80}"/>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Your speakers</a:t>
            </a:r>
            <a:endParaRPr lang="en-US" sz="3200" dirty="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DDFC533C-23A7-8207-849A-947DE2DBADB8}"/>
              </a:ext>
            </a:extLst>
          </p:cNvPr>
          <p:cNvSpPr>
            <a:spLocks noGrp="1"/>
          </p:cNvSpPr>
          <p:nvPr>
            <p:ph type="sldNum" sz="quarter" idx="13"/>
          </p:nvPr>
        </p:nvSpPr>
        <p:spPr/>
        <p:txBody>
          <a:bodyPr/>
          <a:lstStyle/>
          <a:p>
            <a:fld id="{C3C3236D-FB65-584A-8227-5A449D06E62A}" type="slidenum">
              <a:rPr lang="en-US" smtClean="0"/>
              <a:pPr/>
              <a:t>4</a:t>
            </a:fld>
            <a:endParaRPr lang="en-US"/>
          </a:p>
        </p:txBody>
      </p:sp>
      <p:sp>
        <p:nvSpPr>
          <p:cNvPr id="5" name="Footer Placeholder 4">
            <a:extLst>
              <a:ext uri="{FF2B5EF4-FFF2-40B4-BE49-F238E27FC236}">
                <a16:creationId xmlns:a16="http://schemas.microsoft.com/office/drawing/2014/main" id="{8CF1AB6C-8826-6917-5B95-9498F2EA96AC}"/>
              </a:ext>
            </a:extLst>
          </p:cNvPr>
          <p:cNvSpPr>
            <a:spLocks noGrp="1"/>
          </p:cNvSpPr>
          <p:nvPr>
            <p:ph type="ftr" sz="quarter" idx="18"/>
          </p:nvPr>
        </p:nvSpPr>
        <p:spPr/>
        <p:txBody>
          <a:bodyPr/>
          <a:lstStyle/>
          <a:p>
            <a:r>
              <a:rPr lang="en-US"/>
              <a:t>#CCHConnections</a:t>
            </a:r>
            <a:endParaRPr lang="en-US" dirty="0"/>
          </a:p>
        </p:txBody>
      </p:sp>
      <p:pic>
        <p:nvPicPr>
          <p:cNvPr id="14" name="Picture Placeholder 13">
            <a:extLst>
              <a:ext uri="{FF2B5EF4-FFF2-40B4-BE49-F238E27FC236}">
                <a16:creationId xmlns:a16="http://schemas.microsoft.com/office/drawing/2014/main" id="{A6D291BF-BD36-EBE0-1956-7456BAF4AE53}"/>
              </a:ext>
            </a:extLst>
          </p:cNvPr>
          <p:cNvPicPr>
            <a:picLocks noGrp="1" noChangeAspect="1"/>
          </p:cNvPicPr>
          <p:nvPr>
            <p:ph type="pic" sz="quarter" idx="14"/>
          </p:nvPr>
        </p:nvPicPr>
        <p:blipFill>
          <a:blip r:embed="rId4"/>
          <a:srcRect l="12500" r="12500"/>
          <a:stretch>
            <a:fillRect/>
          </a:stretch>
        </p:blipFill>
        <p:spPr>
          <a:prstGeom prst="ellipse">
            <a:avLst/>
          </a:prstGeom>
          <a:solidFill>
            <a:srgbClr val="EDEDED"/>
          </a:solidFill>
          <a:ln/>
        </p:spPr>
      </p:pic>
      <p:sp>
        <p:nvSpPr>
          <p:cNvPr id="7" name="Content Placeholder 6">
            <a:extLst>
              <a:ext uri="{FF2B5EF4-FFF2-40B4-BE49-F238E27FC236}">
                <a16:creationId xmlns:a16="http://schemas.microsoft.com/office/drawing/2014/main" id="{872E3B62-E029-8E36-0B5C-180F5E5872CD}"/>
              </a:ext>
            </a:extLst>
          </p:cNvPr>
          <p:cNvSpPr>
            <a:spLocks noGrp="1"/>
          </p:cNvSpPr>
          <p:nvPr>
            <p:ph sz="quarter" idx="22"/>
          </p:nvPr>
        </p:nvSpPr>
        <p:spPr/>
        <p:txBody>
          <a:bodyPr lIns="0" tIns="0" rIns="0" bIns="0" anchor="t"/>
          <a:lstStyle/>
          <a:p>
            <a:pPr>
              <a:spcBef>
                <a:spcPts val="0"/>
              </a:spcBef>
              <a:spcAft>
                <a:spcPts val="700"/>
              </a:spcAft>
            </a:pPr>
            <a:r>
              <a:rPr lang="en-US" sz="2500" b="1">
                <a:solidFill>
                  <a:srgbClr val="000000"/>
                </a:solidFill>
                <a:latin typeface="Fira Sans" panose="020B0503050000020004" pitchFamily="34" charset="0"/>
              </a:rPr>
              <a:t>Nathan Dyck</a:t>
            </a:r>
            <a:endParaRPr lang="en-US" sz="2500" b="1" dirty="0">
              <a:solidFill>
                <a:srgbClr val="000000"/>
              </a:solidFill>
              <a:latin typeface="Fira Sans" panose="020B0503050000020004" pitchFamily="34" charset="0"/>
            </a:endParaRPr>
          </a:p>
        </p:txBody>
      </p:sp>
      <p:sp>
        <p:nvSpPr>
          <p:cNvPr id="8" name="Content Placeholder 7">
            <a:extLst>
              <a:ext uri="{FF2B5EF4-FFF2-40B4-BE49-F238E27FC236}">
                <a16:creationId xmlns:a16="http://schemas.microsoft.com/office/drawing/2014/main" id="{79F857C6-ADCE-DE0F-846D-80FAD4905AFA}"/>
              </a:ext>
            </a:extLst>
          </p:cNvPr>
          <p:cNvSpPr>
            <a:spLocks noGrp="1"/>
          </p:cNvSpPr>
          <p:nvPr>
            <p:ph sz="quarter" idx="23"/>
          </p:nvPr>
        </p:nvSpPr>
        <p:spPr/>
        <p:txBody>
          <a:bodyPr lIns="0" tIns="0" rIns="0" bIns="0" anchor="t"/>
          <a:lstStyle/>
          <a:p>
            <a:pPr>
              <a:spcBef>
                <a:spcPts val="0"/>
              </a:spcBef>
              <a:spcAft>
                <a:spcPts val="700"/>
              </a:spcAft>
            </a:pPr>
            <a:r>
              <a:rPr lang="en-US" sz="2200">
                <a:solidFill>
                  <a:srgbClr val="000000"/>
                </a:solidFill>
                <a:latin typeface="Fira Sans" panose="020B0503050000020004" pitchFamily="34" charset="0"/>
              </a:rPr>
              <a:t>Microsoft</a:t>
            </a:r>
            <a:endParaRPr lang="en-US" sz="2200" dirty="0">
              <a:solidFill>
                <a:srgbClr val="000000"/>
              </a:solidFill>
              <a:latin typeface="Fira Sans" panose="020B0503050000020004" pitchFamily="34" charset="0"/>
            </a:endParaRPr>
          </a:p>
        </p:txBody>
      </p:sp>
      <p:pic>
        <p:nvPicPr>
          <p:cNvPr id="16" name="Picture Placeholder 15">
            <a:extLst>
              <a:ext uri="{FF2B5EF4-FFF2-40B4-BE49-F238E27FC236}">
                <a16:creationId xmlns:a16="http://schemas.microsoft.com/office/drawing/2014/main" id="{071CD074-E540-E468-2B1A-025A73A4C4F7}"/>
              </a:ext>
            </a:extLst>
          </p:cNvPr>
          <p:cNvPicPr>
            <a:picLocks noGrp="1" noChangeAspect="1"/>
          </p:cNvPicPr>
          <p:nvPr>
            <p:ph type="pic" sz="quarter" idx="24"/>
          </p:nvPr>
        </p:nvPicPr>
        <p:blipFill>
          <a:blip r:embed="rId5"/>
          <a:srcRect/>
          <a:stretch>
            <a:fillRect/>
          </a:stretch>
        </p:blipFill>
        <p:spPr>
          <a:prstGeom prst="ellipse">
            <a:avLst/>
          </a:prstGeom>
          <a:solidFill>
            <a:srgbClr val="EDEDED"/>
          </a:solidFill>
          <a:ln/>
        </p:spPr>
      </p:pic>
      <p:sp>
        <p:nvSpPr>
          <p:cNvPr id="10" name="Content Placeholder 9">
            <a:extLst>
              <a:ext uri="{FF2B5EF4-FFF2-40B4-BE49-F238E27FC236}">
                <a16:creationId xmlns:a16="http://schemas.microsoft.com/office/drawing/2014/main" id="{93CF7507-ACAB-32B8-B381-6D0A4ABD658C}"/>
              </a:ext>
            </a:extLst>
          </p:cNvPr>
          <p:cNvSpPr>
            <a:spLocks noGrp="1"/>
          </p:cNvSpPr>
          <p:nvPr>
            <p:ph sz="quarter" idx="25"/>
          </p:nvPr>
        </p:nvSpPr>
        <p:spPr/>
        <p:txBody>
          <a:bodyPr lIns="0" tIns="0" rIns="0" bIns="0" anchor="t"/>
          <a:lstStyle/>
          <a:p>
            <a:pPr>
              <a:spcBef>
                <a:spcPts val="0"/>
              </a:spcBef>
              <a:spcAft>
                <a:spcPts val="700"/>
              </a:spcAft>
            </a:pPr>
            <a:r>
              <a:rPr lang="en-US" sz="2500" b="1">
                <a:solidFill>
                  <a:srgbClr val="000000"/>
                </a:solidFill>
                <a:latin typeface="Fira Sans" panose="020B0503050000020004" pitchFamily="34" charset="0"/>
              </a:rPr>
              <a:t>Sergey Chernykh</a:t>
            </a:r>
            <a:endParaRPr lang="en-US" sz="2500" b="1" dirty="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34743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4DEA212-ECA0-D8A1-65C6-E55C5B9603E4}"/>
              </a:ext>
            </a:extLst>
          </p:cNvPr>
          <p:cNvSpPr>
            <a:spLocks noGrp="1"/>
          </p:cNvSpPr>
          <p:nvPr>
            <p:ph type="sldNum" sz="quarter" idx="13"/>
          </p:nvPr>
        </p:nvSpPr>
        <p:spPr/>
        <p:txBody>
          <a:bodyPr/>
          <a:lstStyle/>
          <a:p>
            <a:fld id="{C3C3236D-FB65-584A-8227-5A449D06E62A}" type="slidenum">
              <a:rPr lang="en-US" smtClean="0"/>
              <a:pPr/>
              <a:t>5</a:t>
            </a:fld>
            <a:endParaRPr lang="en-US"/>
          </a:p>
        </p:txBody>
      </p:sp>
      <p:sp>
        <p:nvSpPr>
          <p:cNvPr id="6" name="Footer Placeholder 5">
            <a:extLst>
              <a:ext uri="{FF2B5EF4-FFF2-40B4-BE49-F238E27FC236}">
                <a16:creationId xmlns:a16="http://schemas.microsoft.com/office/drawing/2014/main" id="{80B2F884-9869-52B8-BED0-C62BABD0D3F3}"/>
              </a:ext>
            </a:extLst>
          </p:cNvPr>
          <p:cNvSpPr>
            <a:spLocks noGrp="1"/>
          </p:cNvSpPr>
          <p:nvPr>
            <p:ph type="ftr" sz="quarter" idx="18"/>
          </p:nvPr>
        </p:nvSpPr>
        <p:spPr/>
        <p:txBody>
          <a:bodyPr/>
          <a:lstStyle/>
          <a:p>
            <a:r>
              <a:rPr lang="en-US" dirty="0"/>
              <a:t>#CCHConnections</a:t>
            </a:r>
          </a:p>
        </p:txBody>
      </p:sp>
      <p:sp>
        <p:nvSpPr>
          <p:cNvPr id="24" name="Title 1">
            <a:extLst>
              <a:ext uri="{FF2B5EF4-FFF2-40B4-BE49-F238E27FC236}">
                <a16:creationId xmlns:a16="http://schemas.microsoft.com/office/drawing/2014/main" id="{17C76AD4-7AC8-3E3E-F490-F551F5D66D56}"/>
              </a:ext>
            </a:extLst>
          </p:cNvPr>
          <p:cNvSpPr>
            <a:spLocks noGrp="1"/>
          </p:cNvSpPr>
          <p:nvPr>
            <p:ph type="title"/>
          </p:nvPr>
        </p:nvSpPr>
        <p:spPr>
          <a:xfrm>
            <a:off x="457200" y="365760"/>
            <a:ext cx="11247120" cy="822960"/>
          </a:xfrm>
        </p:spPr>
        <p:txBody>
          <a:bodyPr>
            <a:normAutofit fontScale="90000"/>
          </a:bodyPr>
          <a:lstStyle/>
          <a:p>
            <a:r>
              <a:rPr lang="en-US" sz="3400"/>
              <a:t>CCH Axcess APIs open the platform to your tools and agents</a:t>
            </a:r>
            <a:endParaRPr lang="en-CA" sz="3400"/>
          </a:p>
        </p:txBody>
      </p:sp>
      <p:sp>
        <p:nvSpPr>
          <p:cNvPr id="25" name="The value - heading">
            <a:extLst>
              <a:ext uri="{FF2B5EF4-FFF2-40B4-BE49-F238E27FC236}">
                <a16:creationId xmlns:a16="http://schemas.microsoft.com/office/drawing/2014/main" id="{9C5B4C00-C403-83ED-218D-7846D3CDF6BB}"/>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The value</a:t>
            </a:r>
          </a:p>
        </p:txBody>
      </p:sp>
      <p:sp>
        <p:nvSpPr>
          <p:cNvPr id="26" name="The value - points">
            <a:extLst>
              <a:ext uri="{FF2B5EF4-FFF2-40B4-BE49-F238E27FC236}">
                <a16:creationId xmlns:a16="http://schemas.microsoft.com/office/drawing/2014/main" id="{77831082-0BEE-617D-E86A-158AF1F2A1C7}"/>
              </a:ext>
            </a:extLst>
          </p:cNvPr>
          <p:cNvSpPr txBox="1"/>
          <p:nvPr/>
        </p:nvSpPr>
        <p:spPr>
          <a:xfrm>
            <a:off x="457200" y="2103120"/>
            <a:ext cx="3566160" cy="2834640"/>
          </a:xfrm>
          <a:prstGeom prst="rect">
            <a:avLst/>
          </a:prstGeom>
          <a:noFill/>
        </p:spPr>
        <p:txBody>
          <a:bodyPr vert="horz" wrap="square" rtlCol="0">
            <a:noAutofit/>
          </a:bodyPr>
          <a:lstStyle/>
          <a:p>
            <a:pPr marL="342900" indent="-342900">
              <a:spcAft>
                <a:spcPts val="1000"/>
              </a:spcAft>
              <a:buFont typeface="+mj-lt"/>
              <a:buChar char="•"/>
            </a:pPr>
            <a:r>
              <a:rPr lang="en-US" sz="1600" dirty="0">
                <a:solidFill>
                  <a:srgbClr val="000000"/>
                </a:solidFill>
              </a:rPr>
              <a:t>The same data and actions you use in CCH Axcess, available to other software.</a:t>
            </a:r>
          </a:p>
          <a:p>
            <a:pPr marL="342900" indent="-342900">
              <a:spcAft>
                <a:spcPts val="1000"/>
              </a:spcAft>
              <a:buFont typeface="+mj-lt"/>
              <a:buChar char="•"/>
            </a:pPr>
            <a:r>
              <a:rPr lang="en-US" sz="1600" dirty="0">
                <a:solidFill>
                  <a:srgbClr val="000000"/>
                </a:solidFill>
              </a:rPr>
              <a:t>Fewer repetitive tasks and no rekeying between systems.</a:t>
            </a:r>
          </a:p>
          <a:p>
            <a:pPr marL="342900" indent="-342900">
              <a:spcAft>
                <a:spcPts val="1000"/>
              </a:spcAft>
              <a:buFont typeface="+mj-lt"/>
              <a:buChar char="•"/>
            </a:pPr>
            <a:r>
              <a:rPr lang="en-US" sz="1600" dirty="0">
                <a:solidFill>
                  <a:srgbClr val="000000"/>
                </a:solidFill>
              </a:rPr>
              <a:t>Connect CRM, HR, document, dashboard and client-portal tools.</a:t>
            </a:r>
          </a:p>
          <a:p>
            <a:pPr marL="342900" indent="-342900">
              <a:spcAft>
                <a:spcPts val="1000"/>
              </a:spcAft>
              <a:buFont typeface="+mj-lt"/>
              <a:buChar char="•"/>
            </a:pPr>
            <a:r>
              <a:rPr lang="en-US" sz="1600" dirty="0">
                <a:solidFill>
                  <a:srgbClr val="000000"/>
                </a:solidFill>
              </a:rPr>
              <a:t>The foundation for agentic AI (MCP)</a:t>
            </a:r>
            <a:endParaRPr lang="en-CA" sz="1600" dirty="0">
              <a:solidFill>
                <a:srgbClr val="000000"/>
              </a:solidFill>
            </a:endParaRPr>
          </a:p>
        </p:txBody>
      </p:sp>
      <p:sp>
        <p:nvSpPr>
          <p:cNvPr id="27" name="Five API kits - heading">
            <a:extLst>
              <a:ext uri="{FF2B5EF4-FFF2-40B4-BE49-F238E27FC236}">
                <a16:creationId xmlns:a16="http://schemas.microsoft.com/office/drawing/2014/main" id="{8613DD05-C17C-4D7B-A973-29E4D9B46846}"/>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Five API kits</a:t>
            </a:r>
          </a:p>
        </p:txBody>
      </p:sp>
      <p:sp>
        <p:nvSpPr>
          <p:cNvPr id="28" name="Five API kits - points">
            <a:extLst>
              <a:ext uri="{FF2B5EF4-FFF2-40B4-BE49-F238E27FC236}">
                <a16:creationId xmlns:a16="http://schemas.microsoft.com/office/drawing/2014/main" id="{55E65D40-89C1-3BFF-B8FA-E1A3381BD8D7}"/>
              </a:ext>
            </a:extLst>
          </p:cNvPr>
          <p:cNvSpPr txBox="1"/>
          <p:nvPr/>
        </p:nvSpPr>
        <p:spPr>
          <a:xfrm>
            <a:off x="4315968" y="2103120"/>
            <a:ext cx="3566160" cy="2834640"/>
          </a:xfrm>
          <a:prstGeom prst="rect">
            <a:avLst/>
          </a:prstGeom>
          <a:noFill/>
        </p:spPr>
        <p:txBody>
          <a:bodyPr vert="horz" wrap="square" rtlCol="0">
            <a:noAutofit/>
          </a:bodyPr>
          <a:lstStyle/>
          <a:p>
            <a:pPr marL="342900" indent="-342900">
              <a:spcAft>
                <a:spcPts val="1000"/>
              </a:spcAft>
              <a:buFont typeface="+mj-lt"/>
              <a:buChar char="•"/>
            </a:pPr>
            <a:r>
              <a:rPr lang="en-US" sz="1600" b="1" dirty="0">
                <a:solidFill>
                  <a:srgbClr val="000000"/>
                </a:solidFill>
              </a:rPr>
              <a:t>Common</a:t>
            </a:r>
            <a:r>
              <a:rPr lang="en-US" sz="1600" dirty="0">
                <a:solidFill>
                  <a:srgbClr val="000000"/>
                </a:solidFill>
              </a:rPr>
              <a:t>: client, staff and firm data.</a:t>
            </a:r>
          </a:p>
          <a:p>
            <a:pPr marL="342900" indent="-342900">
              <a:spcAft>
                <a:spcPts val="1000"/>
              </a:spcAft>
              <a:buFont typeface="+mj-lt"/>
              <a:buChar char="•"/>
            </a:pPr>
            <a:r>
              <a:rPr lang="en-US" sz="1600" b="1" dirty="0">
                <a:solidFill>
                  <a:srgbClr val="000000"/>
                </a:solidFill>
              </a:rPr>
              <a:t>Tax and Advanced Tax</a:t>
            </a:r>
            <a:r>
              <a:rPr lang="en-US" sz="1600" dirty="0">
                <a:solidFill>
                  <a:srgbClr val="000000"/>
                </a:solidFill>
              </a:rPr>
              <a:t>: the return lifecycle.</a:t>
            </a:r>
          </a:p>
          <a:p>
            <a:pPr marL="342900" indent="-342900">
              <a:spcAft>
                <a:spcPts val="1000"/>
              </a:spcAft>
              <a:buFont typeface="+mj-lt"/>
              <a:buChar char="•"/>
            </a:pPr>
            <a:r>
              <a:rPr lang="en-US" sz="1600" b="1" dirty="0">
                <a:solidFill>
                  <a:srgbClr val="000000"/>
                </a:solidFill>
              </a:rPr>
              <a:t>Engagement</a:t>
            </a:r>
            <a:r>
              <a:rPr lang="en-US" sz="1600" dirty="0">
                <a:solidFill>
                  <a:srgbClr val="000000"/>
                </a:solidFill>
              </a:rPr>
              <a:t>: audit and workpapers.</a:t>
            </a:r>
          </a:p>
          <a:p>
            <a:pPr marL="342900" indent="-342900">
              <a:spcAft>
                <a:spcPts val="1000"/>
              </a:spcAft>
              <a:buFont typeface="+mj-lt"/>
              <a:buChar char="•"/>
            </a:pPr>
            <a:r>
              <a:rPr lang="en-US" sz="1600" b="1" dirty="0">
                <a:solidFill>
                  <a:srgbClr val="000000"/>
                </a:solidFill>
              </a:rPr>
              <a:t>Firm Management</a:t>
            </a:r>
            <a:r>
              <a:rPr lang="en-US" sz="1600" dirty="0">
                <a:solidFill>
                  <a:srgbClr val="000000"/>
                </a:solidFill>
              </a:rPr>
              <a:t>: billing, time and documents.</a:t>
            </a:r>
          </a:p>
          <a:p>
            <a:pPr marL="342900" indent="-342900">
              <a:spcAft>
                <a:spcPts val="1000"/>
              </a:spcAft>
              <a:buFont typeface="+mj-lt"/>
              <a:buChar char="•"/>
            </a:pPr>
            <a:r>
              <a:rPr lang="en-US" sz="1600" b="1" dirty="0">
                <a:solidFill>
                  <a:srgbClr val="000000"/>
                </a:solidFill>
              </a:rPr>
              <a:t>Workflow</a:t>
            </a:r>
            <a:r>
              <a:rPr lang="en-US" sz="1600" dirty="0">
                <a:solidFill>
                  <a:srgbClr val="000000"/>
                </a:solidFill>
              </a:rPr>
              <a:t>: tasks and scheduling.</a:t>
            </a:r>
            <a:endParaRPr lang="en-CA" sz="1600" dirty="0">
              <a:solidFill>
                <a:srgbClr val="000000"/>
              </a:solidFill>
            </a:endParaRPr>
          </a:p>
        </p:txBody>
      </p:sp>
      <p:sp>
        <p:nvSpPr>
          <p:cNvPr id="29" name="Getting started - heading">
            <a:extLst>
              <a:ext uri="{FF2B5EF4-FFF2-40B4-BE49-F238E27FC236}">
                <a16:creationId xmlns:a16="http://schemas.microsoft.com/office/drawing/2014/main" id="{44CE9C49-DFEA-B8D6-888A-13612D1E4E30}"/>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Getting started</a:t>
            </a:r>
          </a:p>
        </p:txBody>
      </p:sp>
      <p:sp>
        <p:nvSpPr>
          <p:cNvPr id="30" name="Getting started - points">
            <a:extLst>
              <a:ext uri="{FF2B5EF4-FFF2-40B4-BE49-F238E27FC236}">
                <a16:creationId xmlns:a16="http://schemas.microsoft.com/office/drawing/2014/main" id="{013F1C9C-5AE2-0FB7-803C-E8EA935E45B4}"/>
              </a:ext>
            </a:extLst>
          </p:cNvPr>
          <p:cNvSpPr txBox="1"/>
          <p:nvPr/>
        </p:nvSpPr>
        <p:spPr>
          <a:xfrm>
            <a:off x="8174736" y="2103120"/>
            <a:ext cx="3566160" cy="2834640"/>
          </a:xfrm>
          <a:prstGeom prst="rect">
            <a:avLst/>
          </a:prstGeom>
          <a:noFill/>
        </p:spPr>
        <p:txBody>
          <a:bodyPr vert="horz" wrap="square" rtlCol="0">
            <a:noAutofit/>
          </a:bodyPr>
          <a:lstStyle/>
          <a:p>
            <a:pPr marL="342900" indent="-342900">
              <a:spcAft>
                <a:spcPts val="1000"/>
              </a:spcAft>
              <a:buFont typeface="+mj-lt"/>
              <a:buChar char="•"/>
            </a:pPr>
            <a:r>
              <a:rPr lang="en-US" sz="1600" dirty="0">
                <a:solidFill>
                  <a:srgbClr val="000000"/>
                </a:solidFill>
              </a:rPr>
              <a:t>Developer Portal: documentation, interactive testing and keys.</a:t>
            </a:r>
          </a:p>
          <a:p>
            <a:pPr marL="342900" indent="-342900">
              <a:spcAft>
                <a:spcPts val="1000"/>
              </a:spcAft>
              <a:buFont typeface="+mj-lt"/>
              <a:buChar char="•"/>
            </a:pPr>
            <a:r>
              <a:rPr lang="en-US" sz="1600" dirty="0">
                <a:solidFill>
                  <a:srgbClr val="000000"/>
                </a:solidFill>
              </a:rPr>
              <a:t>Your firm's integrator key and a sign-in method, including OAuth.</a:t>
            </a:r>
          </a:p>
          <a:p>
            <a:pPr marL="342900" indent="-342900">
              <a:spcAft>
                <a:spcPts val="1000"/>
              </a:spcAft>
              <a:buFont typeface="+mj-lt"/>
              <a:buChar char="•"/>
            </a:pPr>
            <a:r>
              <a:rPr lang="en-US" sz="1600" dirty="0">
                <a:solidFill>
                  <a:srgbClr val="000000"/>
                </a:solidFill>
              </a:rPr>
              <a:t>PCS (Professional and Client Services): Training, consulting and custom development from Wolters Kluwer.</a:t>
            </a:r>
          </a:p>
          <a:p>
            <a:pPr marL="342900" indent="-342900">
              <a:spcAft>
                <a:spcPts val="1000"/>
              </a:spcAft>
              <a:buFont typeface="+mj-lt"/>
              <a:buChar char="•"/>
            </a:pPr>
            <a:r>
              <a:rPr lang="en-US" sz="1600" dirty="0">
                <a:solidFill>
                  <a:srgbClr val="000000"/>
                </a:solidFill>
              </a:rPr>
              <a:t>Ready-made utilities and CCH Marketplace integrations.</a:t>
            </a:r>
            <a:endParaRPr lang="en-CA" sz="1600" dirty="0">
              <a:solidFill>
                <a:srgbClr val="000000"/>
              </a:solidFill>
            </a:endParaRPr>
          </a:p>
        </p:txBody>
      </p:sp>
      <p:sp>
        <p:nvSpPr>
          <p:cNvPr id="31" name="Latest">
            <a:extLst>
              <a:ext uri="{FF2B5EF4-FFF2-40B4-BE49-F238E27FC236}">
                <a16:creationId xmlns:a16="http://schemas.microsoft.com/office/drawing/2014/main" id="{BA944B5A-84F1-A90D-9C7E-82909B02E025}"/>
              </a:ext>
            </a:extLst>
          </p:cNvPr>
          <p:cNvSpPr txBox="1"/>
          <p:nvPr/>
        </p:nvSpPr>
        <p:spPr>
          <a:xfrm>
            <a:off x="493776" y="5284782"/>
            <a:ext cx="11247120" cy="777240"/>
          </a:xfrm>
          <a:prstGeom prst="rect">
            <a:avLst/>
          </a:prstGeom>
          <a:noFill/>
        </p:spPr>
        <p:txBody>
          <a:bodyPr vert="horz" wrap="square" rtlCol="0">
            <a:noAutofit/>
          </a:bodyPr>
          <a:lstStyle/>
          <a:p>
            <a:pPr>
              <a:spcAft>
                <a:spcPts val="600"/>
              </a:spcAft>
            </a:pPr>
            <a:r>
              <a:rPr lang="en-US" sz="1500" b="1" dirty="0">
                <a:solidFill>
                  <a:srgbClr val="000000"/>
                </a:solidFill>
              </a:rPr>
              <a:t>Latest, October 2026:</a:t>
            </a:r>
            <a:r>
              <a:rPr lang="en-US" sz="1500" dirty="0">
                <a:solidFill>
                  <a:srgbClr val="000000"/>
                </a:solidFill>
              </a:rPr>
              <a:t> Wolters Kluwer launched agentic 1040 preparation and, with </a:t>
            </a:r>
            <a:r>
              <a:rPr lang="en-US" sz="1500" dirty="0" err="1">
                <a:solidFill>
                  <a:srgbClr val="000000"/>
                </a:solidFill>
              </a:rPr>
              <a:t>Inscope</a:t>
            </a:r>
            <a:r>
              <a:rPr lang="en-US" sz="1500" dirty="0">
                <a:solidFill>
                  <a:srgbClr val="000000"/>
                </a:solidFill>
              </a:rPr>
              <a:t>, agentic financial statements in CCH Axcess, "the agentic platform for tax and accounting". </a:t>
            </a:r>
            <a:endParaRPr lang="en-CA" sz="1500" dirty="0">
              <a:solidFill>
                <a:srgbClr val="000000"/>
              </a:solidFill>
            </a:endParaRPr>
          </a:p>
        </p:txBody>
      </p:sp>
    </p:spTree>
    <p:custDataLst>
      <p:tags r:id="rId1"/>
    </p:custDataLst>
    <p:extLst>
      <p:ext uri="{BB962C8B-B14F-4D97-AF65-F5344CB8AC3E}">
        <p14:creationId xmlns:p14="http://schemas.microsoft.com/office/powerpoint/2010/main" val="3510840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93C07F6-E5DB-175C-B44F-4D104D9094C9}"/>
              </a:ext>
            </a:extLst>
          </p:cNvPr>
          <p:cNvSpPr>
            <a:spLocks noGrp="1"/>
          </p:cNvSpPr>
          <p:nvPr>
            <p:ph type="sldNum" sz="quarter" idx="13"/>
          </p:nvPr>
        </p:nvSpPr>
        <p:spPr/>
        <p:txBody>
          <a:bodyPr/>
          <a:lstStyle/>
          <a:p>
            <a:fld id="{C3C3236D-FB65-584A-8227-5A449D06E62A}" type="slidenum">
              <a:rPr lang="en-US" smtClean="0"/>
              <a:pPr/>
              <a:t>6</a:t>
            </a:fld>
            <a:endParaRPr lang="en-US"/>
          </a:p>
        </p:txBody>
      </p:sp>
      <p:sp>
        <p:nvSpPr>
          <p:cNvPr id="7" name="Footer Placeholder 6">
            <a:extLst>
              <a:ext uri="{FF2B5EF4-FFF2-40B4-BE49-F238E27FC236}">
                <a16:creationId xmlns:a16="http://schemas.microsoft.com/office/drawing/2014/main" id="{0533018C-5D2C-25CE-8F81-6210E71DC765}"/>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A9D2D86D-B3EB-CE96-0DA6-388514E18642}"/>
              </a:ext>
            </a:extLst>
          </p:cNvPr>
          <p:cNvSpPr>
            <a:spLocks noGrp="1"/>
          </p:cNvSpPr>
          <p:nvPr>
            <p:ph type="title"/>
          </p:nvPr>
        </p:nvSpPr>
        <p:spPr>
          <a:xfrm>
            <a:off x="457200" y="365760"/>
            <a:ext cx="11247120" cy="822960"/>
          </a:xfrm>
        </p:spPr>
        <p:txBody>
          <a:bodyPr>
            <a:normAutofit/>
          </a:bodyPr>
          <a:lstStyle/>
          <a:p>
            <a:r>
              <a:rPr lang="en-US" sz="3400"/>
              <a:t>Start with the workflow and the available guidance</a:t>
            </a:r>
            <a:endParaRPr lang="en-CA" sz="3400"/>
          </a:p>
        </p:txBody>
      </p:sp>
      <p:sp>
        <p:nvSpPr>
          <p:cNvPr id="14" name="Developer Portal - heading">
            <a:extLst>
              <a:ext uri="{FF2B5EF4-FFF2-40B4-BE49-F238E27FC236}">
                <a16:creationId xmlns:a16="http://schemas.microsoft.com/office/drawing/2014/main" id="{42111788-F5CB-EA1D-F77F-0C5BA02F653C}"/>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Developer Portal</a:t>
            </a:r>
          </a:p>
        </p:txBody>
      </p:sp>
      <p:sp>
        <p:nvSpPr>
          <p:cNvPr id="15" name="Developer Portal - points">
            <a:extLst>
              <a:ext uri="{FF2B5EF4-FFF2-40B4-BE49-F238E27FC236}">
                <a16:creationId xmlns:a16="http://schemas.microsoft.com/office/drawing/2014/main" id="{4168C871-F280-BD0E-4D71-BF84C7D458B0}"/>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Browse the API kits and their documentation.</a:t>
            </a:r>
          </a:p>
          <a:p>
            <a:pPr marL="342900" indent="-342900">
              <a:spcAft>
                <a:spcPts val="1000"/>
              </a:spcAft>
              <a:buFont typeface="+mj-lt"/>
              <a:buChar char="•"/>
            </a:pPr>
            <a:r>
              <a:rPr lang="en-US" sz="1600">
                <a:solidFill>
                  <a:srgbClr val="000000"/>
                </a:solidFill>
              </a:rPr>
              <a:t>Try requests interactively, with code samples.</a:t>
            </a:r>
          </a:p>
          <a:p>
            <a:pPr marL="342900" indent="-342900">
              <a:spcAft>
                <a:spcPts val="1000"/>
              </a:spcAft>
              <a:buFont typeface="+mj-lt"/>
              <a:buChar char="•"/>
            </a:pPr>
            <a:r>
              <a:rPr lang="en-US" sz="1600">
                <a:solidFill>
                  <a:srgbClr val="000000"/>
                </a:solidFill>
              </a:rPr>
              <a:t>Sign up for the keys your firm's requests use.</a:t>
            </a:r>
            <a:endParaRPr lang="en-CA" sz="1600">
              <a:solidFill>
                <a:srgbClr val="000000"/>
              </a:solidFill>
            </a:endParaRPr>
          </a:p>
        </p:txBody>
      </p:sp>
      <p:sp>
        <p:nvSpPr>
          <p:cNvPr id="16" name="Training and consulting - heading">
            <a:extLst>
              <a:ext uri="{FF2B5EF4-FFF2-40B4-BE49-F238E27FC236}">
                <a16:creationId xmlns:a16="http://schemas.microsoft.com/office/drawing/2014/main" id="{E67E699C-76FE-1433-469C-53D14308F524}"/>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Training and consulting</a:t>
            </a:r>
          </a:p>
        </p:txBody>
      </p:sp>
      <p:sp>
        <p:nvSpPr>
          <p:cNvPr id="17" name="Training and consulting - points">
            <a:extLst>
              <a:ext uri="{FF2B5EF4-FFF2-40B4-BE49-F238E27FC236}">
                <a16:creationId xmlns:a16="http://schemas.microsoft.com/office/drawing/2014/main" id="{4D15A6F6-8290-18BD-6F26-20853D368A09}"/>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Getting started: integrator key, sign-in methods and the portal.</a:t>
            </a:r>
          </a:p>
          <a:p>
            <a:pPr marL="342900" indent="-342900">
              <a:spcAft>
                <a:spcPts val="1000"/>
              </a:spcAft>
              <a:buFont typeface="+mj-lt"/>
              <a:buChar char="•"/>
            </a:pPr>
            <a:r>
              <a:rPr lang="en-US" sz="1600">
                <a:solidFill>
                  <a:srgbClr val="000000"/>
                </a:solidFill>
              </a:rPr>
              <a:t>Authentication: OAuth setup and best practices for each API kit.</a:t>
            </a:r>
          </a:p>
          <a:p>
            <a:pPr marL="342900" indent="-342900">
              <a:spcAft>
                <a:spcPts val="1000"/>
              </a:spcAft>
              <a:buFont typeface="+mj-lt"/>
              <a:buChar char="•"/>
            </a:pPr>
            <a:r>
              <a:rPr lang="en-US" sz="1600">
                <a:solidFill>
                  <a:srgbClr val="000000"/>
                </a:solidFill>
              </a:rPr>
              <a:t>Custom development, if you would rather not build in-house.</a:t>
            </a:r>
            <a:endParaRPr lang="en-CA" sz="1600">
              <a:solidFill>
                <a:srgbClr val="000000"/>
              </a:solidFill>
            </a:endParaRPr>
          </a:p>
        </p:txBody>
      </p:sp>
      <p:sp>
        <p:nvSpPr>
          <p:cNvPr id="18" name="CCH Marketplace - heading">
            <a:extLst>
              <a:ext uri="{FF2B5EF4-FFF2-40B4-BE49-F238E27FC236}">
                <a16:creationId xmlns:a16="http://schemas.microsoft.com/office/drawing/2014/main" id="{80ADFF7B-5682-323A-13BD-62C757DF3876}"/>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CCH Marketplace</a:t>
            </a:r>
          </a:p>
        </p:txBody>
      </p:sp>
      <p:sp>
        <p:nvSpPr>
          <p:cNvPr id="19" name="CCH Marketplace - points">
            <a:extLst>
              <a:ext uri="{FF2B5EF4-FFF2-40B4-BE49-F238E27FC236}">
                <a16:creationId xmlns:a16="http://schemas.microsoft.com/office/drawing/2014/main" id="{ED6812A5-4198-DFA7-063A-EBADFE78C8B0}"/>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Ready-made integrations from approved vendors.</a:t>
            </a:r>
          </a:p>
          <a:p>
            <a:pPr marL="342900" indent="-342900">
              <a:spcAft>
                <a:spcPts val="1000"/>
              </a:spcAft>
              <a:buFont typeface="+mj-lt"/>
              <a:buChar char="•"/>
            </a:pPr>
            <a:r>
              <a:rPr lang="en-US" sz="1600">
                <a:solidFill>
                  <a:srgbClr val="000000"/>
                </a:solidFill>
              </a:rPr>
              <a:t>Check here before building: if it exists, adopting it is faster.</a:t>
            </a:r>
            <a:endParaRPr lang="en-CA" sz="1600">
              <a:solidFill>
                <a:srgbClr val="000000"/>
              </a:solidFill>
            </a:endParaRPr>
          </a:p>
        </p:txBody>
      </p:sp>
      <p:sp>
        <p:nvSpPr>
          <p:cNvPr id="20" name="Footnote">
            <a:extLst>
              <a:ext uri="{FF2B5EF4-FFF2-40B4-BE49-F238E27FC236}">
                <a16:creationId xmlns:a16="http://schemas.microsoft.com/office/drawing/2014/main" id="{85BE7FF0-997B-5D19-672A-7621E5D3666B}"/>
              </a:ext>
            </a:extLst>
          </p:cNvPr>
          <p:cNvSpPr txBox="1"/>
          <p:nvPr/>
        </p:nvSpPr>
        <p:spPr>
          <a:xfrm>
            <a:off x="457200" y="5989320"/>
            <a:ext cx="11247120" cy="365760"/>
          </a:xfrm>
          <a:prstGeom prst="rect">
            <a:avLst/>
          </a:prstGeom>
          <a:noFill/>
        </p:spPr>
        <p:txBody>
          <a:bodyPr vert="horz" wrap="square" rtlCol="0">
            <a:noAutofit/>
          </a:bodyPr>
          <a:lstStyle/>
          <a:p>
            <a:pPr>
              <a:spcAft>
                <a:spcPts val="600"/>
              </a:spcAft>
            </a:pPr>
            <a:r>
              <a:rPr lang="en-US" sz="1200">
                <a:solidFill>
                  <a:srgbClr val="000000"/>
                </a:solidFill>
              </a:rPr>
              <a:t>Already licensed? The API support home has the knowledge base and support cases.</a:t>
            </a:r>
            <a:endParaRPr lang="en-CA" sz="1200">
              <a:solidFill>
                <a:srgbClr val="000000"/>
              </a:solidFill>
            </a:endParaRPr>
          </a:p>
        </p:txBody>
      </p:sp>
    </p:spTree>
    <p:custDataLst>
      <p:tags r:id="rId1"/>
    </p:custDataLst>
    <p:extLst>
      <p:ext uri="{BB962C8B-B14F-4D97-AF65-F5344CB8AC3E}">
        <p14:creationId xmlns:p14="http://schemas.microsoft.com/office/powerpoint/2010/main" val="11560377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2C351-505E-E241-B33A-32C028196C76}"/>
              </a:ext>
            </a:extLst>
          </p:cNvPr>
          <p:cNvSpPr>
            <a:spLocks noGrp="1"/>
          </p:cNvSpPr>
          <p:nvPr>
            <p:ph type="title"/>
          </p:nvPr>
        </p:nvSpPr>
        <p:spPr>
          <a:xfrm>
            <a:off x="457200" y="365760"/>
            <a:ext cx="11247120" cy="822960"/>
          </a:xfrm>
        </p:spPr>
        <p:txBody>
          <a:bodyPr>
            <a:normAutofit/>
          </a:bodyPr>
          <a:lstStyle/>
          <a:p>
            <a:r>
              <a:rPr lang="en-US" sz="3400"/>
              <a:t>Keep learning with the API Spotlight podcast</a:t>
            </a:r>
            <a:endParaRPr lang="en-CA" sz="3400"/>
          </a:p>
        </p:txBody>
      </p:sp>
      <p:sp>
        <p:nvSpPr>
          <p:cNvPr id="3" name="Intro">
            <a:extLst>
              <a:ext uri="{FF2B5EF4-FFF2-40B4-BE49-F238E27FC236}">
                <a16:creationId xmlns:a16="http://schemas.microsoft.com/office/drawing/2014/main" id="{D9C18AB2-8425-7992-3213-0DEE61B7FCCA}"/>
              </a:ext>
            </a:extLst>
          </p:cNvPr>
          <p:cNvSpPr txBox="1"/>
          <p:nvPr/>
        </p:nvSpPr>
        <p:spPr>
          <a:xfrm>
            <a:off x="457200" y="1188720"/>
            <a:ext cx="11247120" cy="457200"/>
          </a:xfrm>
          <a:prstGeom prst="rect">
            <a:avLst/>
          </a:prstGeom>
          <a:noFill/>
        </p:spPr>
        <p:txBody>
          <a:bodyPr vert="horz" wrap="square" rtlCol="0">
            <a:noAutofit/>
          </a:bodyPr>
          <a:lstStyle/>
          <a:p>
            <a:pPr>
              <a:spcAft>
                <a:spcPts val="600"/>
              </a:spcAft>
            </a:pPr>
            <a:r>
              <a:rPr lang="en-US" i="1">
                <a:solidFill>
                  <a:srgbClr val="000000"/>
                </a:solidFill>
              </a:rPr>
              <a:t>Short episodes from CCH product experts and firms. Four to start with:</a:t>
            </a:r>
            <a:endParaRPr lang="en-CA" i="1">
              <a:solidFill>
                <a:srgbClr val="000000"/>
              </a:solidFill>
            </a:endParaRPr>
          </a:p>
        </p:txBody>
      </p:sp>
      <p:sp>
        <p:nvSpPr>
          <p:cNvPr id="4" name="Episode 1">
            <a:extLst>
              <a:ext uri="{FF2B5EF4-FFF2-40B4-BE49-F238E27FC236}">
                <a16:creationId xmlns:a16="http://schemas.microsoft.com/office/drawing/2014/main" id="{5809D8BA-E397-D2C1-C113-50BE7AE5D4DE}"/>
              </a:ext>
            </a:extLst>
          </p:cNvPr>
          <p:cNvSpPr/>
          <p:nvPr/>
        </p:nvSpPr>
        <p:spPr>
          <a:xfrm>
            <a:off x="457200" y="1828800"/>
            <a:ext cx="3703320"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Exploring the CCH Axcess API strategy</a:t>
            </a:r>
          </a:p>
          <a:p>
            <a:pPr>
              <a:spcAft>
                <a:spcPts val="500"/>
              </a:spcAft>
            </a:pPr>
            <a:r>
              <a:rPr lang="en-US" sz="1300" i="1">
                <a:solidFill>
                  <a:srgbClr val="000000"/>
                </a:solidFill>
              </a:rPr>
              <a:t>Shahbaz Khan and Adam Orentlicher, Wolters Kluwer</a:t>
            </a:r>
          </a:p>
          <a:p>
            <a:pPr>
              <a:spcAft>
                <a:spcPts val="500"/>
              </a:spcAft>
            </a:pPr>
            <a:r>
              <a:rPr lang="en-US" sz="1300">
                <a:solidFill>
                  <a:srgbClr val="000000"/>
                </a:solidFill>
              </a:rPr>
              <a:t>Start here: an introduction to the APIs and integration best practices.</a:t>
            </a:r>
            <a:endParaRPr lang="en-CA" sz="1300">
              <a:solidFill>
                <a:srgbClr val="000000"/>
              </a:solidFill>
            </a:endParaRPr>
          </a:p>
        </p:txBody>
      </p:sp>
      <p:sp>
        <p:nvSpPr>
          <p:cNvPr id="5" name="Episode 2">
            <a:extLst>
              <a:ext uri="{FF2B5EF4-FFF2-40B4-BE49-F238E27FC236}">
                <a16:creationId xmlns:a16="http://schemas.microsoft.com/office/drawing/2014/main" id="{3B23D3F1-5476-C7BB-E775-E4AFB2EC4AF0}"/>
              </a:ext>
            </a:extLst>
          </p:cNvPr>
          <p:cNvSpPr/>
          <p:nvPr/>
        </p:nvSpPr>
        <p:spPr>
          <a:xfrm>
            <a:off x="4434840" y="1828800"/>
            <a:ext cx="3703321"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Harnessing the power of Tax Transfer APIs</a:t>
            </a:r>
          </a:p>
          <a:p>
            <a:pPr>
              <a:spcAft>
                <a:spcPts val="500"/>
              </a:spcAft>
            </a:pPr>
            <a:r>
              <a:rPr lang="en-US" sz="1300" i="1">
                <a:solidFill>
                  <a:srgbClr val="000000"/>
                </a:solidFill>
              </a:rPr>
              <a:t>Rod Lear, Wolters Kluwer</a:t>
            </a:r>
          </a:p>
          <a:p>
            <a:pPr>
              <a:spcAft>
                <a:spcPts val="500"/>
              </a:spcAft>
            </a:pPr>
            <a:r>
              <a:rPr lang="en-US" sz="1300">
                <a:solidFill>
                  <a:srgbClr val="000000"/>
                </a:solidFill>
              </a:rPr>
              <a:t>Moving data into and out of returns, including checking amounts against workpapers.</a:t>
            </a:r>
            <a:endParaRPr lang="en-CA" sz="1300">
              <a:solidFill>
                <a:srgbClr val="000000"/>
              </a:solidFill>
            </a:endParaRPr>
          </a:p>
        </p:txBody>
      </p:sp>
      <p:sp>
        <p:nvSpPr>
          <p:cNvPr id="6" name="Episode 3">
            <a:extLst>
              <a:ext uri="{FF2B5EF4-FFF2-40B4-BE49-F238E27FC236}">
                <a16:creationId xmlns:a16="http://schemas.microsoft.com/office/drawing/2014/main" id="{05BF13DA-2CBA-FFB9-C48F-8E38D10ECCD0}"/>
              </a:ext>
            </a:extLst>
          </p:cNvPr>
          <p:cNvSpPr/>
          <p:nvPr/>
        </p:nvSpPr>
        <p:spPr>
          <a:xfrm>
            <a:off x="457200" y="3886200"/>
            <a:ext cx="3703320"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Realized benefits of the Tax Transfer API</a:t>
            </a:r>
          </a:p>
          <a:p>
            <a:pPr>
              <a:spcAft>
                <a:spcPts val="500"/>
              </a:spcAft>
            </a:pPr>
            <a:r>
              <a:rPr lang="en-US" sz="1300" i="1">
                <a:solidFill>
                  <a:srgbClr val="000000"/>
                </a:solidFill>
              </a:rPr>
              <a:t>Kenny Cheung, Grassi</a:t>
            </a:r>
          </a:p>
          <a:p>
            <a:pPr>
              <a:spcAft>
                <a:spcPts val="500"/>
              </a:spcAft>
            </a:pPr>
            <a:r>
              <a:rPr lang="en-US" sz="1300">
                <a:solidFill>
                  <a:srgbClr val="000000"/>
                </a:solidFill>
              </a:rPr>
              <a:t>One firm's experience, including change management and making the case for investment.</a:t>
            </a:r>
            <a:endParaRPr lang="en-CA" sz="1300">
              <a:solidFill>
                <a:srgbClr val="000000"/>
              </a:solidFill>
            </a:endParaRPr>
          </a:p>
        </p:txBody>
      </p:sp>
      <p:sp>
        <p:nvSpPr>
          <p:cNvPr id="7" name="Episode 4">
            <a:extLst>
              <a:ext uri="{FF2B5EF4-FFF2-40B4-BE49-F238E27FC236}">
                <a16:creationId xmlns:a16="http://schemas.microsoft.com/office/drawing/2014/main" id="{8FB3C540-688C-6C9B-23AB-F18665FA4C10}"/>
              </a:ext>
            </a:extLst>
          </p:cNvPr>
          <p:cNvSpPr/>
          <p:nvPr/>
        </p:nvSpPr>
        <p:spPr>
          <a:xfrm>
            <a:off x="4434840" y="3886200"/>
            <a:ext cx="3703321" cy="182880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14300" tIns="114300" rIns="114300" rtlCol="0" anchor="t"/>
          <a:lstStyle/>
          <a:p>
            <a:pPr>
              <a:spcAft>
                <a:spcPts val="500"/>
              </a:spcAft>
            </a:pPr>
            <a:r>
              <a:rPr lang="en-US" sz="1500" b="1">
                <a:solidFill>
                  <a:srgbClr val="000000"/>
                </a:solidFill>
              </a:rPr>
              <a:t>Unlocking efficiency with Document Management APIs</a:t>
            </a:r>
          </a:p>
          <a:p>
            <a:pPr>
              <a:spcAft>
                <a:spcPts val="500"/>
              </a:spcAft>
            </a:pPr>
            <a:r>
              <a:rPr lang="en-US" sz="1300" i="1">
                <a:solidFill>
                  <a:srgbClr val="000000"/>
                </a:solidFill>
              </a:rPr>
              <a:t>Damon Russel, Wolters Kluwer</a:t>
            </a:r>
          </a:p>
          <a:p>
            <a:pPr>
              <a:spcAft>
                <a:spcPts val="500"/>
              </a:spcAft>
            </a:pPr>
            <a:r>
              <a:rPr lang="en-US" sz="1300">
                <a:solidFill>
                  <a:srgbClr val="000000"/>
                </a:solidFill>
              </a:rPr>
              <a:t>Firm Management APIs with Axcess Document and Portal: storage, publishing and approvals.</a:t>
            </a:r>
            <a:endParaRPr lang="en-CA" sz="1300">
              <a:solidFill>
                <a:srgbClr val="000000"/>
              </a:solidFill>
            </a:endParaRPr>
          </a:p>
        </p:txBody>
      </p:sp>
      <p:pic>
        <p:nvPicPr>
          <p:cNvPr id="9" name="QR code: API Spotlight podcast series" descr="QR code linking to the CCH Axcess API Spotlight podcast series page on wolterskluwer.com.">
            <a:extLst>
              <a:ext uri="{FF2B5EF4-FFF2-40B4-BE49-F238E27FC236}">
                <a16:creationId xmlns:a16="http://schemas.microsoft.com/office/drawing/2014/main" id="{0CB7A29F-39E8-95EB-F36A-92B816AEF5F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915400" y="1828800"/>
            <a:ext cx="2377440" cy="2377440"/>
          </a:xfrm>
          <a:prstGeom prst="rect">
            <a:avLst/>
          </a:prstGeom>
        </p:spPr>
      </p:pic>
      <p:sp>
        <p:nvSpPr>
          <p:cNvPr id="10" name="Scan caption">
            <a:extLst>
              <a:ext uri="{FF2B5EF4-FFF2-40B4-BE49-F238E27FC236}">
                <a16:creationId xmlns:a16="http://schemas.microsoft.com/office/drawing/2014/main" id="{C75DDA2C-DE7B-A723-BEE0-18D5DE1E1558}"/>
              </a:ext>
            </a:extLst>
          </p:cNvPr>
          <p:cNvSpPr txBox="1"/>
          <p:nvPr/>
        </p:nvSpPr>
        <p:spPr>
          <a:xfrm>
            <a:off x="8503920" y="4297680"/>
            <a:ext cx="3200400" cy="1463040"/>
          </a:xfrm>
          <a:prstGeom prst="rect">
            <a:avLst/>
          </a:prstGeom>
          <a:noFill/>
        </p:spPr>
        <p:txBody>
          <a:bodyPr vert="horz" wrap="square" rtlCol="0">
            <a:noAutofit/>
          </a:bodyPr>
          <a:lstStyle/>
          <a:p>
            <a:pPr algn="ctr">
              <a:spcAft>
                <a:spcPts val="600"/>
              </a:spcAft>
            </a:pPr>
            <a:r>
              <a:rPr lang="en-US" sz="1500" b="1">
                <a:solidFill>
                  <a:srgbClr val="000000"/>
                </a:solidFill>
              </a:rPr>
              <a:t>Scan for every episode</a:t>
            </a:r>
          </a:p>
          <a:p>
            <a:pPr algn="ctr">
              <a:spcAft>
                <a:spcPts val="600"/>
              </a:spcAft>
            </a:pPr>
            <a:r>
              <a:rPr lang="en-US" sz="1300">
                <a:solidFill>
                  <a:srgbClr val="000000"/>
                </a:solidFill>
              </a:rPr>
              <a:t>Also on Apple Podcasts, Amazon Music and iHeart.</a:t>
            </a:r>
            <a:endParaRPr lang="en-CA" sz="1300">
              <a:solidFill>
                <a:srgbClr val="000000"/>
              </a:solidFill>
            </a:endParaRPr>
          </a:p>
        </p:txBody>
      </p:sp>
      <p:sp>
        <p:nvSpPr>
          <p:cNvPr id="11" name="Footnote">
            <a:extLst>
              <a:ext uri="{FF2B5EF4-FFF2-40B4-BE49-F238E27FC236}">
                <a16:creationId xmlns:a16="http://schemas.microsoft.com/office/drawing/2014/main" id="{DE7D225E-E594-4454-75E0-072101B38E91}"/>
              </a:ext>
            </a:extLst>
          </p:cNvPr>
          <p:cNvSpPr txBox="1"/>
          <p:nvPr/>
        </p:nvSpPr>
        <p:spPr>
          <a:xfrm>
            <a:off x="457200" y="5989320"/>
            <a:ext cx="11247120" cy="365760"/>
          </a:xfrm>
          <a:prstGeom prst="rect">
            <a:avLst/>
          </a:prstGeom>
          <a:noFill/>
        </p:spPr>
        <p:txBody>
          <a:bodyPr vert="horz" wrap="square" rtlCol="0">
            <a:noAutofit/>
          </a:bodyPr>
          <a:lstStyle/>
          <a:p>
            <a:pPr>
              <a:spcAft>
                <a:spcPts val="600"/>
              </a:spcAft>
            </a:pPr>
            <a:r>
              <a:rPr lang="en-CA" sz="1200">
                <a:solidFill>
                  <a:srgbClr val="000000"/>
                </a:solidFill>
              </a:rPr>
              <a:t>wolterskluwer.com &gt; CCH Axcess Open Integration &gt; API Spotlight podcast series</a:t>
            </a:r>
          </a:p>
        </p:txBody>
      </p:sp>
    </p:spTree>
    <p:extLst>
      <p:ext uri="{BB962C8B-B14F-4D97-AF65-F5344CB8AC3E}">
        <p14:creationId xmlns:p14="http://schemas.microsoft.com/office/powerpoint/2010/main" val="3024103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D65D999-5832-2AE7-5FFF-4F101C8DDE89}"/>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The same API capabilities can serve several tools</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F14CB073-7945-338F-0759-993D4DB39D45}"/>
              </a:ext>
            </a:extLst>
          </p:cNvPr>
          <p:cNvSpPr>
            <a:spLocks noGrp="1"/>
          </p:cNvSpPr>
          <p:nvPr>
            <p:ph type="sldNum" sz="quarter" idx="13"/>
          </p:nvPr>
        </p:nvSpPr>
        <p:spPr/>
        <p:txBody>
          <a:bodyPr/>
          <a:lstStyle/>
          <a:p>
            <a:fld id="{C3C3236D-FB65-584A-8227-5A449D06E62A}" type="slidenum">
              <a:rPr lang="en-US" smtClean="0"/>
              <a:pPr/>
              <a:t>8</a:t>
            </a:fld>
            <a:endParaRPr lang="en-US"/>
          </a:p>
        </p:txBody>
      </p:sp>
      <p:sp>
        <p:nvSpPr>
          <p:cNvPr id="6" name="Footer Placeholder 5">
            <a:extLst>
              <a:ext uri="{FF2B5EF4-FFF2-40B4-BE49-F238E27FC236}">
                <a16:creationId xmlns:a16="http://schemas.microsoft.com/office/drawing/2014/main" id="{60C65E0C-7489-1428-6FBC-2BFB8C7C43A7}"/>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DFD386E7-5FB0-EC09-E65B-6C7C75C39A9E}"/>
              </a:ext>
            </a:extLst>
          </p:cNvPr>
          <p:cNvSpPr/>
          <p:nvPr/>
        </p:nvSpPr>
        <p:spPr>
          <a:xfrm>
            <a:off x="273406" y="1543507"/>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834F58F2-1C30-5100-6B65-B048502D1A20}"/>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Spreadsheet</a:t>
            </a:r>
          </a:p>
        </p:txBody>
      </p:sp>
      <p:sp>
        <p:nvSpPr>
          <p:cNvPr id="9" name="Card body">
            <a:extLst>
              <a:ext uri="{FF2B5EF4-FFF2-40B4-BE49-F238E27FC236}">
                <a16:creationId xmlns:a16="http://schemas.microsoft.com/office/drawing/2014/main" id="{14C11850-2CA1-1210-DFBF-7739D795181B}"/>
              </a:ext>
            </a:extLst>
          </p:cNvPr>
          <p:cNvSpPr txBox="1"/>
          <p:nvPr/>
        </p:nvSpPr>
        <p:spPr>
          <a:xfrm>
            <a:off x="419710" y="2278075"/>
            <a:ext cx="5331866"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Bring selected information into a familiar analysis.</a:t>
            </a:r>
            <a:endParaRPr lang="en-CA" sz="2200">
              <a:solidFill>
                <a:srgbClr val="000000"/>
              </a:solidFill>
              <a:latin typeface="Fira Sans" panose="020B0503050000020004" pitchFamily="34" charset="0"/>
            </a:endParaRPr>
          </a:p>
        </p:txBody>
      </p:sp>
      <p:sp>
        <p:nvSpPr>
          <p:cNvPr id="10" name="Rectangle 9">
            <a:extLst>
              <a:ext uri="{FF2B5EF4-FFF2-40B4-BE49-F238E27FC236}">
                <a16:creationId xmlns:a16="http://schemas.microsoft.com/office/drawing/2014/main" id="{87E1036A-B13F-8879-E1DC-E8B01C28D931}"/>
              </a:ext>
            </a:extLst>
          </p:cNvPr>
          <p:cNvSpPr/>
          <p:nvPr/>
        </p:nvSpPr>
        <p:spPr>
          <a:xfrm>
            <a:off x="273406" y="4000500"/>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FBAC96C0-6BCD-0852-5B75-00AE9B87ED53}"/>
              </a:ext>
            </a:extLst>
          </p:cNvPr>
          <p:cNvSpPr txBox="1"/>
          <p:nvPr/>
        </p:nvSpPr>
        <p:spPr>
          <a:xfrm>
            <a:off x="419710" y="414680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Documents</a:t>
            </a:r>
          </a:p>
        </p:txBody>
      </p:sp>
      <p:sp>
        <p:nvSpPr>
          <p:cNvPr id="12" name="Card body">
            <a:extLst>
              <a:ext uri="{FF2B5EF4-FFF2-40B4-BE49-F238E27FC236}">
                <a16:creationId xmlns:a16="http://schemas.microsoft.com/office/drawing/2014/main" id="{3D66E0DE-9F7D-B9FE-EBA8-00B035023DF0}"/>
              </a:ext>
            </a:extLst>
          </p:cNvPr>
          <p:cNvSpPr txBox="1"/>
          <p:nvPr/>
        </p:nvSpPr>
        <p:spPr>
          <a:xfrm>
            <a:off x="419710" y="4735068"/>
            <a:ext cx="5331866" cy="132008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Support document-related work.</a:t>
            </a:r>
          </a:p>
        </p:txBody>
      </p:sp>
      <p:sp>
        <p:nvSpPr>
          <p:cNvPr id="13" name="Rectangle 12">
            <a:extLst>
              <a:ext uri="{FF2B5EF4-FFF2-40B4-BE49-F238E27FC236}">
                <a16:creationId xmlns:a16="http://schemas.microsoft.com/office/drawing/2014/main" id="{2005C2B4-E9C5-D11E-65D6-C62A7246E715}"/>
              </a:ext>
            </a:extLst>
          </p:cNvPr>
          <p:cNvSpPr/>
          <p:nvPr/>
        </p:nvSpPr>
        <p:spPr>
          <a:xfrm>
            <a:off x="6292901" y="1543507"/>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4EF48632-C357-FFC1-F5A2-17FA2C7B9A8C}"/>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CRM</a:t>
            </a:r>
          </a:p>
        </p:txBody>
      </p:sp>
      <p:sp>
        <p:nvSpPr>
          <p:cNvPr id="15" name="Card body">
            <a:extLst>
              <a:ext uri="{FF2B5EF4-FFF2-40B4-BE49-F238E27FC236}">
                <a16:creationId xmlns:a16="http://schemas.microsoft.com/office/drawing/2014/main" id="{904BE07C-288F-1AAF-5736-93AA0A8F4193}"/>
              </a:ext>
            </a:extLst>
          </p:cNvPr>
          <p:cNvSpPr txBox="1"/>
          <p:nvPr/>
        </p:nvSpPr>
        <p:spPr>
          <a:xfrm>
            <a:off x="6439205" y="2278075"/>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Compare client information between systems.</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560C3AF6-6D0A-A511-9F81-2AC0EDD4C289}"/>
              </a:ext>
            </a:extLst>
          </p:cNvPr>
          <p:cNvSpPr/>
          <p:nvPr/>
        </p:nvSpPr>
        <p:spPr>
          <a:xfrm>
            <a:off x="6292901" y="4000500"/>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1B455AA8-2F45-6EF5-3C7B-F41ED3D4BADC}"/>
              </a:ext>
            </a:extLst>
          </p:cNvPr>
          <p:cNvSpPr txBox="1"/>
          <p:nvPr/>
        </p:nvSpPr>
        <p:spPr>
          <a:xfrm>
            <a:off x="6439205" y="414680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Dashboard</a:t>
            </a:r>
          </a:p>
        </p:txBody>
      </p:sp>
      <p:sp>
        <p:nvSpPr>
          <p:cNvPr id="18" name="Card body">
            <a:extLst>
              <a:ext uri="{FF2B5EF4-FFF2-40B4-BE49-F238E27FC236}">
                <a16:creationId xmlns:a16="http://schemas.microsoft.com/office/drawing/2014/main" id="{D47FD9B6-7952-3BCC-CFE3-69C1D3752E5A}"/>
              </a:ext>
            </a:extLst>
          </p:cNvPr>
          <p:cNvSpPr txBox="1"/>
          <p:nvPr/>
        </p:nvSpPr>
        <p:spPr>
          <a:xfrm>
            <a:off x="6439205" y="4735068"/>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Present a focused view of firm activity.</a:t>
            </a:r>
            <a:endParaRPr lang="en-CA" sz="22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682894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3E399B0-86F1-EFBD-8BD1-513865A43CD6}"/>
              </a:ext>
            </a:extLst>
          </p:cNvPr>
          <p:cNvSpPr>
            <a:spLocks noGrp="1"/>
          </p:cNvSpPr>
          <p:nvPr>
            <p:ph type="sldNum" sz="quarter" idx="13"/>
          </p:nvPr>
        </p:nvSpPr>
        <p:spPr/>
        <p:txBody>
          <a:bodyPr/>
          <a:lstStyle/>
          <a:p>
            <a:fld id="{C3C3236D-FB65-584A-8227-5A449D06E62A}" type="slidenum">
              <a:rPr lang="en-US" smtClean="0"/>
              <a:pPr/>
              <a:t>9</a:t>
            </a:fld>
            <a:endParaRPr lang="en-US"/>
          </a:p>
        </p:txBody>
      </p:sp>
      <p:sp>
        <p:nvSpPr>
          <p:cNvPr id="6" name="Footer Placeholder 5">
            <a:extLst>
              <a:ext uri="{FF2B5EF4-FFF2-40B4-BE49-F238E27FC236}">
                <a16:creationId xmlns:a16="http://schemas.microsoft.com/office/drawing/2014/main" id="{2DF5169F-9EFC-0AED-0DC2-77C9D0B27968}"/>
              </a:ext>
            </a:extLst>
          </p:cNvPr>
          <p:cNvSpPr>
            <a:spLocks noGrp="1"/>
          </p:cNvSpPr>
          <p:nvPr>
            <p:ph type="ftr" sz="quarter" idx="18"/>
          </p:nvPr>
        </p:nvSpPr>
        <p:spPr/>
        <p:txBody>
          <a:bodyPr/>
          <a:lstStyle/>
          <a:p>
            <a:r>
              <a:rPr lang="en-US"/>
              <a:t>#CCHConnections</a:t>
            </a:r>
            <a:endParaRPr lang="en-US" dirty="0"/>
          </a:p>
        </p:txBody>
      </p:sp>
      <p:sp>
        <p:nvSpPr>
          <p:cNvPr id="7" name="Title 1">
            <a:extLst>
              <a:ext uri="{FF2B5EF4-FFF2-40B4-BE49-F238E27FC236}">
                <a16:creationId xmlns:a16="http://schemas.microsoft.com/office/drawing/2014/main" id="{46CB10C2-B261-7FD5-072D-A2A85C771AFE}"/>
              </a:ext>
            </a:extLst>
          </p:cNvPr>
          <p:cNvSpPr>
            <a:spLocks noGrp="1"/>
          </p:cNvSpPr>
          <p:nvPr>
            <p:ph type="title"/>
          </p:nvPr>
        </p:nvSpPr>
        <p:spPr>
          <a:xfrm>
            <a:off x="457200" y="365760"/>
            <a:ext cx="11247120" cy="822960"/>
          </a:xfrm>
        </p:spPr>
        <p:txBody>
          <a:bodyPr>
            <a:normAutofit/>
          </a:bodyPr>
          <a:lstStyle/>
          <a:p>
            <a:r>
              <a:rPr lang="en-US" sz="3400" dirty="0"/>
              <a:t>How to put CCH Axcess APIs to work</a:t>
            </a:r>
            <a:endParaRPr lang="en-CA" sz="3400" dirty="0"/>
          </a:p>
        </p:txBody>
      </p:sp>
      <p:sp>
        <p:nvSpPr>
          <p:cNvPr id="8" name="Use it ready-made - name">
            <a:extLst>
              <a:ext uri="{FF2B5EF4-FFF2-40B4-BE49-F238E27FC236}">
                <a16:creationId xmlns:a16="http://schemas.microsoft.com/office/drawing/2014/main" id="{43D4F315-1B85-0B70-FAE0-BD48787798A6}"/>
              </a:ext>
            </a:extLst>
          </p:cNvPr>
          <p:cNvSpPr txBox="1"/>
          <p:nvPr/>
        </p:nvSpPr>
        <p:spPr>
          <a:xfrm>
            <a:off x="457200"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Use it ready-made</a:t>
            </a:r>
          </a:p>
          <a:p>
            <a:pPr>
              <a:spcAft>
                <a:spcPts val="600"/>
              </a:spcAft>
            </a:pPr>
            <a:r>
              <a:rPr lang="en-US" sz="1500" i="1">
                <a:solidFill>
                  <a:srgbClr val="000000"/>
                </a:solidFill>
              </a:rPr>
              <a:t>Someone has already built it.</a:t>
            </a:r>
            <a:endParaRPr lang="en-CA" sz="1500" i="1">
              <a:solidFill>
                <a:srgbClr val="000000"/>
              </a:solidFill>
            </a:endParaRPr>
          </a:p>
        </p:txBody>
      </p:sp>
      <p:sp>
        <p:nvSpPr>
          <p:cNvPr id="9" name="Use it ready-made - examples">
            <a:extLst>
              <a:ext uri="{FF2B5EF4-FFF2-40B4-BE49-F238E27FC236}">
                <a16:creationId xmlns:a16="http://schemas.microsoft.com/office/drawing/2014/main" id="{10D5AAA9-C0C9-394C-EEAF-BF4CBA2421BD}"/>
              </a:ext>
            </a:extLst>
          </p:cNvPr>
          <p:cNvSpPr txBox="1"/>
          <p:nvPr/>
        </p:nvSpPr>
        <p:spPr>
          <a:xfrm>
            <a:off x="457200"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In practice</a:t>
            </a:r>
          </a:p>
          <a:p>
            <a:pPr marL="342900" indent="-342900">
              <a:spcAft>
                <a:spcPts val="800"/>
              </a:spcAft>
              <a:buFont typeface="+mj-lt"/>
              <a:buChar char="•"/>
            </a:pPr>
            <a:r>
              <a:rPr lang="en-US" sz="1500">
                <a:solidFill>
                  <a:srgbClr val="000000"/>
                </a:solidFill>
              </a:rPr>
              <a:t>CCH Marketplace vendor integrations.</a:t>
            </a:r>
          </a:p>
          <a:p>
            <a:pPr marL="342900" indent="-342900">
              <a:spcAft>
                <a:spcPts val="800"/>
              </a:spcAft>
              <a:buFont typeface="+mj-lt"/>
              <a:buChar char="•"/>
            </a:pPr>
            <a:r>
              <a:rPr lang="en-US" sz="1500">
                <a:solidFill>
                  <a:srgbClr val="000000"/>
                </a:solidFill>
              </a:rPr>
              <a:t>Wolters Kluwer utilities for batch printing, K-1 imports and e-file extensions.</a:t>
            </a:r>
            <a:endParaRPr lang="en-CA" sz="1500">
              <a:solidFill>
                <a:srgbClr val="000000"/>
              </a:solidFill>
            </a:endParaRPr>
          </a:p>
        </p:txBody>
      </p:sp>
      <p:sp>
        <p:nvSpPr>
          <p:cNvPr id="10" name="Use it ready-made - value">
            <a:extLst>
              <a:ext uri="{FF2B5EF4-FFF2-40B4-BE49-F238E27FC236}">
                <a16:creationId xmlns:a16="http://schemas.microsoft.com/office/drawing/2014/main" id="{39FD5EF0-49B7-5148-6530-3C60FD9F9133}"/>
              </a:ext>
            </a:extLst>
          </p:cNvPr>
          <p:cNvSpPr txBox="1"/>
          <p:nvPr/>
        </p:nvSpPr>
        <p:spPr>
          <a:xfrm>
            <a:off x="457200"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Best for:</a:t>
            </a:r>
            <a:r>
              <a:rPr lang="en-US" sz="1500">
                <a:solidFill>
                  <a:srgbClr val="000000"/>
                </a:solidFill>
              </a:rPr>
              <a:t> needs many firms share.</a:t>
            </a:r>
            <a:endParaRPr lang="en-CA" sz="1500">
              <a:solidFill>
                <a:srgbClr val="000000"/>
              </a:solidFill>
            </a:endParaRPr>
          </a:p>
        </p:txBody>
      </p:sp>
      <p:sp>
        <p:nvSpPr>
          <p:cNvPr id="11" name="Have it built - name">
            <a:extLst>
              <a:ext uri="{FF2B5EF4-FFF2-40B4-BE49-F238E27FC236}">
                <a16:creationId xmlns:a16="http://schemas.microsoft.com/office/drawing/2014/main" id="{233D35B9-B5DB-30B5-56F7-062EFFCCB4E4}"/>
              </a:ext>
            </a:extLst>
          </p:cNvPr>
          <p:cNvSpPr txBox="1"/>
          <p:nvPr/>
        </p:nvSpPr>
        <p:spPr>
          <a:xfrm>
            <a:off x="4315968"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Have it built</a:t>
            </a:r>
          </a:p>
          <a:p>
            <a:pPr>
              <a:spcAft>
                <a:spcPts val="600"/>
              </a:spcAft>
            </a:pPr>
            <a:r>
              <a:rPr lang="en-US" sz="1500" i="1">
                <a:solidFill>
                  <a:srgbClr val="000000"/>
                </a:solidFill>
              </a:rPr>
              <a:t>A developer builds it for your firm.</a:t>
            </a:r>
            <a:endParaRPr lang="en-CA" sz="1500" i="1">
              <a:solidFill>
                <a:srgbClr val="000000"/>
              </a:solidFill>
            </a:endParaRPr>
          </a:p>
        </p:txBody>
      </p:sp>
      <p:sp>
        <p:nvSpPr>
          <p:cNvPr id="12" name="Have it built - examples">
            <a:extLst>
              <a:ext uri="{FF2B5EF4-FFF2-40B4-BE49-F238E27FC236}">
                <a16:creationId xmlns:a16="http://schemas.microsoft.com/office/drawing/2014/main" id="{3A103D8F-711C-A6DE-F093-654F609ED740}"/>
              </a:ext>
            </a:extLst>
          </p:cNvPr>
          <p:cNvSpPr txBox="1"/>
          <p:nvPr/>
        </p:nvSpPr>
        <p:spPr>
          <a:xfrm>
            <a:off x="4315968"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In practice</a:t>
            </a:r>
          </a:p>
          <a:p>
            <a:pPr marL="342900" indent="-342900">
              <a:spcAft>
                <a:spcPts val="800"/>
              </a:spcAft>
              <a:buFont typeface="+mj-lt"/>
              <a:buChar char="•"/>
            </a:pPr>
            <a:r>
              <a:rPr lang="en-US" sz="1500">
                <a:solidFill>
                  <a:srgbClr val="000000"/>
                </a:solidFill>
              </a:rPr>
              <a:t>Your IT team or a partner.</a:t>
            </a:r>
          </a:p>
          <a:p>
            <a:pPr marL="342900" indent="-342900">
              <a:spcAft>
                <a:spcPts val="800"/>
              </a:spcAft>
              <a:buFont typeface="+mj-lt"/>
              <a:buChar char="•"/>
            </a:pPr>
            <a:r>
              <a:rPr lang="en-US" sz="1500">
                <a:solidFill>
                  <a:srgbClr val="000000"/>
                </a:solidFill>
              </a:rPr>
              <a:t>Wolters Kluwer custom development services.</a:t>
            </a:r>
            <a:endParaRPr lang="en-CA" sz="1500">
              <a:solidFill>
                <a:srgbClr val="000000"/>
              </a:solidFill>
            </a:endParaRPr>
          </a:p>
        </p:txBody>
      </p:sp>
      <p:sp>
        <p:nvSpPr>
          <p:cNvPr id="13" name="Have it built - value">
            <a:extLst>
              <a:ext uri="{FF2B5EF4-FFF2-40B4-BE49-F238E27FC236}">
                <a16:creationId xmlns:a16="http://schemas.microsoft.com/office/drawing/2014/main" id="{20BBA15D-8F72-E768-11F3-6D428D77FFCC}"/>
              </a:ext>
            </a:extLst>
          </p:cNvPr>
          <p:cNvSpPr txBox="1"/>
          <p:nvPr/>
        </p:nvSpPr>
        <p:spPr>
          <a:xfrm>
            <a:off x="4315968"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Best for:</a:t>
            </a:r>
            <a:r>
              <a:rPr lang="en-US" sz="1500">
                <a:solidFill>
                  <a:srgbClr val="000000"/>
                </a:solidFill>
              </a:rPr>
              <a:t> larger, firm-specific projects that justify a budget.</a:t>
            </a:r>
            <a:endParaRPr lang="en-CA" sz="1500">
              <a:solidFill>
                <a:srgbClr val="000000"/>
              </a:solidFill>
            </a:endParaRPr>
          </a:p>
        </p:txBody>
      </p:sp>
      <p:sp>
        <p:nvSpPr>
          <p:cNvPr id="14" name="Build it with AI - name">
            <a:extLst>
              <a:ext uri="{FF2B5EF4-FFF2-40B4-BE49-F238E27FC236}">
                <a16:creationId xmlns:a16="http://schemas.microsoft.com/office/drawing/2014/main" id="{218F80C6-79A0-1BE9-45EB-AD319F261C87}"/>
              </a:ext>
            </a:extLst>
          </p:cNvPr>
          <p:cNvSpPr txBox="1"/>
          <p:nvPr/>
        </p:nvSpPr>
        <p:spPr>
          <a:xfrm>
            <a:off x="8174736"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Build it with AI</a:t>
            </a:r>
          </a:p>
          <a:p>
            <a:pPr>
              <a:spcAft>
                <a:spcPts val="600"/>
              </a:spcAft>
            </a:pPr>
            <a:r>
              <a:rPr lang="en-US" sz="1500" i="1">
                <a:solidFill>
                  <a:srgbClr val="000000"/>
                </a:solidFill>
              </a:rPr>
              <a:t>Describe the task; AI writes the code.</a:t>
            </a:r>
            <a:endParaRPr lang="en-CA" sz="1500" i="1">
              <a:solidFill>
                <a:srgbClr val="000000"/>
              </a:solidFill>
            </a:endParaRPr>
          </a:p>
        </p:txBody>
      </p:sp>
      <p:sp>
        <p:nvSpPr>
          <p:cNvPr id="15" name="Build it with AI - examples">
            <a:extLst>
              <a:ext uri="{FF2B5EF4-FFF2-40B4-BE49-F238E27FC236}">
                <a16:creationId xmlns:a16="http://schemas.microsoft.com/office/drawing/2014/main" id="{B93DADF3-A79C-F4FF-3FE2-F77E1879A62D}"/>
              </a:ext>
            </a:extLst>
          </p:cNvPr>
          <p:cNvSpPr txBox="1"/>
          <p:nvPr/>
        </p:nvSpPr>
        <p:spPr>
          <a:xfrm>
            <a:off x="8174736"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In practice</a:t>
            </a:r>
          </a:p>
          <a:p>
            <a:pPr marL="342900" indent="-342900">
              <a:spcAft>
                <a:spcPts val="800"/>
              </a:spcAft>
              <a:buFont typeface="+mj-lt"/>
              <a:buChar char="•"/>
            </a:pPr>
            <a:r>
              <a:rPr lang="en-US" sz="1500">
                <a:solidFill>
                  <a:srgbClr val="000000"/>
                </a:solidFill>
              </a:rPr>
              <a:t>A coding agent reads the API definitions and builds the requests.</a:t>
            </a:r>
          </a:p>
          <a:p>
            <a:pPr marL="342900" indent="-342900">
              <a:spcAft>
                <a:spcPts val="800"/>
              </a:spcAft>
              <a:buFont typeface="+mj-lt"/>
              <a:buChar char="•"/>
            </a:pPr>
            <a:r>
              <a:rPr lang="en-US" sz="1500">
                <a:solidFill>
                  <a:srgbClr val="000000"/>
                </a:solidFill>
              </a:rPr>
              <a:t>You test, review and approve the result.</a:t>
            </a:r>
            <a:endParaRPr lang="en-CA" sz="1500">
              <a:solidFill>
                <a:srgbClr val="000000"/>
              </a:solidFill>
            </a:endParaRPr>
          </a:p>
        </p:txBody>
      </p:sp>
      <p:sp>
        <p:nvSpPr>
          <p:cNvPr id="16" name="Build it with AI - value">
            <a:extLst>
              <a:ext uri="{FF2B5EF4-FFF2-40B4-BE49-F238E27FC236}">
                <a16:creationId xmlns:a16="http://schemas.microsoft.com/office/drawing/2014/main" id="{620C9F4A-415D-49E0-AC16-5FA424040A04}"/>
              </a:ext>
            </a:extLst>
          </p:cNvPr>
          <p:cNvSpPr txBox="1"/>
          <p:nvPr/>
        </p:nvSpPr>
        <p:spPr>
          <a:xfrm>
            <a:off x="8174736"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Best for:</a:t>
            </a:r>
            <a:r>
              <a:rPr lang="en-US" sz="1500">
                <a:solidFill>
                  <a:srgbClr val="000000"/>
                </a:solidFill>
              </a:rPr>
              <a:t> smaller, firm-specific tasks that never justified a project.</a:t>
            </a:r>
            <a:endParaRPr lang="en-CA" sz="1500">
              <a:solidFill>
                <a:srgbClr val="000000"/>
              </a:solidFill>
            </a:endParaRPr>
          </a:p>
        </p:txBody>
      </p:sp>
    </p:spTree>
    <p:extLst>
      <p:ext uri="{BB962C8B-B14F-4D97-AF65-F5344CB8AC3E}">
        <p14:creationId xmlns:p14="http://schemas.microsoft.com/office/powerpoint/2010/main" val="19160312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A7CC7DE-DDE0-AA12-4E0E-A6C703627EE7}"/>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Bring one task you would like to improve</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105E0DD7-2F90-2F66-D2D5-0A55B1D20288}"/>
              </a:ext>
            </a:extLst>
          </p:cNvPr>
          <p:cNvSpPr>
            <a:spLocks noGrp="1"/>
          </p:cNvSpPr>
          <p:nvPr>
            <p:ph type="sldNum" sz="quarter" idx="13"/>
          </p:nvPr>
        </p:nvSpPr>
        <p:spPr/>
        <p:txBody>
          <a:bodyPr/>
          <a:lstStyle/>
          <a:p>
            <a:fld id="{C3C3236D-FB65-584A-8227-5A449D06E62A}" type="slidenum">
              <a:rPr lang="en-US" smtClean="0"/>
              <a:pPr/>
              <a:t>10</a:t>
            </a:fld>
            <a:endParaRPr lang="en-US"/>
          </a:p>
        </p:txBody>
      </p:sp>
      <p:sp>
        <p:nvSpPr>
          <p:cNvPr id="5" name="Footer Placeholder 4">
            <a:extLst>
              <a:ext uri="{FF2B5EF4-FFF2-40B4-BE49-F238E27FC236}">
                <a16:creationId xmlns:a16="http://schemas.microsoft.com/office/drawing/2014/main" id="{E96933F9-C851-6FA4-A954-3E371D10091F}"/>
              </a:ext>
            </a:extLst>
          </p:cNvPr>
          <p:cNvSpPr>
            <a:spLocks noGrp="1"/>
          </p:cNvSpPr>
          <p:nvPr>
            <p:ph type="ftr" sz="quarter" idx="18"/>
          </p:nvPr>
        </p:nvSpPr>
        <p:spPr/>
        <p:txBody>
          <a:bodyPr/>
          <a:lstStyle/>
          <a:p>
            <a:r>
              <a:rPr lang="en-US"/>
              <a:t>#CCHConnections</a:t>
            </a:r>
            <a:endParaRPr lang="en-US" dirty="0"/>
          </a:p>
        </p:txBody>
      </p:sp>
      <p:sp>
        <p:nvSpPr>
          <p:cNvPr id="6" name="Audience check-in">
            <a:extLst>
              <a:ext uri="{FF2B5EF4-FFF2-40B4-BE49-F238E27FC236}">
                <a16:creationId xmlns:a16="http://schemas.microsoft.com/office/drawing/2014/main" id="{049EC539-BE95-81B1-CCDB-9EF95E433A7E}"/>
              </a:ext>
            </a:extLst>
          </p:cNvPr>
          <p:cNvSpPr txBox="1"/>
          <p:nvPr/>
        </p:nvSpPr>
        <p:spPr>
          <a:xfrm>
            <a:off x="4453128" y="868679"/>
            <a:ext cx="7086600" cy="731520"/>
          </a:xfrm>
          <a:prstGeom prst="rect">
            <a:avLst/>
          </a:prstGeom>
          <a:noFill/>
        </p:spPr>
        <p:txBody>
          <a:bodyPr vert="horz" lIns="0" tIns="0" rIns="0" bIns="0" rtlCol="0" anchor="t">
            <a:noAutofit/>
          </a:bodyPr>
          <a:lstStyle/>
          <a:p>
            <a:pPr>
              <a:spcAft>
                <a:spcPts val="700"/>
              </a:spcAft>
            </a:pPr>
            <a:r>
              <a:rPr lang="en-US" sz="2700" b="1">
                <a:solidFill>
                  <a:srgbClr val="000000"/>
                </a:solidFill>
                <a:latin typeface="Fira Sans" panose="020B0503050000020004" pitchFamily="34" charset="0"/>
              </a:rPr>
              <a:t>A quick show of hands</a:t>
            </a:r>
            <a:endParaRPr lang="en-CA" sz="2700" b="1">
              <a:solidFill>
                <a:srgbClr val="000000"/>
              </a:solidFill>
              <a:latin typeface="Fira Sans" panose="020B0503050000020004" pitchFamily="34" charset="0"/>
            </a:endParaRPr>
          </a:p>
        </p:txBody>
      </p:sp>
      <p:sp>
        <p:nvSpPr>
          <p:cNvPr id="7" name="List content">
            <a:extLst>
              <a:ext uri="{FF2B5EF4-FFF2-40B4-BE49-F238E27FC236}">
                <a16:creationId xmlns:a16="http://schemas.microsoft.com/office/drawing/2014/main" id="{A4BD235C-5DD5-B870-F21F-488C80F65F5E}"/>
              </a:ext>
            </a:extLst>
          </p:cNvPr>
          <p:cNvSpPr txBox="1"/>
          <p:nvPr/>
        </p:nvSpPr>
        <p:spPr>
          <a:xfrm>
            <a:off x="4453128" y="1874520"/>
            <a:ext cx="7086600" cy="3749040"/>
          </a:xfrm>
          <a:prstGeom prst="rect">
            <a:avLst/>
          </a:prstGeom>
          <a:noFill/>
        </p:spPr>
        <p:txBody>
          <a:bodyPr vert="horz" lIns="0" tIns="0" rIns="0" bIns="0" rtlCol="0" anchor="t">
            <a:noAutofit/>
          </a:bodyPr>
          <a:lstStyle/>
          <a:p>
            <a:pPr>
              <a:spcAft>
                <a:spcPts val="1500"/>
              </a:spcAft>
            </a:pPr>
            <a:r>
              <a:rPr lang="en-US" sz="2500">
                <a:solidFill>
                  <a:srgbClr val="000000"/>
                </a:solidFill>
                <a:latin typeface="Fira Sans" panose="020B0503050000020004" pitchFamily="34" charset="0"/>
              </a:rPr>
              <a:t>Have you used the CCH Axcess APIs?</a:t>
            </a:r>
          </a:p>
          <a:p>
            <a:pPr>
              <a:spcAft>
                <a:spcPts val="1500"/>
              </a:spcAft>
            </a:pPr>
            <a:r>
              <a:rPr lang="en-US" sz="2500">
                <a:solidFill>
                  <a:srgbClr val="000000"/>
                </a:solidFill>
                <a:latin typeface="Fira Sans" panose="020B0503050000020004" pitchFamily="34" charset="0"/>
              </a:rPr>
              <a:t>Have you used an AI coding tool?</a:t>
            </a:r>
          </a:p>
          <a:p>
            <a:pPr>
              <a:spcAft>
                <a:spcPts val="1500"/>
              </a:spcAft>
            </a:pPr>
            <a:r>
              <a:rPr lang="en-US" sz="2500">
                <a:solidFill>
                  <a:srgbClr val="000000"/>
                </a:solidFill>
                <a:latin typeface="Fira Sans" panose="020B0503050000020004" pitchFamily="34" charset="0"/>
              </a:rPr>
              <a:t>Which recurring hand-off would you like to change?</a:t>
            </a:r>
            <a:endParaRPr lang="en-CA" sz="25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268572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793C0-C8BD-716D-E93A-7012D56260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F66BB83-2448-0EDF-DC88-63C29FFE8AA7}"/>
              </a:ext>
            </a:extLst>
          </p:cNvPr>
          <p:cNvSpPr>
            <a:spLocks noGrp="1"/>
          </p:cNvSpPr>
          <p:nvPr>
            <p:ph type="title"/>
          </p:nvPr>
        </p:nvSpPr>
        <p:spPr/>
        <p:txBody>
          <a:bodyPr lIns="91440" tIns="0" rIns="0" bIns="0" anchor="t"/>
          <a:lstStyle/>
          <a:p>
            <a:pPr>
              <a:spcAft>
                <a:spcPts val="700"/>
              </a:spcAft>
            </a:pPr>
            <a:r>
              <a:rPr lang="en-US" sz="3200" dirty="0">
                <a:solidFill>
                  <a:srgbClr val="000000"/>
                </a:solidFill>
                <a:latin typeface="Fira Sans Light" panose="020B0403050000020004" pitchFamily="34" charset="0"/>
              </a:rPr>
              <a:t>Choosing your first API project</a:t>
            </a:r>
            <a:endParaRPr lang="en-CA" sz="3200" dirty="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1C95101B-1CF0-D4B3-9355-F3DD72481207}"/>
              </a:ext>
            </a:extLst>
          </p:cNvPr>
          <p:cNvSpPr>
            <a:spLocks noGrp="1"/>
          </p:cNvSpPr>
          <p:nvPr>
            <p:ph type="sldNum" sz="quarter" idx="13"/>
          </p:nvPr>
        </p:nvSpPr>
        <p:spPr/>
        <p:txBody>
          <a:bodyPr/>
          <a:lstStyle/>
          <a:p>
            <a:fld id="{C3C3236D-FB65-584A-8227-5A449D06E62A}" type="slidenum">
              <a:rPr lang="en-US" smtClean="0"/>
              <a:pPr/>
              <a:t>11</a:t>
            </a:fld>
            <a:endParaRPr lang="en-US"/>
          </a:p>
        </p:txBody>
      </p:sp>
      <p:sp>
        <p:nvSpPr>
          <p:cNvPr id="6" name="Footer Placeholder 5">
            <a:extLst>
              <a:ext uri="{FF2B5EF4-FFF2-40B4-BE49-F238E27FC236}">
                <a16:creationId xmlns:a16="http://schemas.microsoft.com/office/drawing/2014/main" id="{D73DD0FD-3756-060C-2645-DF69D7322502}"/>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8D7D5AA3-39B7-27EE-9AA2-9E249083956E}"/>
              </a:ext>
            </a:extLst>
          </p:cNvPr>
          <p:cNvSpPr/>
          <p:nvPr/>
        </p:nvSpPr>
        <p:spPr>
          <a:xfrm>
            <a:off x="273406" y="1543507"/>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text">
            <a:extLst>
              <a:ext uri="{FF2B5EF4-FFF2-40B4-BE49-F238E27FC236}">
                <a16:creationId xmlns:a16="http://schemas.microsoft.com/office/drawing/2014/main" id="{D62E6DC6-18FA-7AEF-08AB-1AD3F702DE66}"/>
              </a:ext>
            </a:extLst>
          </p:cNvPr>
          <p:cNvSpPr txBox="1"/>
          <p:nvPr/>
        </p:nvSpPr>
        <p:spPr>
          <a:xfrm>
            <a:off x="419710" y="1689811"/>
            <a:ext cx="5331866" cy="1908353"/>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Choose repetitive work that moves information between systems.</a:t>
            </a:r>
            <a:endParaRPr lang="en-CA">
              <a:solidFill>
                <a:srgbClr val="000000"/>
              </a:solidFill>
              <a:latin typeface="Fira Sans" panose="020B0503050000020004" pitchFamily="34" charset="0"/>
            </a:endParaRPr>
          </a:p>
        </p:txBody>
      </p:sp>
      <p:sp>
        <p:nvSpPr>
          <p:cNvPr id="9" name="Rectangle 8">
            <a:extLst>
              <a:ext uri="{FF2B5EF4-FFF2-40B4-BE49-F238E27FC236}">
                <a16:creationId xmlns:a16="http://schemas.microsoft.com/office/drawing/2014/main" id="{AC897502-6C0C-8DB9-7978-098575181592}"/>
              </a:ext>
            </a:extLst>
          </p:cNvPr>
          <p:cNvSpPr/>
          <p:nvPr/>
        </p:nvSpPr>
        <p:spPr>
          <a:xfrm>
            <a:off x="273406" y="4000500"/>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0" name="Card text">
            <a:extLst>
              <a:ext uri="{FF2B5EF4-FFF2-40B4-BE49-F238E27FC236}">
                <a16:creationId xmlns:a16="http://schemas.microsoft.com/office/drawing/2014/main" id="{CCAEF3EA-710D-7C6B-ACC4-A6DCF3C33DAE}"/>
              </a:ext>
            </a:extLst>
          </p:cNvPr>
          <p:cNvSpPr txBox="1"/>
          <p:nvPr/>
        </p:nvSpPr>
        <p:spPr>
          <a:xfrm>
            <a:off x="419710" y="4146804"/>
            <a:ext cx="5331866" cy="1908353"/>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Use AI coding tools to help build the application.</a:t>
            </a:r>
            <a:endParaRPr lang="en-CA">
              <a:solidFill>
                <a:srgbClr val="000000"/>
              </a:solidFill>
              <a:latin typeface="Fira Sans" panose="020B0503050000020004" pitchFamily="34" charset="0"/>
            </a:endParaRPr>
          </a:p>
        </p:txBody>
      </p:sp>
      <p:sp>
        <p:nvSpPr>
          <p:cNvPr id="11" name="Rectangle 10">
            <a:extLst>
              <a:ext uri="{FF2B5EF4-FFF2-40B4-BE49-F238E27FC236}">
                <a16:creationId xmlns:a16="http://schemas.microsoft.com/office/drawing/2014/main" id="{3A176392-D467-AE72-7596-7D828AF62883}"/>
              </a:ext>
            </a:extLst>
          </p:cNvPr>
          <p:cNvSpPr/>
          <p:nvPr/>
        </p:nvSpPr>
        <p:spPr>
          <a:xfrm>
            <a:off x="6292901" y="1543507"/>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2" name="Card text">
            <a:extLst>
              <a:ext uri="{FF2B5EF4-FFF2-40B4-BE49-F238E27FC236}">
                <a16:creationId xmlns:a16="http://schemas.microsoft.com/office/drawing/2014/main" id="{E2AD6C19-0CED-A605-B60F-2E29E1EE68E9}"/>
              </a:ext>
            </a:extLst>
          </p:cNvPr>
          <p:cNvSpPr txBox="1"/>
          <p:nvPr/>
        </p:nvSpPr>
        <p:spPr>
          <a:xfrm>
            <a:off x="6439205" y="1689811"/>
            <a:ext cx="5201107" cy="1908353"/>
          </a:xfrm>
          <a:prstGeom prst="rect">
            <a:avLst/>
          </a:prstGeom>
          <a:noFill/>
        </p:spPr>
        <p:txBody>
          <a:bodyPr vert="horz" lIns="0" tIns="0" rIns="0" bIns="0" rtlCol="0" anchor="t">
            <a:noAutofit/>
          </a:bodyPr>
          <a:lstStyle/>
          <a:p>
            <a:pPr>
              <a:spcAft>
                <a:spcPts val="700"/>
              </a:spcAft>
            </a:pPr>
            <a:r>
              <a:rPr lang="en-US" dirty="0">
                <a:solidFill>
                  <a:srgbClr val="000000"/>
                </a:solidFill>
                <a:latin typeface="Fira Sans" panose="020B0503050000020004" pitchFamily="34" charset="0"/>
              </a:rPr>
              <a:t>Use the APIs to understand and act on the data</a:t>
            </a:r>
            <a:endParaRPr lang="en-CA" dirty="0">
              <a:solidFill>
                <a:srgbClr val="000000"/>
              </a:solidFill>
              <a:latin typeface="Fira Sans" panose="020B0503050000020004" pitchFamily="34" charset="0"/>
            </a:endParaRPr>
          </a:p>
        </p:txBody>
      </p:sp>
      <p:sp>
        <p:nvSpPr>
          <p:cNvPr id="13" name="Rectangle 12">
            <a:extLst>
              <a:ext uri="{FF2B5EF4-FFF2-40B4-BE49-F238E27FC236}">
                <a16:creationId xmlns:a16="http://schemas.microsoft.com/office/drawing/2014/main" id="{67E268BD-B927-BC2C-1E06-096D884AE000}"/>
              </a:ext>
            </a:extLst>
          </p:cNvPr>
          <p:cNvSpPr/>
          <p:nvPr/>
        </p:nvSpPr>
        <p:spPr>
          <a:xfrm>
            <a:off x="6292901" y="4000500"/>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text">
            <a:extLst>
              <a:ext uri="{FF2B5EF4-FFF2-40B4-BE49-F238E27FC236}">
                <a16:creationId xmlns:a16="http://schemas.microsoft.com/office/drawing/2014/main" id="{451D01FB-FA9F-8A81-9114-0D6C64C93CBA}"/>
              </a:ext>
            </a:extLst>
          </p:cNvPr>
          <p:cNvSpPr txBox="1"/>
          <p:nvPr/>
        </p:nvSpPr>
        <p:spPr>
          <a:xfrm>
            <a:off x="6439205" y="4146804"/>
            <a:ext cx="5201107" cy="1908353"/>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Keep testing, review and approval with the firm.</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96390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711D6A-FC88-C717-0F9E-B4F0293F2D71}"/>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Choose capabilities around the business task</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00AC5672-F023-4A7F-F525-8BA2F6B4B511}"/>
              </a:ext>
            </a:extLst>
          </p:cNvPr>
          <p:cNvSpPr>
            <a:spLocks noGrp="1"/>
          </p:cNvSpPr>
          <p:nvPr>
            <p:ph type="sldNum" sz="quarter" idx="13"/>
          </p:nvPr>
        </p:nvSpPr>
        <p:spPr/>
        <p:txBody>
          <a:bodyPr/>
          <a:lstStyle/>
          <a:p>
            <a:fld id="{C3C3236D-FB65-584A-8227-5A449D06E62A}" type="slidenum">
              <a:rPr lang="en-US" smtClean="0"/>
              <a:pPr/>
              <a:t>12</a:t>
            </a:fld>
            <a:endParaRPr lang="en-US"/>
          </a:p>
        </p:txBody>
      </p:sp>
      <p:sp>
        <p:nvSpPr>
          <p:cNvPr id="6" name="Footer Placeholder 5">
            <a:extLst>
              <a:ext uri="{FF2B5EF4-FFF2-40B4-BE49-F238E27FC236}">
                <a16:creationId xmlns:a16="http://schemas.microsoft.com/office/drawing/2014/main" id="{8C309984-A80C-0F3D-334D-2C9ADA420C2B}"/>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83AE0DE4-0CB2-94AB-9A00-F5106406D072}"/>
              </a:ext>
            </a:extLst>
          </p:cNvPr>
          <p:cNvSpPr/>
          <p:nvPr/>
        </p:nvSpPr>
        <p:spPr>
          <a:xfrm>
            <a:off x="273406" y="1543507"/>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2AE95045-02E8-E7BA-228B-41155D19EF93}"/>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Clients and firm structure</a:t>
            </a:r>
          </a:p>
        </p:txBody>
      </p:sp>
      <p:sp>
        <p:nvSpPr>
          <p:cNvPr id="9" name="Card body">
            <a:extLst>
              <a:ext uri="{FF2B5EF4-FFF2-40B4-BE49-F238E27FC236}">
                <a16:creationId xmlns:a16="http://schemas.microsoft.com/office/drawing/2014/main" id="{760E445F-2F30-6397-8472-478E3E5CFF42}"/>
              </a:ext>
            </a:extLst>
          </p:cNvPr>
          <p:cNvSpPr txBox="1"/>
          <p:nvPr/>
        </p:nvSpPr>
        <p:spPr>
          <a:xfrm>
            <a:off x="419710" y="2278075"/>
            <a:ext cx="5331866"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Client, staff and firm information.</a:t>
            </a:r>
            <a:endParaRPr lang="en-CA" sz="2200">
              <a:solidFill>
                <a:srgbClr val="000000"/>
              </a:solidFill>
              <a:latin typeface="Fira Sans" panose="020B0503050000020004" pitchFamily="34" charset="0"/>
            </a:endParaRPr>
          </a:p>
        </p:txBody>
      </p:sp>
      <p:sp>
        <p:nvSpPr>
          <p:cNvPr id="10" name="Rectangle 9">
            <a:extLst>
              <a:ext uri="{FF2B5EF4-FFF2-40B4-BE49-F238E27FC236}">
                <a16:creationId xmlns:a16="http://schemas.microsoft.com/office/drawing/2014/main" id="{37023E6F-4F1A-7500-3A10-96C9DA3873EB}"/>
              </a:ext>
            </a:extLst>
          </p:cNvPr>
          <p:cNvSpPr/>
          <p:nvPr/>
        </p:nvSpPr>
        <p:spPr>
          <a:xfrm>
            <a:off x="273406" y="4000500"/>
            <a:ext cx="562447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2F6F24E4-3C90-FA7F-006E-BC8A3BD92A8F}"/>
              </a:ext>
            </a:extLst>
          </p:cNvPr>
          <p:cNvSpPr txBox="1"/>
          <p:nvPr/>
        </p:nvSpPr>
        <p:spPr>
          <a:xfrm>
            <a:off x="419710" y="414680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Advanced tax</a:t>
            </a:r>
          </a:p>
        </p:txBody>
      </p:sp>
      <p:sp>
        <p:nvSpPr>
          <p:cNvPr id="12" name="Card body">
            <a:extLst>
              <a:ext uri="{FF2B5EF4-FFF2-40B4-BE49-F238E27FC236}">
                <a16:creationId xmlns:a16="http://schemas.microsoft.com/office/drawing/2014/main" id="{27FA3415-412F-480A-6BF4-5FF53A5C95AD}"/>
              </a:ext>
            </a:extLst>
          </p:cNvPr>
          <p:cNvSpPr txBox="1"/>
          <p:nvPr/>
        </p:nvSpPr>
        <p:spPr>
          <a:xfrm>
            <a:off x="419710" y="4735068"/>
            <a:ext cx="5331866"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E-file status, data transfer, printing and roll-forward.</a:t>
            </a:r>
            <a:endParaRPr lang="en-CA" sz="2200">
              <a:solidFill>
                <a:srgbClr val="000000"/>
              </a:solidFill>
              <a:latin typeface="Fira Sans" panose="020B0503050000020004" pitchFamily="34" charset="0"/>
            </a:endParaRPr>
          </a:p>
        </p:txBody>
      </p:sp>
      <p:sp>
        <p:nvSpPr>
          <p:cNvPr id="13" name="Rectangle 12">
            <a:extLst>
              <a:ext uri="{FF2B5EF4-FFF2-40B4-BE49-F238E27FC236}">
                <a16:creationId xmlns:a16="http://schemas.microsoft.com/office/drawing/2014/main" id="{2234267C-FAEB-27AD-E4EF-BC17B4DCA362}"/>
              </a:ext>
            </a:extLst>
          </p:cNvPr>
          <p:cNvSpPr/>
          <p:nvPr/>
        </p:nvSpPr>
        <p:spPr>
          <a:xfrm>
            <a:off x="6292901" y="1543507"/>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E02D5018-9687-38D7-069C-F9938FC53FF0}"/>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Tax returns</a:t>
            </a:r>
          </a:p>
        </p:txBody>
      </p:sp>
      <p:sp>
        <p:nvSpPr>
          <p:cNvPr id="15" name="Card body">
            <a:extLst>
              <a:ext uri="{FF2B5EF4-FFF2-40B4-BE49-F238E27FC236}">
                <a16:creationId xmlns:a16="http://schemas.microsoft.com/office/drawing/2014/main" id="{03F2731F-2B2A-4936-6A63-4984090EDF34}"/>
              </a:ext>
            </a:extLst>
          </p:cNvPr>
          <p:cNvSpPr txBox="1"/>
          <p:nvPr/>
        </p:nvSpPr>
        <p:spPr>
          <a:xfrm>
            <a:off x="6439205" y="2278075"/>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Find returns, inspect status and review history.</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F1AA7660-20F9-8ABF-3ED3-410165FA3283}"/>
              </a:ext>
            </a:extLst>
          </p:cNvPr>
          <p:cNvSpPr/>
          <p:nvPr/>
        </p:nvSpPr>
        <p:spPr>
          <a:xfrm>
            <a:off x="6292901" y="4000500"/>
            <a:ext cx="5493714" cy="220096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D2E552D9-9474-D9F8-B281-DC6C5AF80CE4}"/>
              </a:ext>
            </a:extLst>
          </p:cNvPr>
          <p:cNvSpPr txBox="1"/>
          <p:nvPr/>
        </p:nvSpPr>
        <p:spPr>
          <a:xfrm>
            <a:off x="6439205" y="414680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Other firm workflows</a:t>
            </a:r>
          </a:p>
        </p:txBody>
      </p:sp>
      <p:sp>
        <p:nvSpPr>
          <p:cNvPr id="18" name="Card body">
            <a:extLst>
              <a:ext uri="{FF2B5EF4-FFF2-40B4-BE49-F238E27FC236}">
                <a16:creationId xmlns:a16="http://schemas.microsoft.com/office/drawing/2014/main" id="{0904B424-D694-8077-7D69-6F354EDB9AE0}"/>
              </a:ext>
            </a:extLst>
          </p:cNvPr>
          <p:cNvSpPr txBox="1"/>
          <p:nvPr/>
        </p:nvSpPr>
        <p:spPr>
          <a:xfrm>
            <a:off x="6439205" y="4735068"/>
            <a:ext cx="5201107" cy="132008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Engagement, practice, documents, workstream and iQ.</a:t>
            </a:r>
            <a:endParaRPr lang="en-CA" sz="22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1753745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EFAFF-75E5-B71B-83C3-200888D4021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D43E2C10-A0F1-842F-D215-9C193DD58263}"/>
              </a:ext>
            </a:extLst>
          </p:cNvPr>
          <p:cNvSpPr>
            <a:spLocks noGrp="1"/>
          </p:cNvSpPr>
          <p:nvPr>
            <p:ph type="sldNum" sz="quarter" idx="13"/>
          </p:nvPr>
        </p:nvSpPr>
        <p:spPr/>
        <p:txBody>
          <a:bodyPr/>
          <a:lstStyle/>
          <a:p>
            <a:fld id="{C3C3236D-FB65-584A-8227-5A449D06E62A}" type="slidenum">
              <a:rPr lang="en-US" smtClean="0"/>
              <a:pPr/>
              <a:t>13</a:t>
            </a:fld>
            <a:endParaRPr lang="en-US"/>
          </a:p>
        </p:txBody>
      </p:sp>
      <p:sp>
        <p:nvSpPr>
          <p:cNvPr id="6" name="Footer Placeholder 5">
            <a:extLst>
              <a:ext uri="{FF2B5EF4-FFF2-40B4-BE49-F238E27FC236}">
                <a16:creationId xmlns:a16="http://schemas.microsoft.com/office/drawing/2014/main" id="{2554BBD1-D556-F67C-4BBA-2A7573DB7097}"/>
              </a:ext>
            </a:extLst>
          </p:cNvPr>
          <p:cNvSpPr>
            <a:spLocks noGrp="1"/>
          </p:cNvSpPr>
          <p:nvPr>
            <p:ph type="ftr" sz="quarter" idx="18"/>
          </p:nvPr>
        </p:nvSpPr>
        <p:spPr/>
        <p:txBody>
          <a:bodyPr/>
          <a:lstStyle/>
          <a:p>
            <a:r>
              <a:rPr lang="en-US"/>
              <a:t>#CCHConnections</a:t>
            </a:r>
            <a:endParaRPr lang="en-US" dirty="0"/>
          </a:p>
        </p:txBody>
      </p:sp>
      <p:sp>
        <p:nvSpPr>
          <p:cNvPr id="15" name="Title 1">
            <a:extLst>
              <a:ext uri="{FF2B5EF4-FFF2-40B4-BE49-F238E27FC236}">
                <a16:creationId xmlns:a16="http://schemas.microsoft.com/office/drawing/2014/main" id="{C8881F06-3ABC-AEBB-B72E-AF3074B29542}"/>
              </a:ext>
            </a:extLst>
          </p:cNvPr>
          <p:cNvSpPr>
            <a:spLocks noGrp="1"/>
          </p:cNvSpPr>
          <p:nvPr>
            <p:ph type="title"/>
          </p:nvPr>
        </p:nvSpPr>
        <p:spPr>
          <a:xfrm>
            <a:off x="457200" y="365760"/>
            <a:ext cx="11247120" cy="822960"/>
          </a:xfrm>
        </p:spPr>
        <p:txBody>
          <a:bodyPr>
            <a:normAutofit fontScale="90000"/>
          </a:bodyPr>
          <a:lstStyle/>
          <a:p>
            <a:r>
              <a:rPr lang="en-US" sz="3400" dirty="0"/>
              <a:t>Excel-based workflows are a good place to optimize with AI</a:t>
            </a:r>
            <a:endParaRPr lang="en-CA" sz="3400" dirty="0"/>
          </a:p>
        </p:txBody>
      </p:sp>
      <p:sp>
        <p:nvSpPr>
          <p:cNvPr id="16" name="Lead">
            <a:extLst>
              <a:ext uri="{FF2B5EF4-FFF2-40B4-BE49-F238E27FC236}">
                <a16:creationId xmlns:a16="http://schemas.microsoft.com/office/drawing/2014/main" id="{CE8DBDFF-7620-2B63-212C-698F6F0431AF}"/>
              </a:ext>
            </a:extLst>
          </p:cNvPr>
          <p:cNvSpPr txBox="1"/>
          <p:nvPr/>
        </p:nvSpPr>
        <p:spPr>
          <a:xfrm>
            <a:off x="457200" y="1301895"/>
            <a:ext cx="11247120" cy="457200"/>
          </a:xfrm>
          <a:prstGeom prst="rect">
            <a:avLst/>
          </a:prstGeom>
          <a:noFill/>
        </p:spPr>
        <p:txBody>
          <a:bodyPr vert="horz" wrap="square" rtlCol="0">
            <a:noAutofit/>
          </a:bodyPr>
          <a:lstStyle/>
          <a:p>
            <a:pPr>
              <a:spcAft>
                <a:spcPts val="600"/>
              </a:spcAft>
            </a:pPr>
            <a:r>
              <a:rPr lang="en-US" sz="2000" i="1" dirty="0">
                <a:solidFill>
                  <a:srgbClr val="000000"/>
                </a:solidFill>
              </a:rPr>
              <a:t>If someone in your firm updates a spreadsheet by hand every week, that is your first candidate.</a:t>
            </a:r>
            <a:endParaRPr lang="en-CA" sz="2000" i="1" dirty="0">
              <a:solidFill>
                <a:srgbClr val="000000"/>
              </a:solidFill>
            </a:endParaRPr>
          </a:p>
        </p:txBody>
      </p:sp>
      <p:sp>
        <p:nvSpPr>
          <p:cNvPr id="17" name="1. Your spreadsheet">
            <a:extLst>
              <a:ext uri="{FF2B5EF4-FFF2-40B4-BE49-F238E27FC236}">
                <a16:creationId xmlns:a16="http://schemas.microsoft.com/office/drawing/2014/main" id="{AD1DDA41-6E22-3E06-9FC3-1CCFA3F79554}"/>
              </a:ext>
            </a:extLst>
          </p:cNvPr>
          <p:cNvSpPr/>
          <p:nvPr/>
        </p:nvSpPr>
        <p:spPr>
          <a:xfrm>
            <a:off x="457200" y="1965960"/>
            <a:ext cx="2514600"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a:solidFill>
                  <a:srgbClr val="000000"/>
                </a:solidFill>
              </a:rPr>
              <a:t>1. Your spreadsheet</a:t>
            </a:r>
          </a:p>
          <a:p>
            <a:r>
              <a:rPr lang="en-US" sz="1500">
                <a:solidFill>
                  <a:srgbClr val="000000"/>
                </a:solidFill>
              </a:rPr>
              <a:t>The workbook someone updates by hand: staff lists, client contacts, return status.</a:t>
            </a:r>
            <a:endParaRPr lang="en-CA" sz="1500">
              <a:solidFill>
                <a:srgbClr val="000000"/>
              </a:solidFill>
            </a:endParaRPr>
          </a:p>
        </p:txBody>
      </p:sp>
      <p:cxnSp>
        <p:nvCxnSpPr>
          <p:cNvPr id="18" name="Straight Connector 17">
            <a:extLst>
              <a:ext uri="{FF2B5EF4-FFF2-40B4-BE49-F238E27FC236}">
                <a16:creationId xmlns:a16="http://schemas.microsoft.com/office/drawing/2014/main" id="{1B167288-6754-F827-8E90-0EE8403EB07B}"/>
              </a:ext>
            </a:extLst>
          </p:cNvPr>
          <p:cNvCxnSpPr/>
          <p:nvPr/>
        </p:nvCxnSpPr>
        <p:spPr>
          <a:xfrm>
            <a:off x="2999232" y="30358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19" name="2. CCH Axcess APIs">
            <a:extLst>
              <a:ext uri="{FF2B5EF4-FFF2-40B4-BE49-F238E27FC236}">
                <a16:creationId xmlns:a16="http://schemas.microsoft.com/office/drawing/2014/main" id="{8D3B1D06-163E-EDE4-69E4-3103767CC708}"/>
              </a:ext>
            </a:extLst>
          </p:cNvPr>
          <p:cNvSpPr/>
          <p:nvPr/>
        </p:nvSpPr>
        <p:spPr>
          <a:xfrm>
            <a:off x="3364992" y="1965960"/>
            <a:ext cx="2514600"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a:solidFill>
                  <a:srgbClr val="000000"/>
                </a:solidFill>
              </a:rPr>
              <a:t>2. CCH Axcess APIs</a:t>
            </a:r>
          </a:p>
          <a:p>
            <a:r>
              <a:rPr lang="en-US" sz="1500">
                <a:solidFill>
                  <a:srgbClr val="000000"/>
                </a:solidFill>
              </a:rPr>
              <a:t>Read and update the same records the spreadsheet copies.</a:t>
            </a:r>
            <a:endParaRPr lang="en-CA" sz="1500">
              <a:solidFill>
                <a:srgbClr val="000000"/>
              </a:solidFill>
            </a:endParaRPr>
          </a:p>
        </p:txBody>
      </p:sp>
      <p:cxnSp>
        <p:nvCxnSpPr>
          <p:cNvPr id="20" name="Straight Connector 19">
            <a:extLst>
              <a:ext uri="{FF2B5EF4-FFF2-40B4-BE49-F238E27FC236}">
                <a16:creationId xmlns:a16="http://schemas.microsoft.com/office/drawing/2014/main" id="{6BE4AA4E-EFEC-667E-6B65-4759E2EFF960}"/>
              </a:ext>
            </a:extLst>
          </p:cNvPr>
          <p:cNvCxnSpPr/>
          <p:nvPr/>
        </p:nvCxnSpPr>
        <p:spPr>
          <a:xfrm>
            <a:off x="5907024" y="30358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21" name="3. AI builds the bridge">
            <a:extLst>
              <a:ext uri="{FF2B5EF4-FFF2-40B4-BE49-F238E27FC236}">
                <a16:creationId xmlns:a16="http://schemas.microsoft.com/office/drawing/2014/main" id="{4FDFBDFC-DD67-8C33-0BCC-3CFF2DED5101}"/>
              </a:ext>
            </a:extLst>
          </p:cNvPr>
          <p:cNvSpPr/>
          <p:nvPr/>
        </p:nvSpPr>
        <p:spPr>
          <a:xfrm>
            <a:off x="6272784" y="1965960"/>
            <a:ext cx="2514601"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a:solidFill>
                  <a:srgbClr val="000000"/>
                </a:solidFill>
              </a:rPr>
              <a:t>3. AI builds the bridge</a:t>
            </a:r>
          </a:p>
          <a:p>
            <a:r>
              <a:rPr lang="en-US" sz="1500">
                <a:solidFill>
                  <a:srgbClr val="000000"/>
                </a:solidFill>
              </a:rPr>
              <a:t>Describe the task; GitHub Copilot writes the code that compares, fills or updates.</a:t>
            </a:r>
            <a:endParaRPr lang="en-CA" sz="1500">
              <a:solidFill>
                <a:srgbClr val="000000"/>
              </a:solidFill>
            </a:endParaRPr>
          </a:p>
        </p:txBody>
      </p:sp>
      <p:cxnSp>
        <p:nvCxnSpPr>
          <p:cNvPr id="22" name="Straight Connector 21">
            <a:extLst>
              <a:ext uri="{FF2B5EF4-FFF2-40B4-BE49-F238E27FC236}">
                <a16:creationId xmlns:a16="http://schemas.microsoft.com/office/drawing/2014/main" id="{7185D193-29E5-BF09-F170-319A1A024208}"/>
              </a:ext>
            </a:extLst>
          </p:cNvPr>
          <p:cNvCxnSpPr/>
          <p:nvPr/>
        </p:nvCxnSpPr>
        <p:spPr>
          <a:xfrm>
            <a:off x="8814816" y="3035808"/>
            <a:ext cx="338328" cy="0"/>
          </a:xfrm>
          <a:prstGeom prst="line">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sp>
        <p:nvSpPr>
          <p:cNvPr id="23" name="4. Review in Excel">
            <a:extLst>
              <a:ext uri="{FF2B5EF4-FFF2-40B4-BE49-F238E27FC236}">
                <a16:creationId xmlns:a16="http://schemas.microsoft.com/office/drawing/2014/main" id="{76231322-A1F9-8AB8-6F6F-E2FA3DAB4233}"/>
              </a:ext>
            </a:extLst>
          </p:cNvPr>
          <p:cNvSpPr/>
          <p:nvPr/>
        </p:nvSpPr>
        <p:spPr>
          <a:xfrm>
            <a:off x="9180576" y="1965960"/>
            <a:ext cx="2514600" cy="2148840"/>
          </a:xfrm>
          <a:prstGeom prst="rect">
            <a:avLst/>
          </a:prstGeom>
          <a:noFill/>
          <a:ln w="12700" cap="flat" cmpd="sng" algn="ctr">
            <a:solidFill>
              <a:srgbClr val="00000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lIns="101600" tIns="101600" rIns="101600" rtlCol="0" anchor="t"/>
          <a:lstStyle/>
          <a:p>
            <a:pPr>
              <a:spcAft>
                <a:spcPts val="800"/>
              </a:spcAft>
            </a:pPr>
            <a:r>
              <a:rPr lang="en-US" b="1" dirty="0">
                <a:solidFill>
                  <a:srgbClr val="000000"/>
                </a:solidFill>
              </a:rPr>
              <a:t>4. Review</a:t>
            </a:r>
          </a:p>
          <a:p>
            <a:r>
              <a:rPr lang="en-US" sz="1500" dirty="0">
                <a:solidFill>
                  <a:srgbClr val="000000"/>
                </a:solidFill>
              </a:rPr>
              <a:t>Differences and proposed changes land in a sheet you check before anything is applied.</a:t>
            </a:r>
            <a:endParaRPr lang="en-CA" sz="1500" dirty="0">
              <a:solidFill>
                <a:srgbClr val="000000"/>
              </a:solidFill>
            </a:endParaRPr>
          </a:p>
        </p:txBody>
      </p:sp>
      <p:sp>
        <p:nvSpPr>
          <p:cNvPr id="24" name="Examples">
            <a:extLst>
              <a:ext uri="{FF2B5EF4-FFF2-40B4-BE49-F238E27FC236}">
                <a16:creationId xmlns:a16="http://schemas.microsoft.com/office/drawing/2014/main" id="{2795A95A-BC8F-94B3-114B-D94DA6BBD19F}"/>
              </a:ext>
            </a:extLst>
          </p:cNvPr>
          <p:cNvSpPr txBox="1"/>
          <p:nvPr/>
        </p:nvSpPr>
        <p:spPr>
          <a:xfrm>
            <a:off x="457200" y="4389120"/>
            <a:ext cx="11247120" cy="1600200"/>
          </a:xfrm>
          <a:prstGeom prst="rect">
            <a:avLst/>
          </a:prstGeom>
          <a:noFill/>
        </p:spPr>
        <p:txBody>
          <a:bodyPr vert="horz" wrap="square" rtlCol="0">
            <a:noAutofit/>
          </a:bodyPr>
          <a:lstStyle/>
          <a:p>
            <a:pPr marL="203200" indent="-203200">
              <a:spcAft>
                <a:spcPts val="600"/>
              </a:spcAft>
            </a:pPr>
            <a:r>
              <a:rPr lang="en-US" sz="1400" b="1">
                <a:solidFill>
                  <a:srgbClr val="000000"/>
                </a:solidFill>
              </a:rPr>
              <a:t>Examples</a:t>
            </a:r>
          </a:p>
          <a:p>
            <a:pPr marL="342900" indent="-342900">
              <a:spcAft>
                <a:spcPts val="400"/>
              </a:spcAft>
              <a:buFont typeface="+mj-lt"/>
              <a:buChar char="•"/>
            </a:pPr>
            <a:r>
              <a:rPr lang="en-US" sz="1400">
                <a:solidFill>
                  <a:srgbClr val="000000"/>
                </a:solidFill>
              </a:rPr>
              <a:t>Staff list in Excel compared with Axcess staff records: report the differences.</a:t>
            </a:r>
          </a:p>
          <a:p>
            <a:pPr marL="342900" indent="-342900">
              <a:spcAft>
                <a:spcPts val="400"/>
              </a:spcAft>
              <a:buFont typeface="+mj-lt"/>
              <a:buChar char="•"/>
            </a:pPr>
            <a:r>
              <a:rPr lang="en-US" sz="1400">
                <a:solidFill>
                  <a:srgbClr val="000000"/>
                </a:solidFill>
              </a:rPr>
              <a:t>Client search exported to a workbook of contact details (the hands-on lab).</a:t>
            </a:r>
          </a:p>
          <a:p>
            <a:pPr marL="342900" indent="-342900">
              <a:spcAft>
                <a:spcPts val="400"/>
              </a:spcAft>
              <a:buFont typeface="+mj-lt"/>
              <a:buChar char="•"/>
            </a:pPr>
            <a:r>
              <a:rPr lang="en-US" sz="1400">
                <a:solidFill>
                  <a:srgbClr val="000000"/>
                </a:solidFill>
              </a:rPr>
              <a:t>Address spreadsheet previewed, then approved updates applied in the test firm.</a:t>
            </a:r>
          </a:p>
          <a:p>
            <a:pPr marL="342900" indent="-342900">
              <a:spcAft>
                <a:spcPts val="400"/>
              </a:spcAft>
              <a:buFont typeface="+mj-lt"/>
              <a:buChar char="•"/>
            </a:pPr>
            <a:r>
              <a:rPr lang="en-US" sz="1400">
                <a:solidFill>
                  <a:srgbClr val="000000"/>
                </a:solidFill>
              </a:rPr>
              <a:t>K-1 data imported from Excel, an existing Wolters Kluwer API utility.</a:t>
            </a:r>
            <a:endParaRPr lang="en-CA" sz="1400">
              <a:solidFill>
                <a:srgbClr val="000000"/>
              </a:solidFill>
            </a:endParaRPr>
          </a:p>
        </p:txBody>
      </p:sp>
    </p:spTree>
    <p:custDataLst>
      <p:tags r:id="rId1"/>
    </p:custDataLst>
    <p:extLst>
      <p:ext uri="{BB962C8B-B14F-4D97-AF65-F5344CB8AC3E}">
        <p14:creationId xmlns:p14="http://schemas.microsoft.com/office/powerpoint/2010/main" val="712137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08E5AB-6447-E28A-A67D-182BC3D90FA4}"/>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Repeated hand-offs are a useful place to start</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A83E6697-E67D-488B-C60E-A9413E064323}"/>
              </a:ext>
            </a:extLst>
          </p:cNvPr>
          <p:cNvSpPr>
            <a:spLocks noGrp="1"/>
          </p:cNvSpPr>
          <p:nvPr>
            <p:ph type="sldNum" sz="quarter" idx="13"/>
          </p:nvPr>
        </p:nvSpPr>
        <p:spPr/>
        <p:txBody>
          <a:bodyPr/>
          <a:lstStyle/>
          <a:p>
            <a:fld id="{C3C3236D-FB65-584A-8227-5A449D06E62A}" type="slidenum">
              <a:rPr lang="en-US" smtClean="0"/>
              <a:pPr/>
              <a:t>14</a:t>
            </a:fld>
            <a:endParaRPr lang="en-US"/>
          </a:p>
        </p:txBody>
      </p:sp>
      <p:sp>
        <p:nvSpPr>
          <p:cNvPr id="6" name="Footer Placeholder 5">
            <a:extLst>
              <a:ext uri="{FF2B5EF4-FFF2-40B4-BE49-F238E27FC236}">
                <a16:creationId xmlns:a16="http://schemas.microsoft.com/office/drawing/2014/main" id="{367FEFAF-9738-30C8-B849-CB5EB3751330}"/>
              </a:ext>
            </a:extLst>
          </p:cNvPr>
          <p:cNvSpPr>
            <a:spLocks noGrp="1"/>
          </p:cNvSpPr>
          <p:nvPr>
            <p:ph type="ftr" sz="quarter" idx="18"/>
          </p:nvPr>
        </p:nvSpPr>
        <p:spPr/>
        <p:txBody>
          <a:bodyPr/>
          <a:lstStyle/>
          <a:p>
            <a:r>
              <a:rPr lang="en-US"/>
              <a:t>#CCHConnections</a:t>
            </a:r>
            <a:endParaRPr lang="en-US" dirty="0"/>
          </a:p>
        </p:txBody>
      </p:sp>
      <p:sp>
        <p:nvSpPr>
          <p:cNvPr id="7" name="Card heading">
            <a:extLst>
              <a:ext uri="{FF2B5EF4-FFF2-40B4-BE49-F238E27FC236}">
                <a16:creationId xmlns:a16="http://schemas.microsoft.com/office/drawing/2014/main" id="{F9B02DAF-6EFF-6810-3D8D-F80107896226}"/>
              </a:ext>
            </a:extLst>
          </p:cNvPr>
          <p:cNvSpPr txBox="1"/>
          <p:nvPr/>
        </p:nvSpPr>
        <p:spPr>
          <a:xfrm>
            <a:off x="328270" y="1772106"/>
            <a:ext cx="5514746"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Today</a:t>
            </a:r>
          </a:p>
        </p:txBody>
      </p:sp>
      <p:sp>
        <p:nvSpPr>
          <p:cNvPr id="8" name="Card body">
            <a:extLst>
              <a:ext uri="{FF2B5EF4-FFF2-40B4-BE49-F238E27FC236}">
                <a16:creationId xmlns:a16="http://schemas.microsoft.com/office/drawing/2014/main" id="{DA3114A5-6819-E764-83C8-1832C1A0DC58}"/>
              </a:ext>
            </a:extLst>
          </p:cNvPr>
          <p:cNvSpPr txBox="1"/>
          <p:nvPr/>
        </p:nvSpPr>
        <p:spPr>
          <a:xfrm>
            <a:off x="328270" y="2406091"/>
            <a:ext cx="5514746" cy="3511905"/>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A person moves information between CCH Axcess Tax and spreadsheets, CRMs or other tools.</a:t>
            </a:r>
            <a:endParaRPr lang="en-CA">
              <a:solidFill>
                <a:srgbClr val="000000"/>
              </a:solidFill>
              <a:latin typeface="Fira Sans" panose="020B0503050000020004" pitchFamily="34" charset="0"/>
            </a:endParaRPr>
          </a:p>
        </p:txBody>
      </p:sp>
      <p:sp>
        <p:nvSpPr>
          <p:cNvPr id="9" name="Card heading">
            <a:extLst>
              <a:ext uri="{FF2B5EF4-FFF2-40B4-BE49-F238E27FC236}">
                <a16:creationId xmlns:a16="http://schemas.microsoft.com/office/drawing/2014/main" id="{195BC399-14F5-B608-E04E-D204789F65ED}"/>
              </a:ext>
            </a:extLst>
          </p:cNvPr>
          <p:cNvSpPr txBox="1"/>
          <p:nvPr/>
        </p:nvSpPr>
        <p:spPr>
          <a:xfrm>
            <a:off x="6347765" y="1772106"/>
            <a:ext cx="5383987"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A candidate workflow</a:t>
            </a:r>
          </a:p>
        </p:txBody>
      </p:sp>
      <p:sp>
        <p:nvSpPr>
          <p:cNvPr id="10" name="Card body">
            <a:extLst>
              <a:ext uri="{FF2B5EF4-FFF2-40B4-BE49-F238E27FC236}">
                <a16:creationId xmlns:a16="http://schemas.microsoft.com/office/drawing/2014/main" id="{7ED2EADF-2742-6925-459B-DEDCD2963BC4}"/>
              </a:ext>
            </a:extLst>
          </p:cNvPr>
          <p:cNvSpPr txBox="1"/>
          <p:nvPr/>
        </p:nvSpPr>
        <p:spPr>
          <a:xfrm>
            <a:off x="6347765" y="2406091"/>
            <a:ext cx="5383987" cy="3511905"/>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Software gathers the relevant information and presents the result for review.</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5564790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C583B-D479-5787-26F3-7549FAF230AB}"/>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An API lets software request information or an action</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1201D8F3-8C02-E3AC-1679-8C40DF66B522}"/>
              </a:ext>
            </a:extLst>
          </p:cNvPr>
          <p:cNvSpPr>
            <a:spLocks noGrp="1"/>
          </p:cNvSpPr>
          <p:nvPr>
            <p:ph type="sldNum" sz="quarter" idx="13"/>
          </p:nvPr>
        </p:nvSpPr>
        <p:spPr/>
        <p:txBody>
          <a:bodyPr/>
          <a:lstStyle/>
          <a:p>
            <a:fld id="{C3C3236D-FB65-584A-8227-5A449D06E62A}" type="slidenum">
              <a:rPr lang="en-US" smtClean="0"/>
              <a:pPr/>
              <a:t>15</a:t>
            </a:fld>
            <a:endParaRPr lang="en-US"/>
          </a:p>
        </p:txBody>
      </p:sp>
      <p:sp>
        <p:nvSpPr>
          <p:cNvPr id="5" name="Footer Placeholder 4">
            <a:extLst>
              <a:ext uri="{FF2B5EF4-FFF2-40B4-BE49-F238E27FC236}">
                <a16:creationId xmlns:a16="http://schemas.microsoft.com/office/drawing/2014/main" id="{BAD7AE99-41B9-8E96-26C5-73FB9FE507D1}"/>
              </a:ext>
            </a:extLst>
          </p:cNvPr>
          <p:cNvSpPr>
            <a:spLocks noGrp="1"/>
          </p:cNvSpPr>
          <p:nvPr>
            <p:ph type="ftr" sz="quarter" idx="18"/>
          </p:nvPr>
        </p:nvSpPr>
        <p:spPr/>
        <p:txBody>
          <a:bodyPr/>
          <a:lstStyle/>
          <a:p>
            <a:r>
              <a:rPr lang="en-US"/>
              <a:t>#CCHConnections</a:t>
            </a:r>
            <a:endParaRPr lang="en-US" dirty="0"/>
          </a:p>
        </p:txBody>
      </p:sp>
      <p:sp>
        <p:nvSpPr>
          <p:cNvPr id="6" name="Rectangle 5">
            <a:extLst>
              <a:ext uri="{FF2B5EF4-FFF2-40B4-BE49-F238E27FC236}">
                <a16:creationId xmlns:a16="http://schemas.microsoft.com/office/drawing/2014/main" id="{26F2D087-9A2F-1E32-13D0-3A6A383C4615}"/>
              </a:ext>
            </a:extLst>
          </p:cNvPr>
          <p:cNvSpPr/>
          <p:nvPr/>
        </p:nvSpPr>
        <p:spPr>
          <a:xfrm>
            <a:off x="346558" y="2606040"/>
            <a:ext cx="2649702"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7" name="Flow step">
            <a:extLst>
              <a:ext uri="{FF2B5EF4-FFF2-40B4-BE49-F238E27FC236}">
                <a16:creationId xmlns:a16="http://schemas.microsoft.com/office/drawing/2014/main" id="{32E60CB5-2043-5081-41DD-9E00F1D01351}"/>
              </a:ext>
            </a:extLst>
          </p:cNvPr>
          <p:cNvSpPr txBox="1"/>
          <p:nvPr/>
        </p:nvSpPr>
        <p:spPr>
          <a:xfrm>
            <a:off x="465430"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Sign in</a:t>
            </a:r>
          </a:p>
        </p:txBody>
      </p:sp>
      <p:sp>
        <p:nvSpPr>
          <p:cNvPr id="8" name="Flow explanation">
            <a:extLst>
              <a:ext uri="{FF2B5EF4-FFF2-40B4-BE49-F238E27FC236}">
                <a16:creationId xmlns:a16="http://schemas.microsoft.com/office/drawing/2014/main" id="{51246942-09E0-197F-9494-19D309029BFE}"/>
              </a:ext>
            </a:extLst>
          </p:cNvPr>
          <p:cNvSpPr txBox="1"/>
          <p:nvPr/>
        </p:nvSpPr>
        <p:spPr>
          <a:xfrm>
            <a:off x="465430" y="3502151"/>
            <a:ext cx="2411959"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Establish authorized access.</a:t>
            </a:r>
          </a:p>
        </p:txBody>
      </p:sp>
      <p:cxnSp>
        <p:nvCxnSpPr>
          <p:cNvPr id="9" name="Straight Connector 8">
            <a:extLst>
              <a:ext uri="{FF2B5EF4-FFF2-40B4-BE49-F238E27FC236}">
                <a16:creationId xmlns:a16="http://schemas.microsoft.com/office/drawing/2014/main" id="{16CA0B48-D12C-B8FC-91BE-5041B38BAE65}"/>
              </a:ext>
            </a:extLst>
          </p:cNvPr>
          <p:cNvCxnSpPr/>
          <p:nvPr/>
        </p:nvCxnSpPr>
        <p:spPr>
          <a:xfrm>
            <a:off x="3023692"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D787BE95-5454-8C3E-2BAF-07CF46ABF5D0}"/>
              </a:ext>
            </a:extLst>
          </p:cNvPr>
          <p:cNvSpPr/>
          <p:nvPr/>
        </p:nvSpPr>
        <p:spPr>
          <a:xfrm>
            <a:off x="3252292" y="2606040"/>
            <a:ext cx="2649703"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Flow step">
            <a:extLst>
              <a:ext uri="{FF2B5EF4-FFF2-40B4-BE49-F238E27FC236}">
                <a16:creationId xmlns:a16="http://schemas.microsoft.com/office/drawing/2014/main" id="{7EF91F7D-0245-F4D6-4F7F-7FAF90950196}"/>
              </a:ext>
            </a:extLst>
          </p:cNvPr>
          <p:cNvSpPr txBox="1"/>
          <p:nvPr/>
        </p:nvSpPr>
        <p:spPr>
          <a:xfrm>
            <a:off x="3371164"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Ask</a:t>
            </a:r>
          </a:p>
        </p:txBody>
      </p:sp>
      <p:sp>
        <p:nvSpPr>
          <p:cNvPr id="12" name="Flow explanation">
            <a:extLst>
              <a:ext uri="{FF2B5EF4-FFF2-40B4-BE49-F238E27FC236}">
                <a16:creationId xmlns:a16="http://schemas.microsoft.com/office/drawing/2014/main" id="{EA2DB166-6988-6E18-FCC5-0CCDDE27FFC2}"/>
              </a:ext>
            </a:extLst>
          </p:cNvPr>
          <p:cNvSpPr txBox="1"/>
          <p:nvPr/>
        </p:nvSpPr>
        <p:spPr>
          <a:xfrm>
            <a:off x="3371164" y="3502151"/>
            <a:ext cx="2411959"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Request information or an action.</a:t>
            </a:r>
          </a:p>
        </p:txBody>
      </p:sp>
      <p:cxnSp>
        <p:nvCxnSpPr>
          <p:cNvPr id="13" name="Straight Connector 12">
            <a:extLst>
              <a:ext uri="{FF2B5EF4-FFF2-40B4-BE49-F238E27FC236}">
                <a16:creationId xmlns:a16="http://schemas.microsoft.com/office/drawing/2014/main" id="{DA709DA6-8A6A-A942-C9D4-8264B5983309}"/>
              </a:ext>
            </a:extLst>
          </p:cNvPr>
          <p:cNvCxnSpPr/>
          <p:nvPr/>
        </p:nvCxnSpPr>
        <p:spPr>
          <a:xfrm>
            <a:off x="5929427"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AB62EEFE-A1E2-C1FF-5E09-3EBD43E240E4}"/>
              </a:ext>
            </a:extLst>
          </p:cNvPr>
          <p:cNvSpPr/>
          <p:nvPr/>
        </p:nvSpPr>
        <p:spPr>
          <a:xfrm>
            <a:off x="6158027" y="2606040"/>
            <a:ext cx="2649702"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5" name="Flow step">
            <a:extLst>
              <a:ext uri="{FF2B5EF4-FFF2-40B4-BE49-F238E27FC236}">
                <a16:creationId xmlns:a16="http://schemas.microsoft.com/office/drawing/2014/main" id="{0C9D72AC-DA0A-F0C6-DAAA-0AA54D1E61E1}"/>
              </a:ext>
            </a:extLst>
          </p:cNvPr>
          <p:cNvSpPr txBox="1"/>
          <p:nvPr/>
        </p:nvSpPr>
        <p:spPr>
          <a:xfrm>
            <a:off x="6276899"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Receive</a:t>
            </a:r>
          </a:p>
        </p:txBody>
      </p:sp>
      <p:sp>
        <p:nvSpPr>
          <p:cNvPr id="16" name="Flow explanation">
            <a:extLst>
              <a:ext uri="{FF2B5EF4-FFF2-40B4-BE49-F238E27FC236}">
                <a16:creationId xmlns:a16="http://schemas.microsoft.com/office/drawing/2014/main" id="{BF586A1C-80C6-CB5E-BF14-105A9CD7333F}"/>
              </a:ext>
            </a:extLst>
          </p:cNvPr>
          <p:cNvSpPr txBox="1"/>
          <p:nvPr/>
        </p:nvSpPr>
        <p:spPr>
          <a:xfrm>
            <a:off x="6276899" y="3502151"/>
            <a:ext cx="2411959"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Get structured information.</a:t>
            </a:r>
          </a:p>
        </p:txBody>
      </p:sp>
      <p:cxnSp>
        <p:nvCxnSpPr>
          <p:cNvPr id="17" name="Straight Connector 16">
            <a:extLst>
              <a:ext uri="{FF2B5EF4-FFF2-40B4-BE49-F238E27FC236}">
                <a16:creationId xmlns:a16="http://schemas.microsoft.com/office/drawing/2014/main" id="{D15AE5F9-BAB2-3D9D-8ABE-69AE66D5E3B8}"/>
              </a:ext>
            </a:extLst>
          </p:cNvPr>
          <p:cNvCxnSpPr/>
          <p:nvPr/>
        </p:nvCxnSpPr>
        <p:spPr>
          <a:xfrm>
            <a:off x="8835161"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52CA3E7E-FFA9-55F8-428A-E7B44AE5B7C5}"/>
              </a:ext>
            </a:extLst>
          </p:cNvPr>
          <p:cNvSpPr/>
          <p:nvPr/>
        </p:nvSpPr>
        <p:spPr>
          <a:xfrm>
            <a:off x="9063761" y="2606040"/>
            <a:ext cx="2649703"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9" name="Flow step">
            <a:extLst>
              <a:ext uri="{FF2B5EF4-FFF2-40B4-BE49-F238E27FC236}">
                <a16:creationId xmlns:a16="http://schemas.microsoft.com/office/drawing/2014/main" id="{8F2ADD65-E06E-F8F1-A683-2D64B6AED529}"/>
              </a:ext>
            </a:extLst>
          </p:cNvPr>
          <p:cNvSpPr txBox="1"/>
          <p:nvPr/>
        </p:nvSpPr>
        <p:spPr>
          <a:xfrm>
            <a:off x="9182633"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Use</a:t>
            </a:r>
          </a:p>
        </p:txBody>
      </p:sp>
      <p:sp>
        <p:nvSpPr>
          <p:cNvPr id="20" name="Flow explanation">
            <a:extLst>
              <a:ext uri="{FF2B5EF4-FFF2-40B4-BE49-F238E27FC236}">
                <a16:creationId xmlns:a16="http://schemas.microsoft.com/office/drawing/2014/main" id="{F4CA770D-D9F3-7719-EE49-5DC4DDAEEDAE}"/>
              </a:ext>
            </a:extLst>
          </p:cNvPr>
          <p:cNvSpPr txBox="1"/>
          <p:nvPr/>
        </p:nvSpPr>
        <p:spPr>
          <a:xfrm>
            <a:off x="9182633" y="3502151"/>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Show the result or continue the workflow.</a:t>
            </a:r>
            <a:endParaRPr lang="en-CA" sz="19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7709938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14C3196-B5E6-BF17-39CE-EA56BAEF22C3}"/>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Confirm access and licensing before choosing a workflow</a:t>
            </a:r>
            <a:endParaRPr lang="en-CA" sz="3200">
              <a:solidFill>
                <a:srgbClr val="000000"/>
              </a:solidFill>
              <a:latin typeface="Fira Sans Light" panose="020B0403050000020004" pitchFamily="34" charset="0"/>
            </a:endParaRPr>
          </a:p>
        </p:txBody>
      </p:sp>
      <p:sp>
        <p:nvSpPr>
          <p:cNvPr id="6" name="Slide Number Placeholder 5">
            <a:extLst>
              <a:ext uri="{FF2B5EF4-FFF2-40B4-BE49-F238E27FC236}">
                <a16:creationId xmlns:a16="http://schemas.microsoft.com/office/drawing/2014/main" id="{74DF5735-D610-797B-2B2D-663E56B22C38}"/>
              </a:ext>
            </a:extLst>
          </p:cNvPr>
          <p:cNvSpPr>
            <a:spLocks noGrp="1"/>
          </p:cNvSpPr>
          <p:nvPr>
            <p:ph type="sldNum" sz="quarter" idx="13"/>
          </p:nvPr>
        </p:nvSpPr>
        <p:spPr/>
        <p:txBody>
          <a:bodyPr/>
          <a:lstStyle/>
          <a:p>
            <a:fld id="{C3C3236D-FB65-584A-8227-5A449D06E62A}" type="slidenum">
              <a:rPr lang="en-US" smtClean="0"/>
              <a:pPr/>
              <a:t>16</a:t>
            </a:fld>
            <a:endParaRPr lang="en-US"/>
          </a:p>
        </p:txBody>
      </p:sp>
      <p:sp>
        <p:nvSpPr>
          <p:cNvPr id="7" name="Footer Placeholder 6">
            <a:extLst>
              <a:ext uri="{FF2B5EF4-FFF2-40B4-BE49-F238E27FC236}">
                <a16:creationId xmlns:a16="http://schemas.microsoft.com/office/drawing/2014/main" id="{186D45BC-F7B4-A2F7-58B8-963458697536}"/>
              </a:ext>
            </a:extLst>
          </p:cNvPr>
          <p:cNvSpPr>
            <a:spLocks noGrp="1"/>
          </p:cNvSpPr>
          <p:nvPr>
            <p:ph type="ftr" sz="quarter" idx="18"/>
          </p:nvPr>
        </p:nvSpPr>
        <p:spPr/>
        <p:txBody>
          <a:bodyPr/>
          <a:lstStyle/>
          <a:p>
            <a:r>
              <a:rPr lang="en-US"/>
              <a:t>#CCHConnections</a:t>
            </a:r>
            <a:endParaRPr lang="en-US" dirty="0"/>
          </a:p>
        </p:txBody>
      </p:sp>
      <p:sp>
        <p:nvSpPr>
          <p:cNvPr id="8" name="Card heading">
            <a:extLst>
              <a:ext uri="{FF2B5EF4-FFF2-40B4-BE49-F238E27FC236}">
                <a16:creationId xmlns:a16="http://schemas.microsoft.com/office/drawing/2014/main" id="{0E0738C3-9BA2-D95F-47C1-C10827E1A401}"/>
              </a:ext>
            </a:extLst>
          </p:cNvPr>
          <p:cNvSpPr txBox="1"/>
          <p:nvPr/>
        </p:nvSpPr>
        <p:spPr>
          <a:xfrm>
            <a:off x="335585" y="1572767"/>
            <a:ext cx="3510381"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Core access</a:t>
            </a:r>
          </a:p>
        </p:txBody>
      </p:sp>
      <p:sp>
        <p:nvSpPr>
          <p:cNvPr id="9" name="Card body">
            <a:extLst>
              <a:ext uri="{FF2B5EF4-FFF2-40B4-BE49-F238E27FC236}">
                <a16:creationId xmlns:a16="http://schemas.microsoft.com/office/drawing/2014/main" id="{65F7E859-29DA-0620-CC47-1C17C2B639DF}"/>
              </a:ext>
            </a:extLst>
          </p:cNvPr>
          <p:cNvSpPr txBox="1"/>
          <p:nvPr/>
        </p:nvSpPr>
        <p:spPr>
          <a:xfrm>
            <a:off x="335585" y="2206751"/>
            <a:ext cx="3510381" cy="33262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Nathan to confirm what the firm already has.</a:t>
            </a:r>
            <a:endParaRPr lang="en-CA">
              <a:solidFill>
                <a:srgbClr val="000000"/>
              </a:solidFill>
              <a:latin typeface="Fira Sans" panose="020B0503050000020004" pitchFamily="34" charset="0"/>
            </a:endParaRPr>
          </a:p>
        </p:txBody>
      </p:sp>
      <p:sp>
        <p:nvSpPr>
          <p:cNvPr id="10" name="Card heading">
            <a:extLst>
              <a:ext uri="{FF2B5EF4-FFF2-40B4-BE49-F238E27FC236}">
                <a16:creationId xmlns:a16="http://schemas.microsoft.com/office/drawing/2014/main" id="{B7D1D94F-7274-6D65-AC17-436E7BBD4847}"/>
              </a:ext>
            </a:extLst>
          </p:cNvPr>
          <p:cNvSpPr txBox="1"/>
          <p:nvPr/>
        </p:nvSpPr>
        <p:spPr>
          <a:xfrm>
            <a:off x="4334256" y="1572767"/>
            <a:ext cx="3570732"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Additional capabilities</a:t>
            </a:r>
          </a:p>
        </p:txBody>
      </p:sp>
      <p:sp>
        <p:nvSpPr>
          <p:cNvPr id="11" name="Card body">
            <a:extLst>
              <a:ext uri="{FF2B5EF4-FFF2-40B4-BE49-F238E27FC236}">
                <a16:creationId xmlns:a16="http://schemas.microsoft.com/office/drawing/2014/main" id="{1C20C181-D08A-FEAB-74C3-F895D636BDCF}"/>
              </a:ext>
            </a:extLst>
          </p:cNvPr>
          <p:cNvSpPr txBox="1"/>
          <p:nvPr/>
        </p:nvSpPr>
        <p:spPr>
          <a:xfrm>
            <a:off x="4334256" y="2206751"/>
            <a:ext cx="3570732" cy="33262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Nathan to confirm the required products and licenses.</a:t>
            </a:r>
            <a:endParaRPr lang="en-CA">
              <a:solidFill>
                <a:srgbClr val="000000"/>
              </a:solidFill>
              <a:latin typeface="Fira Sans" panose="020B0503050000020004" pitchFamily="34" charset="0"/>
            </a:endParaRPr>
          </a:p>
        </p:txBody>
      </p:sp>
      <p:sp>
        <p:nvSpPr>
          <p:cNvPr id="12" name="Card heading">
            <a:extLst>
              <a:ext uri="{FF2B5EF4-FFF2-40B4-BE49-F238E27FC236}">
                <a16:creationId xmlns:a16="http://schemas.microsoft.com/office/drawing/2014/main" id="{DC061E21-86E2-34D8-7FD8-F63BF406912C}"/>
              </a:ext>
            </a:extLst>
          </p:cNvPr>
          <p:cNvSpPr txBox="1"/>
          <p:nvPr/>
        </p:nvSpPr>
        <p:spPr>
          <a:xfrm>
            <a:off x="8394192" y="1572767"/>
            <a:ext cx="3351276"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Before the lab</a:t>
            </a:r>
          </a:p>
        </p:txBody>
      </p:sp>
      <p:sp>
        <p:nvSpPr>
          <p:cNvPr id="13" name="Card body">
            <a:extLst>
              <a:ext uri="{FF2B5EF4-FFF2-40B4-BE49-F238E27FC236}">
                <a16:creationId xmlns:a16="http://schemas.microsoft.com/office/drawing/2014/main" id="{4EAA11FC-6A56-70DA-5AB3-F9DDC4308B60}"/>
              </a:ext>
            </a:extLst>
          </p:cNvPr>
          <p:cNvSpPr txBox="1"/>
          <p:nvPr/>
        </p:nvSpPr>
        <p:spPr>
          <a:xfrm>
            <a:off x="8394192" y="2206751"/>
            <a:ext cx="3351276" cy="33262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Confirm the access needed for the selected exercise.</a:t>
            </a:r>
            <a:endParaRPr lang="en-CA">
              <a:solidFill>
                <a:srgbClr val="000000"/>
              </a:solidFill>
              <a:latin typeface="Fira Sans" panose="020B0503050000020004" pitchFamily="34" charset="0"/>
            </a:endParaRPr>
          </a:p>
        </p:txBody>
      </p:sp>
      <p:sp>
        <p:nvSpPr>
          <p:cNvPr id="14" name="Draft Flag">
            <a:extLst>
              <a:ext uri="{FF2B5EF4-FFF2-40B4-BE49-F238E27FC236}">
                <a16:creationId xmlns:a16="http://schemas.microsoft.com/office/drawing/2014/main" id="{101EB1B4-DB9B-FDE2-42CE-DCA5047808CD}"/>
              </a:ext>
            </a:extLst>
          </p:cNvPr>
          <p:cNvSpPr txBox="1"/>
          <p:nvPr/>
        </p:nvSpPr>
        <p:spPr>
          <a:xfrm>
            <a:off x="338328" y="5908853"/>
            <a:ext cx="11503152" cy="274320"/>
          </a:xfrm>
          <a:prstGeom prst="rect">
            <a:avLst/>
          </a:prstGeom>
          <a:noFill/>
        </p:spPr>
        <p:txBody>
          <a:bodyPr vert="horz" lIns="0" tIns="0" rIns="0" bIns="0" rtlCol="0" anchor="t">
            <a:noAutofit/>
          </a:bodyPr>
          <a:lstStyle/>
          <a:p>
            <a:pPr>
              <a:spcAft>
                <a:spcPts val="700"/>
              </a:spcAft>
            </a:pPr>
            <a:r>
              <a:rPr lang="en-US" sz="1300" dirty="0">
                <a:solidFill>
                  <a:srgbClr val="000000"/>
                </a:solidFill>
                <a:latin typeface="Fira Sans" panose="020B0503050000020004" pitchFamily="34" charset="0"/>
              </a:rPr>
              <a:t>Nathan to confirm: packaging, permissions and new availability</a:t>
            </a:r>
            <a:endParaRPr lang="en-CA" sz="1300" dirty="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1748006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7DE83F9-6CDA-215F-1335-F86472334F18}"/>
              </a:ext>
            </a:extLst>
          </p:cNvPr>
          <p:cNvSpPr>
            <a:spLocks noGrp="1"/>
          </p:cNvSpPr>
          <p:nvPr>
            <p:ph type="sldNum" sz="quarter" idx="13"/>
          </p:nvPr>
        </p:nvSpPr>
        <p:spPr/>
        <p:txBody>
          <a:bodyPr/>
          <a:lstStyle/>
          <a:p>
            <a:fld id="{C3C3236D-FB65-584A-8227-5A449D06E62A}" type="slidenum">
              <a:rPr lang="en-US" smtClean="0"/>
              <a:pPr/>
              <a:t>17</a:t>
            </a:fld>
            <a:endParaRPr lang="en-US"/>
          </a:p>
        </p:txBody>
      </p:sp>
      <p:sp>
        <p:nvSpPr>
          <p:cNvPr id="3" name="Footer Placeholder 2">
            <a:extLst>
              <a:ext uri="{FF2B5EF4-FFF2-40B4-BE49-F238E27FC236}">
                <a16:creationId xmlns:a16="http://schemas.microsoft.com/office/drawing/2014/main" id="{0487FEA6-3C8F-E2A2-F0A7-0DA86A8B5038}"/>
              </a:ext>
            </a:extLst>
          </p:cNvPr>
          <p:cNvSpPr>
            <a:spLocks noGrp="1"/>
          </p:cNvSpPr>
          <p:nvPr>
            <p:ph type="ftr" sz="quarter" idx="18"/>
          </p:nvPr>
        </p:nvSpPr>
        <p:spPr/>
        <p:txBody>
          <a:bodyPr/>
          <a:lstStyle/>
          <a:p>
            <a:r>
              <a:rPr lang="en-US"/>
              <a:t>#CCHConnections</a:t>
            </a:r>
            <a:endParaRPr lang="en-US" dirty="0"/>
          </a:p>
        </p:txBody>
      </p:sp>
      <p:sp>
        <p:nvSpPr>
          <p:cNvPr id="4" name="Title 3">
            <a:extLst>
              <a:ext uri="{FF2B5EF4-FFF2-40B4-BE49-F238E27FC236}">
                <a16:creationId xmlns:a16="http://schemas.microsoft.com/office/drawing/2014/main" id="{C0FF2ED9-BC0A-B0A8-6583-5496A1529DFB}"/>
              </a:ext>
            </a:extLst>
          </p:cNvPr>
          <p:cNvSpPr>
            <a:spLocks noGrp="1"/>
          </p:cNvSpPr>
          <p:nvPr>
            <p:ph type="title"/>
          </p:nvPr>
        </p:nvSpPr>
        <p:spPr/>
        <p:txBody>
          <a:bodyPr lIns="91440" tIns="0" rIns="0" bIns="0" anchor="t"/>
          <a:lstStyle/>
          <a:p>
            <a:pPr>
              <a:spcAft>
                <a:spcPts val="700"/>
              </a:spcAft>
            </a:pPr>
            <a:r>
              <a:rPr lang="en-US" sz="3200">
                <a:solidFill>
                  <a:srgbClr val="FFFFFF"/>
                </a:solidFill>
                <a:latin typeface="Fira Sans Light" panose="020B0403050000020004" pitchFamily="34" charset="0"/>
              </a:rPr>
              <a:t>See the workflow before the build</a:t>
            </a:r>
            <a:endParaRPr lang="en-CA" sz="3200">
              <a:solidFill>
                <a:srgbClr val="FFFFFF"/>
              </a:solidFill>
              <a:latin typeface="Fira Sans Light" panose="020B0403050000020004" pitchFamily="34" charset="0"/>
            </a:endParaRPr>
          </a:p>
        </p:txBody>
      </p:sp>
      <p:sp>
        <p:nvSpPr>
          <p:cNvPr id="6" name="List content">
            <a:extLst>
              <a:ext uri="{FF2B5EF4-FFF2-40B4-BE49-F238E27FC236}">
                <a16:creationId xmlns:a16="http://schemas.microsoft.com/office/drawing/2014/main" id="{A14BCAA9-2BB0-7C18-CFEE-E02A5A61733A}"/>
              </a:ext>
            </a:extLst>
          </p:cNvPr>
          <p:cNvSpPr txBox="1"/>
          <p:nvPr/>
        </p:nvSpPr>
        <p:spPr>
          <a:xfrm>
            <a:off x="4289451" y="752551"/>
            <a:ext cx="7430415" cy="4826203"/>
          </a:xfrm>
          <a:prstGeom prst="rect">
            <a:avLst/>
          </a:prstGeom>
          <a:noFill/>
        </p:spPr>
        <p:txBody>
          <a:bodyPr vert="horz" lIns="0" tIns="0" rIns="0" bIns="0" rtlCol="0" anchor="t">
            <a:noAutofit/>
          </a:bodyPr>
          <a:lstStyle/>
          <a:p>
            <a:pPr>
              <a:spcAft>
                <a:spcPts val="1500"/>
              </a:spcAft>
            </a:pPr>
            <a:r>
              <a:rPr lang="en-US" dirty="0">
                <a:solidFill>
                  <a:srgbClr val="FFFFFF"/>
                </a:solidFill>
                <a:latin typeface="Fira Sans" panose="020B0503050000020004" pitchFamily="34" charset="0"/>
              </a:rPr>
              <a:t>Staff synchronization – from Excel to CCH Axcess</a:t>
            </a:r>
          </a:p>
        </p:txBody>
      </p:sp>
    </p:spTree>
    <p:custDataLst>
      <p:tags r:id="rId1"/>
    </p:custDataLst>
    <p:extLst>
      <p:ext uri="{BB962C8B-B14F-4D97-AF65-F5344CB8AC3E}">
        <p14:creationId xmlns:p14="http://schemas.microsoft.com/office/powerpoint/2010/main" val="16707778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C22B0B2-A66D-4DA3-67BE-4B41B5F32851}"/>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Use the starter project as the next step</a:t>
            </a:r>
            <a:endParaRPr lang="en-CA" sz="3200">
              <a:solidFill>
                <a:srgbClr val="000000"/>
              </a:solidFill>
              <a:latin typeface="Fira Sans Light" panose="020B0403050000020004" pitchFamily="34" charset="0"/>
            </a:endParaRPr>
          </a:p>
        </p:txBody>
      </p:sp>
      <p:sp>
        <p:nvSpPr>
          <p:cNvPr id="6" name="Slide Number Placeholder 5">
            <a:extLst>
              <a:ext uri="{FF2B5EF4-FFF2-40B4-BE49-F238E27FC236}">
                <a16:creationId xmlns:a16="http://schemas.microsoft.com/office/drawing/2014/main" id="{869C937A-6B6F-67EC-2211-07D67231AFD5}"/>
              </a:ext>
            </a:extLst>
          </p:cNvPr>
          <p:cNvSpPr>
            <a:spLocks noGrp="1"/>
          </p:cNvSpPr>
          <p:nvPr>
            <p:ph type="sldNum" sz="quarter" idx="13"/>
          </p:nvPr>
        </p:nvSpPr>
        <p:spPr/>
        <p:txBody>
          <a:bodyPr/>
          <a:lstStyle/>
          <a:p>
            <a:fld id="{C3C3236D-FB65-584A-8227-5A449D06E62A}" type="slidenum">
              <a:rPr lang="en-US" smtClean="0"/>
              <a:pPr/>
              <a:t>18</a:t>
            </a:fld>
            <a:endParaRPr lang="en-US"/>
          </a:p>
        </p:txBody>
      </p:sp>
      <p:sp>
        <p:nvSpPr>
          <p:cNvPr id="7" name="Footer Placeholder 6">
            <a:extLst>
              <a:ext uri="{FF2B5EF4-FFF2-40B4-BE49-F238E27FC236}">
                <a16:creationId xmlns:a16="http://schemas.microsoft.com/office/drawing/2014/main" id="{B954AF5F-4548-9DEE-448C-77F63A670F86}"/>
              </a:ext>
            </a:extLst>
          </p:cNvPr>
          <p:cNvSpPr>
            <a:spLocks noGrp="1"/>
          </p:cNvSpPr>
          <p:nvPr>
            <p:ph type="ftr" sz="quarter" idx="18"/>
          </p:nvPr>
        </p:nvSpPr>
        <p:spPr/>
        <p:txBody>
          <a:bodyPr/>
          <a:lstStyle/>
          <a:p>
            <a:r>
              <a:rPr lang="en-US"/>
              <a:t>#CCHConnections</a:t>
            </a:r>
            <a:endParaRPr lang="en-US" dirty="0"/>
          </a:p>
        </p:txBody>
      </p:sp>
      <p:sp>
        <p:nvSpPr>
          <p:cNvPr id="8" name="Card heading">
            <a:extLst>
              <a:ext uri="{FF2B5EF4-FFF2-40B4-BE49-F238E27FC236}">
                <a16:creationId xmlns:a16="http://schemas.microsoft.com/office/drawing/2014/main" id="{4ADDF76F-15E3-34FE-7634-63C4F2B3F715}"/>
              </a:ext>
            </a:extLst>
          </p:cNvPr>
          <p:cNvSpPr txBox="1"/>
          <p:nvPr/>
        </p:nvSpPr>
        <p:spPr>
          <a:xfrm>
            <a:off x="335585" y="1572767"/>
            <a:ext cx="3510381"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Repository</a:t>
            </a:r>
          </a:p>
        </p:txBody>
      </p:sp>
      <p:sp>
        <p:nvSpPr>
          <p:cNvPr id="9" name="Card body">
            <a:extLst>
              <a:ext uri="{FF2B5EF4-FFF2-40B4-BE49-F238E27FC236}">
                <a16:creationId xmlns:a16="http://schemas.microsoft.com/office/drawing/2014/main" id="{8D173EF5-A66C-43D5-CF68-CC6378018DB5}"/>
              </a:ext>
            </a:extLst>
          </p:cNvPr>
          <p:cNvSpPr txBox="1"/>
          <p:nvPr/>
        </p:nvSpPr>
        <p:spPr>
          <a:xfrm>
            <a:off x="335585" y="2206751"/>
            <a:ext cx="3510381" cy="3783482"/>
          </a:xfrm>
          <a:prstGeom prst="rect">
            <a:avLst/>
          </a:prstGeom>
          <a:noFill/>
        </p:spPr>
        <p:txBody>
          <a:bodyPr vert="horz" lIns="0" tIns="0" rIns="0" bIns="0" rtlCol="0" anchor="t">
            <a:noAutofit/>
          </a:bodyPr>
          <a:lstStyle/>
          <a:p>
            <a:pPr>
              <a:spcAft>
                <a:spcPts val="700"/>
              </a:spcAft>
            </a:pPr>
            <a:r>
              <a:rPr lang="en-CA">
                <a:solidFill>
                  <a:srgbClr val="000000"/>
                </a:solidFill>
                <a:latin typeface="Fira Sans" panose="020B0503050000020004" pitchFamily="34" charset="0"/>
              </a:rPr>
              <a:t>nathandyck/wk-tax-api</a:t>
            </a:r>
          </a:p>
        </p:txBody>
      </p:sp>
      <p:sp>
        <p:nvSpPr>
          <p:cNvPr id="10" name="Card heading">
            <a:extLst>
              <a:ext uri="{FF2B5EF4-FFF2-40B4-BE49-F238E27FC236}">
                <a16:creationId xmlns:a16="http://schemas.microsoft.com/office/drawing/2014/main" id="{5AA8BD8C-BEE4-947D-2DD3-AA1158C4D87D}"/>
              </a:ext>
            </a:extLst>
          </p:cNvPr>
          <p:cNvSpPr txBox="1"/>
          <p:nvPr/>
        </p:nvSpPr>
        <p:spPr>
          <a:xfrm>
            <a:off x="4334256" y="1572768"/>
            <a:ext cx="3570732" cy="883920"/>
          </a:xfrm>
          <a:prstGeom prst="rect">
            <a:avLst/>
          </a:prstGeom>
          <a:noFill/>
        </p:spPr>
        <p:txBody>
          <a:bodyPr vert="horz" lIns="0" tIns="0" rIns="0" bIns="0" rtlCol="0" anchor="t">
            <a:noAutofit/>
          </a:bodyPr>
          <a:lstStyle/>
          <a:p>
            <a:pPr>
              <a:spcAft>
                <a:spcPts val="700"/>
              </a:spcAft>
            </a:pPr>
            <a:r>
              <a:rPr lang="en-US" sz="2600" b="1">
                <a:solidFill>
                  <a:srgbClr val="000000"/>
                </a:solidFill>
                <a:latin typeface="Fira Sans" panose="020B0503050000020004" pitchFamily="34" charset="0"/>
              </a:rPr>
              <a:t>Before using your own firm</a:t>
            </a:r>
            <a:endParaRPr lang="en-CA" sz="2600" b="1">
              <a:solidFill>
                <a:srgbClr val="000000"/>
              </a:solidFill>
              <a:latin typeface="Fira Sans" panose="020B0503050000020004" pitchFamily="34" charset="0"/>
            </a:endParaRPr>
          </a:p>
        </p:txBody>
      </p:sp>
      <p:sp>
        <p:nvSpPr>
          <p:cNvPr id="11" name="Card body">
            <a:extLst>
              <a:ext uri="{FF2B5EF4-FFF2-40B4-BE49-F238E27FC236}">
                <a16:creationId xmlns:a16="http://schemas.microsoft.com/office/drawing/2014/main" id="{52589F78-AF8B-0E83-CA08-E65EF1CC59D9}"/>
              </a:ext>
            </a:extLst>
          </p:cNvPr>
          <p:cNvSpPr txBox="1"/>
          <p:nvPr/>
        </p:nvSpPr>
        <p:spPr>
          <a:xfrm>
            <a:off x="4334256" y="2602991"/>
            <a:ext cx="3570732" cy="338724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Confirm licensing, permissions and the review process.</a:t>
            </a:r>
            <a:endParaRPr lang="en-CA">
              <a:solidFill>
                <a:srgbClr val="000000"/>
              </a:solidFill>
              <a:latin typeface="Fira Sans" panose="020B0503050000020004" pitchFamily="34" charset="0"/>
            </a:endParaRPr>
          </a:p>
        </p:txBody>
      </p:sp>
      <p:sp>
        <p:nvSpPr>
          <p:cNvPr id="12" name="Card heading">
            <a:extLst>
              <a:ext uri="{FF2B5EF4-FFF2-40B4-BE49-F238E27FC236}">
                <a16:creationId xmlns:a16="http://schemas.microsoft.com/office/drawing/2014/main" id="{8C62BDC3-D232-9331-62E0-FA149802F183}"/>
              </a:ext>
            </a:extLst>
          </p:cNvPr>
          <p:cNvSpPr txBox="1"/>
          <p:nvPr/>
        </p:nvSpPr>
        <p:spPr>
          <a:xfrm>
            <a:off x="8394192" y="1572767"/>
            <a:ext cx="3351276"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Local settings</a:t>
            </a:r>
          </a:p>
        </p:txBody>
      </p:sp>
      <p:sp>
        <p:nvSpPr>
          <p:cNvPr id="13" name="Card body">
            <a:extLst>
              <a:ext uri="{FF2B5EF4-FFF2-40B4-BE49-F238E27FC236}">
                <a16:creationId xmlns:a16="http://schemas.microsoft.com/office/drawing/2014/main" id="{C8C13C31-47C5-B5E7-BA3B-DD2A646856C0}"/>
              </a:ext>
            </a:extLst>
          </p:cNvPr>
          <p:cNvSpPr txBox="1"/>
          <p:nvPr/>
        </p:nvSpPr>
        <p:spPr>
          <a:xfrm>
            <a:off x="8394192" y="2206751"/>
            <a:ext cx="3351276"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Keep API credentials out of source control.</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5450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3EBCE-5BAB-5E92-CA51-191193B93381}"/>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Make the approval step visible in the demonstration</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BB6BB79F-EC07-2B3E-722F-C007053E1CF3}"/>
              </a:ext>
            </a:extLst>
          </p:cNvPr>
          <p:cNvSpPr>
            <a:spLocks noGrp="1"/>
          </p:cNvSpPr>
          <p:nvPr>
            <p:ph type="sldNum" sz="quarter" idx="13"/>
          </p:nvPr>
        </p:nvSpPr>
        <p:spPr/>
        <p:txBody>
          <a:bodyPr/>
          <a:lstStyle/>
          <a:p>
            <a:fld id="{C3C3236D-FB65-584A-8227-5A449D06E62A}" type="slidenum">
              <a:rPr lang="en-US" smtClean="0"/>
              <a:pPr/>
              <a:t>19</a:t>
            </a:fld>
            <a:endParaRPr lang="en-US"/>
          </a:p>
        </p:txBody>
      </p:sp>
      <p:sp>
        <p:nvSpPr>
          <p:cNvPr id="5" name="Footer Placeholder 4">
            <a:extLst>
              <a:ext uri="{FF2B5EF4-FFF2-40B4-BE49-F238E27FC236}">
                <a16:creationId xmlns:a16="http://schemas.microsoft.com/office/drawing/2014/main" id="{283BF673-AF7C-07BC-C03B-E3617A8EC468}"/>
              </a:ext>
            </a:extLst>
          </p:cNvPr>
          <p:cNvSpPr>
            <a:spLocks noGrp="1"/>
          </p:cNvSpPr>
          <p:nvPr>
            <p:ph type="ftr" sz="quarter" idx="18"/>
          </p:nvPr>
        </p:nvSpPr>
        <p:spPr/>
        <p:txBody>
          <a:bodyPr/>
          <a:lstStyle/>
          <a:p>
            <a:r>
              <a:rPr lang="en-US"/>
              <a:t>#CCHConnections</a:t>
            </a:r>
            <a:endParaRPr lang="en-US" dirty="0"/>
          </a:p>
        </p:txBody>
      </p:sp>
      <p:sp>
        <p:nvSpPr>
          <p:cNvPr id="6" name="Rectangle 5">
            <a:extLst>
              <a:ext uri="{FF2B5EF4-FFF2-40B4-BE49-F238E27FC236}">
                <a16:creationId xmlns:a16="http://schemas.microsoft.com/office/drawing/2014/main" id="{95FEF5D6-4392-CB4E-E7F0-4D9F4E9B6893}"/>
              </a:ext>
            </a:extLst>
          </p:cNvPr>
          <p:cNvSpPr/>
          <p:nvPr/>
        </p:nvSpPr>
        <p:spPr>
          <a:xfrm>
            <a:off x="346558" y="2409444"/>
            <a:ext cx="2068555"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7" name="Flow step">
            <a:extLst>
              <a:ext uri="{FF2B5EF4-FFF2-40B4-BE49-F238E27FC236}">
                <a16:creationId xmlns:a16="http://schemas.microsoft.com/office/drawing/2014/main" id="{C986B68E-DC60-1497-42CB-B3699C7E13C2}"/>
              </a:ext>
            </a:extLst>
          </p:cNvPr>
          <p:cNvSpPr txBox="1"/>
          <p:nvPr/>
        </p:nvSpPr>
        <p:spPr>
          <a:xfrm>
            <a:off x="465430" y="2574035"/>
            <a:ext cx="1830812"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Compare</a:t>
            </a:r>
          </a:p>
        </p:txBody>
      </p:sp>
      <p:sp>
        <p:nvSpPr>
          <p:cNvPr id="8" name="Flow explanation">
            <a:extLst>
              <a:ext uri="{FF2B5EF4-FFF2-40B4-BE49-F238E27FC236}">
                <a16:creationId xmlns:a16="http://schemas.microsoft.com/office/drawing/2014/main" id="{224BE792-E8E5-7B7B-515A-0EA7242A8AEE}"/>
              </a:ext>
            </a:extLst>
          </p:cNvPr>
          <p:cNvSpPr txBox="1"/>
          <p:nvPr/>
        </p:nvSpPr>
        <p:spPr>
          <a:xfrm>
            <a:off x="465430" y="3305555"/>
            <a:ext cx="1830812"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Identify the differences.</a:t>
            </a:r>
          </a:p>
        </p:txBody>
      </p:sp>
      <p:cxnSp>
        <p:nvCxnSpPr>
          <p:cNvPr id="9" name="Straight Connector 8">
            <a:extLst>
              <a:ext uri="{FF2B5EF4-FFF2-40B4-BE49-F238E27FC236}">
                <a16:creationId xmlns:a16="http://schemas.microsoft.com/office/drawing/2014/main" id="{D2DE1099-94F2-EE53-3FBD-6C57481F71B1}"/>
              </a:ext>
            </a:extLst>
          </p:cNvPr>
          <p:cNvCxnSpPr/>
          <p:nvPr/>
        </p:nvCxnSpPr>
        <p:spPr>
          <a:xfrm>
            <a:off x="2442545" y="3575304"/>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E0062CF2-16D7-AAE6-8A16-8818E2E1041D}"/>
              </a:ext>
            </a:extLst>
          </p:cNvPr>
          <p:cNvSpPr/>
          <p:nvPr/>
        </p:nvSpPr>
        <p:spPr>
          <a:xfrm>
            <a:off x="2671145" y="2409444"/>
            <a:ext cx="2068556"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Flow step">
            <a:extLst>
              <a:ext uri="{FF2B5EF4-FFF2-40B4-BE49-F238E27FC236}">
                <a16:creationId xmlns:a16="http://schemas.microsoft.com/office/drawing/2014/main" id="{6AF83F0D-313F-CB36-B5DC-2EAF4C38A893}"/>
              </a:ext>
            </a:extLst>
          </p:cNvPr>
          <p:cNvSpPr txBox="1"/>
          <p:nvPr/>
        </p:nvSpPr>
        <p:spPr>
          <a:xfrm>
            <a:off x="2790017" y="2574035"/>
            <a:ext cx="1830812"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Preview</a:t>
            </a:r>
          </a:p>
        </p:txBody>
      </p:sp>
      <p:sp>
        <p:nvSpPr>
          <p:cNvPr id="12" name="Flow explanation">
            <a:extLst>
              <a:ext uri="{FF2B5EF4-FFF2-40B4-BE49-F238E27FC236}">
                <a16:creationId xmlns:a16="http://schemas.microsoft.com/office/drawing/2014/main" id="{540425AE-C134-9A26-72F6-B321ABBB661B}"/>
              </a:ext>
            </a:extLst>
          </p:cNvPr>
          <p:cNvSpPr txBox="1"/>
          <p:nvPr/>
        </p:nvSpPr>
        <p:spPr>
          <a:xfrm>
            <a:off x="2790017" y="3305555"/>
            <a:ext cx="1830812"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Show proposed changes.</a:t>
            </a:r>
          </a:p>
        </p:txBody>
      </p:sp>
      <p:cxnSp>
        <p:nvCxnSpPr>
          <p:cNvPr id="13" name="Straight Connector 12">
            <a:extLst>
              <a:ext uri="{FF2B5EF4-FFF2-40B4-BE49-F238E27FC236}">
                <a16:creationId xmlns:a16="http://schemas.microsoft.com/office/drawing/2014/main" id="{FE0CD56A-83BB-2812-9521-7F0D03CE1186}"/>
              </a:ext>
            </a:extLst>
          </p:cNvPr>
          <p:cNvCxnSpPr/>
          <p:nvPr/>
        </p:nvCxnSpPr>
        <p:spPr>
          <a:xfrm>
            <a:off x="4767133" y="3575304"/>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0E2A5B88-BB8D-1CAD-B9E5-4AD7AC07A835}"/>
              </a:ext>
            </a:extLst>
          </p:cNvPr>
          <p:cNvSpPr/>
          <p:nvPr/>
        </p:nvSpPr>
        <p:spPr>
          <a:xfrm>
            <a:off x="4995733" y="2409444"/>
            <a:ext cx="2068556" cy="2331720"/>
          </a:xfrm>
          <a:prstGeom prst="rect">
            <a:avLst/>
          </a:prstGeom>
          <a:solidFill>
            <a:srgbClr val="000000"/>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5" name="Flow step">
            <a:extLst>
              <a:ext uri="{FF2B5EF4-FFF2-40B4-BE49-F238E27FC236}">
                <a16:creationId xmlns:a16="http://schemas.microsoft.com/office/drawing/2014/main" id="{395B4391-60D0-BBAB-32D0-73C576DAF97D}"/>
              </a:ext>
            </a:extLst>
          </p:cNvPr>
          <p:cNvSpPr txBox="1"/>
          <p:nvPr/>
        </p:nvSpPr>
        <p:spPr>
          <a:xfrm>
            <a:off x="5114605" y="2574035"/>
            <a:ext cx="1830812" cy="548640"/>
          </a:xfrm>
          <a:prstGeom prst="rect">
            <a:avLst/>
          </a:prstGeom>
          <a:noFill/>
        </p:spPr>
        <p:txBody>
          <a:bodyPr vert="horz" lIns="0" tIns="0" rIns="0" bIns="0" rtlCol="0" anchor="t">
            <a:noAutofit/>
          </a:bodyPr>
          <a:lstStyle/>
          <a:p>
            <a:pPr>
              <a:spcAft>
                <a:spcPts val="700"/>
              </a:spcAft>
            </a:pPr>
            <a:r>
              <a:rPr lang="en-CA" sz="2300" b="1">
                <a:solidFill>
                  <a:srgbClr val="FFFFFF"/>
                </a:solidFill>
                <a:latin typeface="Fira Sans" panose="020B0503050000020004" pitchFamily="34" charset="0"/>
              </a:rPr>
              <a:t>Approve</a:t>
            </a:r>
          </a:p>
        </p:txBody>
      </p:sp>
      <p:sp>
        <p:nvSpPr>
          <p:cNvPr id="16" name="Flow explanation">
            <a:extLst>
              <a:ext uri="{FF2B5EF4-FFF2-40B4-BE49-F238E27FC236}">
                <a16:creationId xmlns:a16="http://schemas.microsoft.com/office/drawing/2014/main" id="{813F3319-A747-8A8D-213C-CB92D56B825E}"/>
              </a:ext>
            </a:extLst>
          </p:cNvPr>
          <p:cNvSpPr txBox="1"/>
          <p:nvPr/>
        </p:nvSpPr>
        <p:spPr>
          <a:xfrm>
            <a:off x="5114605" y="3305555"/>
            <a:ext cx="1830812" cy="1298448"/>
          </a:xfrm>
          <a:prstGeom prst="rect">
            <a:avLst/>
          </a:prstGeom>
          <a:noFill/>
        </p:spPr>
        <p:txBody>
          <a:bodyPr vert="horz" lIns="0" tIns="0" rIns="0" bIns="0" rtlCol="0" anchor="t">
            <a:noAutofit/>
          </a:bodyPr>
          <a:lstStyle/>
          <a:p>
            <a:pPr>
              <a:spcAft>
                <a:spcPts val="700"/>
              </a:spcAft>
            </a:pPr>
            <a:r>
              <a:rPr lang="en-US" sz="1900">
                <a:solidFill>
                  <a:srgbClr val="FFFFFF"/>
                </a:solidFill>
                <a:latin typeface="Fira Sans" panose="020B0503050000020004" pitchFamily="34" charset="0"/>
              </a:rPr>
              <a:t>A person authorizes the change.</a:t>
            </a:r>
            <a:endParaRPr lang="en-CA" sz="1900">
              <a:solidFill>
                <a:srgbClr val="FFFFFF"/>
              </a:solidFill>
              <a:latin typeface="Fira Sans" panose="020B0503050000020004" pitchFamily="34" charset="0"/>
            </a:endParaRPr>
          </a:p>
        </p:txBody>
      </p:sp>
      <p:cxnSp>
        <p:nvCxnSpPr>
          <p:cNvPr id="17" name="Straight Connector 16">
            <a:extLst>
              <a:ext uri="{FF2B5EF4-FFF2-40B4-BE49-F238E27FC236}">
                <a16:creationId xmlns:a16="http://schemas.microsoft.com/office/drawing/2014/main" id="{B49D8899-2588-5110-D32D-7B1FE6C6FBE4}"/>
              </a:ext>
            </a:extLst>
          </p:cNvPr>
          <p:cNvCxnSpPr/>
          <p:nvPr/>
        </p:nvCxnSpPr>
        <p:spPr>
          <a:xfrm>
            <a:off x="7091721" y="3575304"/>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284C3605-94D3-9BB0-5788-E7D06508A8F0}"/>
              </a:ext>
            </a:extLst>
          </p:cNvPr>
          <p:cNvSpPr/>
          <p:nvPr/>
        </p:nvSpPr>
        <p:spPr>
          <a:xfrm>
            <a:off x="7320321" y="2409444"/>
            <a:ext cx="2068556"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9" name="Flow step">
            <a:extLst>
              <a:ext uri="{FF2B5EF4-FFF2-40B4-BE49-F238E27FC236}">
                <a16:creationId xmlns:a16="http://schemas.microsoft.com/office/drawing/2014/main" id="{9909124E-374D-F6CB-534E-EC87FCB81771}"/>
              </a:ext>
            </a:extLst>
          </p:cNvPr>
          <p:cNvSpPr txBox="1"/>
          <p:nvPr/>
        </p:nvSpPr>
        <p:spPr>
          <a:xfrm>
            <a:off x="7439192" y="2574035"/>
            <a:ext cx="1830812"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Apply</a:t>
            </a:r>
          </a:p>
        </p:txBody>
      </p:sp>
      <p:sp>
        <p:nvSpPr>
          <p:cNvPr id="20" name="Flow explanation">
            <a:extLst>
              <a:ext uri="{FF2B5EF4-FFF2-40B4-BE49-F238E27FC236}">
                <a16:creationId xmlns:a16="http://schemas.microsoft.com/office/drawing/2014/main" id="{2006D1FE-6DCA-FD84-B6ED-AB975BA26088}"/>
              </a:ext>
            </a:extLst>
          </p:cNvPr>
          <p:cNvSpPr txBox="1"/>
          <p:nvPr/>
        </p:nvSpPr>
        <p:spPr>
          <a:xfrm>
            <a:off x="7439192" y="3305555"/>
            <a:ext cx="1830812"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Use only the test firm.</a:t>
            </a:r>
            <a:endParaRPr lang="en-CA" sz="1900">
              <a:solidFill>
                <a:srgbClr val="000000"/>
              </a:solidFill>
              <a:latin typeface="Fira Sans" panose="020B0503050000020004" pitchFamily="34" charset="0"/>
            </a:endParaRPr>
          </a:p>
        </p:txBody>
      </p:sp>
      <p:cxnSp>
        <p:nvCxnSpPr>
          <p:cNvPr id="21" name="Straight Connector 20">
            <a:extLst>
              <a:ext uri="{FF2B5EF4-FFF2-40B4-BE49-F238E27FC236}">
                <a16:creationId xmlns:a16="http://schemas.microsoft.com/office/drawing/2014/main" id="{06280E88-7EAE-2B04-C562-0E73150850B9}"/>
              </a:ext>
            </a:extLst>
          </p:cNvPr>
          <p:cNvCxnSpPr/>
          <p:nvPr/>
        </p:nvCxnSpPr>
        <p:spPr>
          <a:xfrm>
            <a:off x="9416308" y="3575304"/>
            <a:ext cx="201169"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74F392E9-6E8B-D0CA-CA50-8ECB445F158B}"/>
              </a:ext>
            </a:extLst>
          </p:cNvPr>
          <p:cNvSpPr/>
          <p:nvPr/>
        </p:nvSpPr>
        <p:spPr>
          <a:xfrm>
            <a:off x="9644908" y="2409444"/>
            <a:ext cx="2068556"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23" name="Flow step">
            <a:extLst>
              <a:ext uri="{FF2B5EF4-FFF2-40B4-BE49-F238E27FC236}">
                <a16:creationId xmlns:a16="http://schemas.microsoft.com/office/drawing/2014/main" id="{CF054CBD-EDDB-5C83-83ED-C5F39FB782A9}"/>
              </a:ext>
            </a:extLst>
          </p:cNvPr>
          <p:cNvSpPr txBox="1"/>
          <p:nvPr/>
        </p:nvSpPr>
        <p:spPr>
          <a:xfrm>
            <a:off x="9763780" y="2574035"/>
            <a:ext cx="1830812"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Read back</a:t>
            </a:r>
          </a:p>
        </p:txBody>
      </p:sp>
      <p:sp>
        <p:nvSpPr>
          <p:cNvPr id="24" name="Flow explanation">
            <a:extLst>
              <a:ext uri="{FF2B5EF4-FFF2-40B4-BE49-F238E27FC236}">
                <a16:creationId xmlns:a16="http://schemas.microsoft.com/office/drawing/2014/main" id="{F20D6EBD-BADF-ADCD-86FA-F96B108008AC}"/>
              </a:ext>
            </a:extLst>
          </p:cNvPr>
          <p:cNvSpPr txBox="1"/>
          <p:nvPr/>
        </p:nvSpPr>
        <p:spPr>
          <a:xfrm>
            <a:off x="9763780" y="3305555"/>
            <a:ext cx="1830812"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Confirm the updated records.</a:t>
            </a:r>
          </a:p>
        </p:txBody>
      </p:sp>
    </p:spTree>
    <p:custDataLst>
      <p:tags r:id="rId1"/>
    </p:custDataLst>
    <p:extLst>
      <p:ext uri="{BB962C8B-B14F-4D97-AF65-F5344CB8AC3E}">
        <p14:creationId xmlns:p14="http://schemas.microsoft.com/office/powerpoint/2010/main" val="8389374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2AEC1-DB66-887A-3E48-75935A8961D5}"/>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Show what guided the build and what people corrected</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E5CBF8ED-358D-4DD2-5625-8913FD01CB79}"/>
              </a:ext>
            </a:extLst>
          </p:cNvPr>
          <p:cNvSpPr>
            <a:spLocks noGrp="1"/>
          </p:cNvSpPr>
          <p:nvPr>
            <p:ph type="sldNum" sz="quarter" idx="13"/>
          </p:nvPr>
        </p:nvSpPr>
        <p:spPr/>
        <p:txBody>
          <a:bodyPr/>
          <a:lstStyle/>
          <a:p>
            <a:fld id="{C3C3236D-FB65-584A-8227-5A449D06E62A}" type="slidenum">
              <a:rPr lang="en-US" smtClean="0"/>
              <a:pPr/>
              <a:t>20</a:t>
            </a:fld>
            <a:endParaRPr lang="en-US"/>
          </a:p>
        </p:txBody>
      </p:sp>
      <p:sp>
        <p:nvSpPr>
          <p:cNvPr id="5" name="Footer Placeholder 4">
            <a:extLst>
              <a:ext uri="{FF2B5EF4-FFF2-40B4-BE49-F238E27FC236}">
                <a16:creationId xmlns:a16="http://schemas.microsoft.com/office/drawing/2014/main" id="{17CA4218-B53F-3D0A-7732-B7FDA12D2C2B}"/>
              </a:ext>
            </a:extLst>
          </p:cNvPr>
          <p:cNvSpPr>
            <a:spLocks noGrp="1"/>
          </p:cNvSpPr>
          <p:nvPr>
            <p:ph type="ftr" sz="quarter" idx="18"/>
          </p:nvPr>
        </p:nvSpPr>
        <p:spPr/>
        <p:txBody>
          <a:bodyPr/>
          <a:lstStyle/>
          <a:p>
            <a:r>
              <a:rPr lang="en-US"/>
              <a:t>#CCHConnections</a:t>
            </a:r>
            <a:endParaRPr lang="en-US" dirty="0"/>
          </a:p>
        </p:txBody>
      </p:sp>
      <p:sp>
        <p:nvSpPr>
          <p:cNvPr id="6" name="Rectangle 5">
            <a:extLst>
              <a:ext uri="{FF2B5EF4-FFF2-40B4-BE49-F238E27FC236}">
                <a16:creationId xmlns:a16="http://schemas.microsoft.com/office/drawing/2014/main" id="{B2189E6C-61F6-0389-3C34-9D1FB6B3606C}"/>
              </a:ext>
            </a:extLst>
          </p:cNvPr>
          <p:cNvSpPr/>
          <p:nvPr/>
        </p:nvSpPr>
        <p:spPr>
          <a:xfrm>
            <a:off x="346558" y="2606040"/>
            <a:ext cx="2649702"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7" name="Flow step">
            <a:extLst>
              <a:ext uri="{FF2B5EF4-FFF2-40B4-BE49-F238E27FC236}">
                <a16:creationId xmlns:a16="http://schemas.microsoft.com/office/drawing/2014/main" id="{348A7C33-9046-D48A-FB89-D3CCA46C4EA3}"/>
              </a:ext>
            </a:extLst>
          </p:cNvPr>
          <p:cNvSpPr txBox="1"/>
          <p:nvPr/>
        </p:nvSpPr>
        <p:spPr>
          <a:xfrm>
            <a:off x="465430"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Request</a:t>
            </a:r>
          </a:p>
        </p:txBody>
      </p:sp>
      <p:sp>
        <p:nvSpPr>
          <p:cNvPr id="8" name="Flow explanation">
            <a:extLst>
              <a:ext uri="{FF2B5EF4-FFF2-40B4-BE49-F238E27FC236}">
                <a16:creationId xmlns:a16="http://schemas.microsoft.com/office/drawing/2014/main" id="{198F3C0B-1A76-5B43-7A16-D589BACC5980}"/>
              </a:ext>
            </a:extLst>
          </p:cNvPr>
          <p:cNvSpPr txBox="1"/>
          <p:nvPr/>
        </p:nvSpPr>
        <p:spPr>
          <a:xfrm>
            <a:off x="465430" y="3502151"/>
            <a:ext cx="2411959" cy="1298448"/>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Describe the business problem.</a:t>
            </a:r>
          </a:p>
        </p:txBody>
      </p:sp>
      <p:cxnSp>
        <p:nvCxnSpPr>
          <p:cNvPr id="9" name="Straight Connector 8">
            <a:extLst>
              <a:ext uri="{FF2B5EF4-FFF2-40B4-BE49-F238E27FC236}">
                <a16:creationId xmlns:a16="http://schemas.microsoft.com/office/drawing/2014/main" id="{1716D56F-0E90-5C14-2229-12F3A5A9CDEF}"/>
              </a:ext>
            </a:extLst>
          </p:cNvPr>
          <p:cNvCxnSpPr/>
          <p:nvPr/>
        </p:nvCxnSpPr>
        <p:spPr>
          <a:xfrm>
            <a:off x="3023692"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D25FC14D-E008-A570-DE85-5D062F998C04}"/>
              </a:ext>
            </a:extLst>
          </p:cNvPr>
          <p:cNvSpPr/>
          <p:nvPr/>
        </p:nvSpPr>
        <p:spPr>
          <a:xfrm>
            <a:off x="3252292" y="2606040"/>
            <a:ext cx="2649703"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Flow step">
            <a:extLst>
              <a:ext uri="{FF2B5EF4-FFF2-40B4-BE49-F238E27FC236}">
                <a16:creationId xmlns:a16="http://schemas.microsoft.com/office/drawing/2014/main" id="{32EA56ED-8310-BE3C-C29A-7A032B808B29}"/>
              </a:ext>
            </a:extLst>
          </p:cNvPr>
          <p:cNvSpPr txBox="1"/>
          <p:nvPr/>
        </p:nvSpPr>
        <p:spPr>
          <a:xfrm>
            <a:off x="3371164"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Guidance</a:t>
            </a:r>
          </a:p>
        </p:txBody>
      </p:sp>
      <p:sp>
        <p:nvSpPr>
          <p:cNvPr id="12" name="Flow explanation">
            <a:extLst>
              <a:ext uri="{FF2B5EF4-FFF2-40B4-BE49-F238E27FC236}">
                <a16:creationId xmlns:a16="http://schemas.microsoft.com/office/drawing/2014/main" id="{C6D0530E-DD6D-973E-49AD-E083953B0806}"/>
              </a:ext>
            </a:extLst>
          </p:cNvPr>
          <p:cNvSpPr txBox="1"/>
          <p:nvPr/>
        </p:nvSpPr>
        <p:spPr>
          <a:xfrm>
            <a:off x="3371164" y="3502152"/>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Provide API definitions and project instructions.</a:t>
            </a:r>
            <a:endParaRPr lang="en-CA" sz="1900">
              <a:solidFill>
                <a:srgbClr val="000000"/>
              </a:solidFill>
              <a:latin typeface="Fira Sans" panose="020B0503050000020004" pitchFamily="34" charset="0"/>
            </a:endParaRPr>
          </a:p>
        </p:txBody>
      </p:sp>
      <p:cxnSp>
        <p:nvCxnSpPr>
          <p:cNvPr id="13" name="Straight Connector 12">
            <a:extLst>
              <a:ext uri="{FF2B5EF4-FFF2-40B4-BE49-F238E27FC236}">
                <a16:creationId xmlns:a16="http://schemas.microsoft.com/office/drawing/2014/main" id="{1FFDF333-E026-2324-1F77-4AFC61E050D7}"/>
              </a:ext>
            </a:extLst>
          </p:cNvPr>
          <p:cNvCxnSpPr/>
          <p:nvPr/>
        </p:nvCxnSpPr>
        <p:spPr>
          <a:xfrm>
            <a:off x="5929427"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52FA6151-44E5-2949-2A5E-BE57CAB52B6F}"/>
              </a:ext>
            </a:extLst>
          </p:cNvPr>
          <p:cNvSpPr/>
          <p:nvPr/>
        </p:nvSpPr>
        <p:spPr>
          <a:xfrm>
            <a:off x="6158027" y="2606040"/>
            <a:ext cx="2649702"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5" name="Flow step">
            <a:extLst>
              <a:ext uri="{FF2B5EF4-FFF2-40B4-BE49-F238E27FC236}">
                <a16:creationId xmlns:a16="http://schemas.microsoft.com/office/drawing/2014/main" id="{8EF22611-358C-8168-F4A1-700029DF12E0}"/>
              </a:ext>
            </a:extLst>
          </p:cNvPr>
          <p:cNvSpPr txBox="1"/>
          <p:nvPr/>
        </p:nvSpPr>
        <p:spPr>
          <a:xfrm>
            <a:off x="6276899"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a:t>
            </a:r>
          </a:p>
        </p:txBody>
      </p:sp>
      <p:sp>
        <p:nvSpPr>
          <p:cNvPr id="16" name="Flow explanation">
            <a:extLst>
              <a:ext uri="{FF2B5EF4-FFF2-40B4-BE49-F238E27FC236}">
                <a16:creationId xmlns:a16="http://schemas.microsoft.com/office/drawing/2014/main" id="{E586ED05-DC8C-0050-23DF-7190470E2FBC}"/>
              </a:ext>
            </a:extLst>
          </p:cNvPr>
          <p:cNvSpPr txBox="1"/>
          <p:nvPr/>
        </p:nvSpPr>
        <p:spPr>
          <a:xfrm>
            <a:off x="6276899" y="3502151"/>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Let the coding agent produce a candidate.</a:t>
            </a:r>
            <a:endParaRPr lang="en-CA" sz="1900">
              <a:solidFill>
                <a:srgbClr val="000000"/>
              </a:solidFill>
              <a:latin typeface="Fira Sans" panose="020B0503050000020004" pitchFamily="34" charset="0"/>
            </a:endParaRPr>
          </a:p>
        </p:txBody>
      </p:sp>
      <p:cxnSp>
        <p:nvCxnSpPr>
          <p:cNvPr id="17" name="Straight Connector 16">
            <a:extLst>
              <a:ext uri="{FF2B5EF4-FFF2-40B4-BE49-F238E27FC236}">
                <a16:creationId xmlns:a16="http://schemas.microsoft.com/office/drawing/2014/main" id="{250265F5-2965-494E-1BB7-587DBE24496F}"/>
              </a:ext>
            </a:extLst>
          </p:cNvPr>
          <p:cNvCxnSpPr/>
          <p:nvPr/>
        </p:nvCxnSpPr>
        <p:spPr>
          <a:xfrm>
            <a:off x="8835161"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BE4732C3-B2B5-494D-B9C0-73908B9E85C1}"/>
              </a:ext>
            </a:extLst>
          </p:cNvPr>
          <p:cNvSpPr/>
          <p:nvPr/>
        </p:nvSpPr>
        <p:spPr>
          <a:xfrm>
            <a:off x="9063761" y="2606040"/>
            <a:ext cx="2649703"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9" name="Flow step">
            <a:extLst>
              <a:ext uri="{FF2B5EF4-FFF2-40B4-BE49-F238E27FC236}">
                <a16:creationId xmlns:a16="http://schemas.microsoft.com/office/drawing/2014/main" id="{76167406-BBAB-B8BC-B55A-2973FADB73A9}"/>
              </a:ext>
            </a:extLst>
          </p:cNvPr>
          <p:cNvSpPr txBox="1"/>
          <p:nvPr/>
        </p:nvSpPr>
        <p:spPr>
          <a:xfrm>
            <a:off x="9182633"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Review</a:t>
            </a:r>
          </a:p>
        </p:txBody>
      </p:sp>
      <p:sp>
        <p:nvSpPr>
          <p:cNvPr id="20" name="Flow explanation">
            <a:extLst>
              <a:ext uri="{FF2B5EF4-FFF2-40B4-BE49-F238E27FC236}">
                <a16:creationId xmlns:a16="http://schemas.microsoft.com/office/drawing/2014/main" id="{71EA78A3-A08E-9CA9-7F2D-FF172E79F5D0}"/>
              </a:ext>
            </a:extLst>
          </p:cNvPr>
          <p:cNvSpPr txBox="1"/>
          <p:nvPr/>
        </p:nvSpPr>
        <p:spPr>
          <a:xfrm>
            <a:off x="9182633" y="3502151"/>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Explain the corrections and tests.</a:t>
            </a:r>
            <a:endParaRPr lang="en-CA" sz="19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067118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63551D40-F798-0FCA-DBE6-E266440431BF}"/>
              </a:ext>
            </a:extLst>
          </p:cNvPr>
          <p:cNvSpPr>
            <a:spLocks noGrp="1"/>
          </p:cNvSpPr>
          <p:nvPr>
            <p:ph type="sldNum" sz="quarter" idx="13"/>
          </p:nvPr>
        </p:nvSpPr>
        <p:spPr/>
        <p:txBody>
          <a:bodyPr/>
          <a:lstStyle/>
          <a:p>
            <a:fld id="{C3C3236D-FB65-584A-8227-5A449D06E62A}" type="slidenum">
              <a:rPr lang="en-US" smtClean="0"/>
              <a:pPr/>
              <a:t>21</a:t>
            </a:fld>
            <a:endParaRPr lang="en-US"/>
          </a:p>
        </p:txBody>
      </p:sp>
      <p:sp>
        <p:nvSpPr>
          <p:cNvPr id="7" name="Footer Placeholder 6">
            <a:extLst>
              <a:ext uri="{FF2B5EF4-FFF2-40B4-BE49-F238E27FC236}">
                <a16:creationId xmlns:a16="http://schemas.microsoft.com/office/drawing/2014/main" id="{E8BC79F4-915B-D651-1A94-A1BB8ACEBE4A}"/>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4F8BF423-BFC8-0566-59CC-8D3FCE6F0523}"/>
              </a:ext>
            </a:extLst>
          </p:cNvPr>
          <p:cNvSpPr>
            <a:spLocks noGrp="1"/>
          </p:cNvSpPr>
          <p:nvPr>
            <p:ph type="title"/>
          </p:nvPr>
        </p:nvSpPr>
        <p:spPr>
          <a:xfrm>
            <a:off x="457200" y="365760"/>
            <a:ext cx="11247120" cy="822960"/>
          </a:xfrm>
        </p:spPr>
        <p:txBody>
          <a:bodyPr>
            <a:normAutofit fontScale="90000"/>
          </a:bodyPr>
          <a:lstStyle/>
          <a:p>
            <a:r>
              <a:rPr lang="en-US" sz="3400"/>
              <a:t>Every application combines your expertise, the API and AI</a:t>
            </a:r>
            <a:endParaRPr lang="en-CA" sz="3400"/>
          </a:p>
        </p:txBody>
      </p:sp>
      <p:sp>
        <p:nvSpPr>
          <p:cNvPr id="14" name="Your expertise - name">
            <a:extLst>
              <a:ext uri="{FF2B5EF4-FFF2-40B4-BE49-F238E27FC236}">
                <a16:creationId xmlns:a16="http://schemas.microsoft.com/office/drawing/2014/main" id="{A06B4A92-BB7A-2F54-58DC-57FCD3D86F81}"/>
              </a:ext>
            </a:extLst>
          </p:cNvPr>
          <p:cNvSpPr txBox="1"/>
          <p:nvPr/>
        </p:nvSpPr>
        <p:spPr>
          <a:xfrm>
            <a:off x="457200"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Your expertise</a:t>
            </a:r>
          </a:p>
          <a:p>
            <a:pPr>
              <a:spcAft>
                <a:spcPts val="600"/>
              </a:spcAft>
            </a:pPr>
            <a:r>
              <a:rPr lang="en-US" sz="1500" i="1">
                <a:solidFill>
                  <a:srgbClr val="000000"/>
                </a:solidFill>
              </a:rPr>
              <a:t>Knows the workflow and what correct looks like.</a:t>
            </a:r>
            <a:endParaRPr lang="en-CA" sz="1500" i="1">
              <a:solidFill>
                <a:srgbClr val="000000"/>
              </a:solidFill>
            </a:endParaRPr>
          </a:p>
        </p:txBody>
      </p:sp>
      <p:sp>
        <p:nvSpPr>
          <p:cNvPr id="15" name="Your expertise - examples">
            <a:extLst>
              <a:ext uri="{FF2B5EF4-FFF2-40B4-BE49-F238E27FC236}">
                <a16:creationId xmlns:a16="http://schemas.microsoft.com/office/drawing/2014/main" id="{650BB764-A2EF-9445-F04B-AE686BEB6483}"/>
              </a:ext>
            </a:extLst>
          </p:cNvPr>
          <p:cNvSpPr txBox="1"/>
          <p:nvPr/>
        </p:nvSpPr>
        <p:spPr>
          <a:xfrm>
            <a:off x="457200"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You bring</a:t>
            </a:r>
          </a:p>
          <a:p>
            <a:pPr marL="342900" indent="-342900">
              <a:spcAft>
                <a:spcPts val="800"/>
              </a:spcAft>
              <a:buFont typeface="+mj-lt"/>
              <a:buChar char="•"/>
            </a:pPr>
            <a:r>
              <a:rPr lang="en-US" sz="1500">
                <a:solidFill>
                  <a:srgbClr val="000000"/>
                </a:solidFill>
              </a:rPr>
              <a:t>The workflow worth improving, and why.</a:t>
            </a:r>
          </a:p>
          <a:p>
            <a:pPr marL="342900" indent="-342900">
              <a:spcAft>
                <a:spcPts val="800"/>
              </a:spcAft>
              <a:buFont typeface="+mj-lt"/>
              <a:buChar char="•"/>
            </a:pPr>
            <a:r>
              <a:rPr lang="en-US" sz="1500">
                <a:solidFill>
                  <a:srgbClr val="000000"/>
                </a:solidFill>
              </a:rPr>
              <a:t>The rules: which clients, returns or staff, and which exceptions.</a:t>
            </a:r>
          </a:p>
          <a:p>
            <a:pPr marL="342900" indent="-342900">
              <a:spcAft>
                <a:spcPts val="800"/>
              </a:spcAft>
              <a:buFont typeface="+mj-lt"/>
              <a:buChar char="•"/>
            </a:pPr>
            <a:r>
              <a:rPr lang="en-US" sz="1500">
                <a:solidFill>
                  <a:srgbClr val="000000"/>
                </a:solidFill>
              </a:rPr>
              <a:t>Review of the results and approval of any change.</a:t>
            </a:r>
            <a:endParaRPr lang="en-CA" sz="1500">
              <a:solidFill>
                <a:srgbClr val="000000"/>
              </a:solidFill>
            </a:endParaRPr>
          </a:p>
        </p:txBody>
      </p:sp>
      <p:sp>
        <p:nvSpPr>
          <p:cNvPr id="16" name="Your expertise - value">
            <a:extLst>
              <a:ext uri="{FF2B5EF4-FFF2-40B4-BE49-F238E27FC236}">
                <a16:creationId xmlns:a16="http://schemas.microsoft.com/office/drawing/2014/main" id="{E57C1BC9-791F-078C-E372-6E8782CD0875}"/>
              </a:ext>
            </a:extLst>
          </p:cNvPr>
          <p:cNvSpPr txBox="1"/>
          <p:nvPr/>
        </p:nvSpPr>
        <p:spPr>
          <a:xfrm>
            <a:off x="457200"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Provides:</a:t>
            </a:r>
            <a:r>
              <a:rPr lang="en-US" sz="1500">
                <a:solidFill>
                  <a:srgbClr val="000000"/>
                </a:solidFill>
              </a:rPr>
              <a:t> the what and the why.</a:t>
            </a:r>
            <a:endParaRPr lang="en-CA" sz="1500">
              <a:solidFill>
                <a:srgbClr val="000000"/>
              </a:solidFill>
            </a:endParaRPr>
          </a:p>
        </p:txBody>
      </p:sp>
      <p:sp>
        <p:nvSpPr>
          <p:cNvPr id="17" name="CCH Axcess APIs - name">
            <a:extLst>
              <a:ext uri="{FF2B5EF4-FFF2-40B4-BE49-F238E27FC236}">
                <a16:creationId xmlns:a16="http://schemas.microsoft.com/office/drawing/2014/main" id="{9907D54F-F8A0-4108-2E90-880CF42929D7}"/>
              </a:ext>
            </a:extLst>
          </p:cNvPr>
          <p:cNvSpPr txBox="1"/>
          <p:nvPr/>
        </p:nvSpPr>
        <p:spPr>
          <a:xfrm>
            <a:off x="4315968"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CCH Axcess APIs</a:t>
            </a:r>
          </a:p>
          <a:p>
            <a:pPr>
              <a:spcAft>
                <a:spcPts val="600"/>
              </a:spcAft>
            </a:pPr>
            <a:r>
              <a:rPr lang="en-US" sz="1500" i="1">
                <a:solidFill>
                  <a:srgbClr val="000000"/>
                </a:solidFill>
              </a:rPr>
              <a:t>Make firm data and actions reachable from other tools.</a:t>
            </a:r>
            <a:endParaRPr lang="en-CA" sz="1500" i="1">
              <a:solidFill>
                <a:srgbClr val="000000"/>
              </a:solidFill>
            </a:endParaRPr>
          </a:p>
        </p:txBody>
      </p:sp>
      <p:sp>
        <p:nvSpPr>
          <p:cNvPr id="18" name="CCH Axcess APIs - examples">
            <a:extLst>
              <a:ext uri="{FF2B5EF4-FFF2-40B4-BE49-F238E27FC236}">
                <a16:creationId xmlns:a16="http://schemas.microsoft.com/office/drawing/2014/main" id="{60DF5770-AC59-BF35-3141-8BD89E4865CD}"/>
              </a:ext>
            </a:extLst>
          </p:cNvPr>
          <p:cNvSpPr txBox="1"/>
          <p:nvPr/>
        </p:nvSpPr>
        <p:spPr>
          <a:xfrm>
            <a:off x="4315968"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They bring</a:t>
            </a:r>
          </a:p>
          <a:p>
            <a:pPr marL="342900" indent="-342900">
              <a:spcAft>
                <a:spcPts val="800"/>
              </a:spcAft>
              <a:buFont typeface="+mj-lt"/>
              <a:buChar char="•"/>
            </a:pPr>
            <a:r>
              <a:rPr lang="en-US" sz="1500">
                <a:solidFill>
                  <a:srgbClr val="000000"/>
                </a:solidFill>
              </a:rPr>
              <a:t>Sign-in and access that follow your firm's authorization policies.</a:t>
            </a:r>
          </a:p>
          <a:p>
            <a:pPr marL="342900" indent="-342900">
              <a:spcAft>
                <a:spcPts val="800"/>
              </a:spcAft>
              <a:buFont typeface="+mj-lt"/>
              <a:buChar char="•"/>
            </a:pPr>
            <a:r>
              <a:rPr lang="en-US" sz="1500">
                <a:solidFill>
                  <a:srgbClr val="000000"/>
                </a:solidFill>
              </a:rPr>
              <a:t>Clients, staff, tax returns and their status.</a:t>
            </a:r>
          </a:p>
          <a:p>
            <a:pPr marL="342900" indent="-342900">
              <a:spcAft>
                <a:spcPts val="800"/>
              </a:spcAft>
              <a:buFont typeface="+mj-lt"/>
              <a:buChar char="•"/>
            </a:pPr>
            <a:r>
              <a:rPr lang="en-US" sz="1500">
                <a:solidFill>
                  <a:srgbClr val="000000"/>
                </a:solidFill>
              </a:rPr>
              <a:t>The same data whether a person, an application or an agent asks.</a:t>
            </a:r>
            <a:endParaRPr lang="en-CA" sz="1500">
              <a:solidFill>
                <a:srgbClr val="000000"/>
              </a:solidFill>
            </a:endParaRPr>
          </a:p>
        </p:txBody>
      </p:sp>
      <p:sp>
        <p:nvSpPr>
          <p:cNvPr id="19" name="CCH Axcess APIs - value">
            <a:extLst>
              <a:ext uri="{FF2B5EF4-FFF2-40B4-BE49-F238E27FC236}">
                <a16:creationId xmlns:a16="http://schemas.microsoft.com/office/drawing/2014/main" id="{896BAB60-A476-A472-A177-41398CF03E93}"/>
              </a:ext>
            </a:extLst>
          </p:cNvPr>
          <p:cNvSpPr txBox="1"/>
          <p:nvPr/>
        </p:nvSpPr>
        <p:spPr>
          <a:xfrm>
            <a:off x="4315968" y="5440680"/>
            <a:ext cx="3566160" cy="822960"/>
          </a:xfrm>
          <a:prstGeom prst="rect">
            <a:avLst/>
          </a:prstGeom>
          <a:noFill/>
        </p:spPr>
        <p:txBody>
          <a:bodyPr vert="horz" wrap="square" rtlCol="0">
            <a:noAutofit/>
          </a:bodyPr>
          <a:lstStyle/>
          <a:p>
            <a:pPr>
              <a:spcAft>
                <a:spcPts val="600"/>
              </a:spcAft>
            </a:pPr>
            <a:r>
              <a:rPr lang="en-CA" sz="1500" b="1">
                <a:solidFill>
                  <a:srgbClr val="000000"/>
                </a:solidFill>
              </a:rPr>
              <a:t>Provides:</a:t>
            </a:r>
            <a:r>
              <a:rPr lang="en-CA" sz="1500">
                <a:solidFill>
                  <a:srgbClr val="000000"/>
                </a:solidFill>
              </a:rPr>
              <a:t> the access.</a:t>
            </a:r>
          </a:p>
        </p:txBody>
      </p:sp>
      <p:sp>
        <p:nvSpPr>
          <p:cNvPr id="20" name="AI - name">
            <a:extLst>
              <a:ext uri="{FF2B5EF4-FFF2-40B4-BE49-F238E27FC236}">
                <a16:creationId xmlns:a16="http://schemas.microsoft.com/office/drawing/2014/main" id="{31D241C9-025E-64A5-AF98-503E2C30D686}"/>
              </a:ext>
            </a:extLst>
          </p:cNvPr>
          <p:cNvSpPr txBox="1"/>
          <p:nvPr/>
        </p:nvSpPr>
        <p:spPr>
          <a:xfrm>
            <a:off x="8174736"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AI</a:t>
            </a:r>
          </a:p>
          <a:p>
            <a:pPr>
              <a:spcAft>
                <a:spcPts val="600"/>
              </a:spcAft>
            </a:pPr>
            <a:r>
              <a:rPr lang="en-US" sz="1500" i="1">
                <a:solidFill>
                  <a:srgbClr val="000000"/>
                </a:solidFill>
              </a:rPr>
              <a:t>Turns a plain-language request into a working result.</a:t>
            </a:r>
            <a:endParaRPr lang="en-CA" sz="1500" i="1">
              <a:solidFill>
                <a:srgbClr val="000000"/>
              </a:solidFill>
            </a:endParaRPr>
          </a:p>
        </p:txBody>
      </p:sp>
      <p:sp>
        <p:nvSpPr>
          <p:cNvPr id="21" name="AI - examples">
            <a:extLst>
              <a:ext uri="{FF2B5EF4-FFF2-40B4-BE49-F238E27FC236}">
                <a16:creationId xmlns:a16="http://schemas.microsoft.com/office/drawing/2014/main" id="{4CF4D59C-1C79-51AB-AF11-27BB50A74C89}"/>
              </a:ext>
            </a:extLst>
          </p:cNvPr>
          <p:cNvSpPr txBox="1"/>
          <p:nvPr/>
        </p:nvSpPr>
        <p:spPr>
          <a:xfrm>
            <a:off x="8174736"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It brings</a:t>
            </a:r>
          </a:p>
          <a:p>
            <a:pPr marL="342900" indent="-342900">
              <a:spcAft>
                <a:spcPts val="800"/>
              </a:spcAft>
              <a:buFont typeface="+mj-lt"/>
              <a:buChar char="•"/>
            </a:pPr>
            <a:r>
              <a:rPr lang="en-US" sz="1500">
                <a:solidFill>
                  <a:srgbClr val="000000"/>
                </a:solidFill>
              </a:rPr>
              <a:t>Reads the API definitions and builds the requests.</a:t>
            </a:r>
          </a:p>
          <a:p>
            <a:pPr marL="342900" indent="-342900">
              <a:spcAft>
                <a:spcPts val="800"/>
              </a:spcAft>
              <a:buFont typeface="+mj-lt"/>
              <a:buChar char="•"/>
            </a:pPr>
            <a:r>
              <a:rPr lang="en-US" sz="1500">
                <a:solidFill>
                  <a:srgbClr val="000000"/>
                </a:solidFill>
              </a:rPr>
              <a:t>Writes and tests code, or answers in the moment.</a:t>
            </a:r>
          </a:p>
          <a:p>
            <a:pPr marL="342900" indent="-342900">
              <a:spcAft>
                <a:spcPts val="800"/>
              </a:spcAft>
              <a:buFont typeface="+mj-lt"/>
              <a:buChar char="•"/>
            </a:pPr>
            <a:r>
              <a:rPr lang="en-US" sz="1500">
                <a:solidFill>
                  <a:srgbClr val="000000"/>
                </a:solidFill>
              </a:rPr>
              <a:t>Comes in three kinds: chat, tool-using agent and coding agent.</a:t>
            </a:r>
            <a:endParaRPr lang="en-CA" sz="1500">
              <a:solidFill>
                <a:srgbClr val="000000"/>
              </a:solidFill>
            </a:endParaRPr>
          </a:p>
        </p:txBody>
      </p:sp>
      <p:sp>
        <p:nvSpPr>
          <p:cNvPr id="22" name="AI - value">
            <a:extLst>
              <a:ext uri="{FF2B5EF4-FFF2-40B4-BE49-F238E27FC236}">
                <a16:creationId xmlns:a16="http://schemas.microsoft.com/office/drawing/2014/main" id="{A0B74EF6-DB02-EA6E-5B13-35C89C11DB96}"/>
              </a:ext>
            </a:extLst>
          </p:cNvPr>
          <p:cNvSpPr txBox="1"/>
          <p:nvPr/>
        </p:nvSpPr>
        <p:spPr>
          <a:xfrm>
            <a:off x="8174736" y="5440680"/>
            <a:ext cx="3566160" cy="822960"/>
          </a:xfrm>
          <a:prstGeom prst="rect">
            <a:avLst/>
          </a:prstGeom>
          <a:noFill/>
        </p:spPr>
        <p:txBody>
          <a:bodyPr vert="horz" wrap="square" rtlCol="0">
            <a:noAutofit/>
          </a:bodyPr>
          <a:lstStyle/>
          <a:p>
            <a:pPr>
              <a:spcAft>
                <a:spcPts val="600"/>
              </a:spcAft>
            </a:pPr>
            <a:r>
              <a:rPr lang="en-CA" sz="1500" b="1" dirty="0">
                <a:solidFill>
                  <a:srgbClr val="000000"/>
                </a:solidFill>
              </a:rPr>
              <a:t>Provides:</a:t>
            </a:r>
            <a:r>
              <a:rPr lang="en-CA" sz="1500" dirty="0">
                <a:solidFill>
                  <a:srgbClr val="000000"/>
                </a:solidFill>
              </a:rPr>
              <a:t> the intelligence &amp; speed</a:t>
            </a:r>
          </a:p>
        </p:txBody>
      </p:sp>
    </p:spTree>
    <p:custDataLst>
      <p:tags r:id="rId1"/>
    </p:custDataLst>
    <p:extLst>
      <p:ext uri="{BB962C8B-B14F-4D97-AF65-F5344CB8AC3E}">
        <p14:creationId xmlns:p14="http://schemas.microsoft.com/office/powerpoint/2010/main" val="35503096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0A4F1541-2493-7007-71AB-79CE930E7A38}"/>
              </a:ext>
            </a:extLst>
          </p:cNvPr>
          <p:cNvSpPr>
            <a:spLocks noGrp="1"/>
          </p:cNvSpPr>
          <p:nvPr>
            <p:ph type="sldNum" sz="quarter" idx="13"/>
          </p:nvPr>
        </p:nvSpPr>
        <p:spPr/>
        <p:txBody>
          <a:bodyPr/>
          <a:lstStyle/>
          <a:p>
            <a:fld id="{C3C3236D-FB65-584A-8227-5A449D06E62A}" type="slidenum">
              <a:rPr lang="en-US" smtClean="0"/>
              <a:pPr/>
              <a:t>22</a:t>
            </a:fld>
            <a:endParaRPr lang="en-US"/>
          </a:p>
        </p:txBody>
      </p:sp>
      <p:sp>
        <p:nvSpPr>
          <p:cNvPr id="7" name="Footer Placeholder 6">
            <a:extLst>
              <a:ext uri="{FF2B5EF4-FFF2-40B4-BE49-F238E27FC236}">
                <a16:creationId xmlns:a16="http://schemas.microsoft.com/office/drawing/2014/main" id="{35D72506-9ACC-FA30-A54F-A39C01B6A380}"/>
              </a:ext>
            </a:extLst>
          </p:cNvPr>
          <p:cNvSpPr>
            <a:spLocks noGrp="1"/>
          </p:cNvSpPr>
          <p:nvPr>
            <p:ph type="ftr" sz="quarter" idx="18"/>
          </p:nvPr>
        </p:nvSpPr>
        <p:spPr/>
        <p:txBody>
          <a:bodyPr/>
          <a:lstStyle/>
          <a:p>
            <a:r>
              <a:rPr lang="en-US" dirty="0"/>
              <a:t>#CCHConnections</a:t>
            </a:r>
          </a:p>
        </p:txBody>
      </p:sp>
      <p:sp>
        <p:nvSpPr>
          <p:cNvPr id="37" name="Title 1">
            <a:extLst>
              <a:ext uri="{FF2B5EF4-FFF2-40B4-BE49-F238E27FC236}">
                <a16:creationId xmlns:a16="http://schemas.microsoft.com/office/drawing/2014/main" id="{41C79F93-194D-3B5B-4570-5784E9B9E9E3}"/>
              </a:ext>
            </a:extLst>
          </p:cNvPr>
          <p:cNvSpPr txBox="1">
            <a:spLocks/>
          </p:cNvSpPr>
          <p:nvPr/>
        </p:nvSpPr>
        <p:spPr>
          <a:xfrm>
            <a:off x="457200" y="365760"/>
            <a:ext cx="11247120" cy="822960"/>
          </a:xfrm>
          <a:prstGeom prst="rect">
            <a:avLst/>
          </a:prstGeom>
        </p:spPr>
        <p:txBody>
          <a:bodyPr vert="horz" lIns="90000" tIns="46800" rIns="90000" bIns="46800" rtlCol="0" anchor="t">
            <a:normAutofit/>
          </a:bodyPr>
          <a:lstStyle>
            <a:lvl1pPr algn="l" defTabSz="609585" rtl="0" eaLnBrk="1" latinLnBrk="0" hangingPunct="1">
              <a:spcBef>
                <a:spcPct val="0"/>
              </a:spcBef>
              <a:buNone/>
              <a:defRPr sz="2800" b="0" i="0" kern="1200">
                <a:solidFill>
                  <a:schemeClr val="tx1"/>
                </a:solidFill>
                <a:latin typeface="+mj-lt"/>
                <a:ea typeface="Fira Sans Light" panose="020B0403050000020004" pitchFamily="34" charset="0"/>
                <a:cs typeface="+mj-cs"/>
              </a:defRPr>
            </a:lvl1pPr>
          </a:lstStyle>
          <a:p>
            <a:r>
              <a:rPr lang="en-US" sz="3400"/>
              <a:t>Each kind of AI tool fits a different firm task</a:t>
            </a:r>
            <a:endParaRPr lang="en-CA" sz="3400"/>
          </a:p>
        </p:txBody>
      </p:sp>
      <p:sp>
        <p:nvSpPr>
          <p:cNvPr id="38" name="Chat assistant - name">
            <a:extLst>
              <a:ext uri="{FF2B5EF4-FFF2-40B4-BE49-F238E27FC236}">
                <a16:creationId xmlns:a16="http://schemas.microsoft.com/office/drawing/2014/main" id="{EED70542-5148-4A01-4DDB-55ECC3A758B0}"/>
              </a:ext>
            </a:extLst>
          </p:cNvPr>
          <p:cNvSpPr txBox="1"/>
          <p:nvPr/>
        </p:nvSpPr>
        <p:spPr>
          <a:xfrm>
            <a:off x="457200" y="1417320"/>
            <a:ext cx="3566160" cy="1097280"/>
          </a:xfrm>
          <a:prstGeom prst="rect">
            <a:avLst/>
          </a:prstGeom>
          <a:noFill/>
        </p:spPr>
        <p:txBody>
          <a:bodyPr vert="horz" wrap="square" rtlCol="0">
            <a:noAutofit/>
          </a:bodyPr>
          <a:lstStyle/>
          <a:p>
            <a:pPr>
              <a:spcAft>
                <a:spcPts val="600"/>
              </a:spcAft>
            </a:pPr>
            <a:r>
              <a:rPr lang="en-CA" sz="2200" b="1">
                <a:solidFill>
                  <a:srgbClr val="000000"/>
                </a:solidFill>
              </a:rPr>
              <a:t>Chat assistant</a:t>
            </a:r>
          </a:p>
          <a:p>
            <a:pPr>
              <a:spcAft>
                <a:spcPts val="600"/>
              </a:spcAft>
            </a:pPr>
            <a:r>
              <a:rPr lang="en-CA" sz="1500" i="1">
                <a:solidFill>
                  <a:srgbClr val="000000"/>
                </a:solidFill>
              </a:rPr>
              <a:t>Responds to a request in conversation.</a:t>
            </a:r>
          </a:p>
        </p:txBody>
      </p:sp>
      <p:sp>
        <p:nvSpPr>
          <p:cNvPr id="39" name="Chat assistant - examples">
            <a:extLst>
              <a:ext uri="{FF2B5EF4-FFF2-40B4-BE49-F238E27FC236}">
                <a16:creationId xmlns:a16="http://schemas.microsoft.com/office/drawing/2014/main" id="{7268D568-A241-282A-A7A2-A858E5A7A91C}"/>
              </a:ext>
            </a:extLst>
          </p:cNvPr>
          <p:cNvSpPr txBox="1"/>
          <p:nvPr/>
        </p:nvSpPr>
        <p:spPr>
          <a:xfrm>
            <a:off x="457200"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For example</a:t>
            </a:r>
          </a:p>
          <a:p>
            <a:pPr marL="342900" indent="-342900">
              <a:spcAft>
                <a:spcPts val="800"/>
              </a:spcAft>
              <a:buFont typeface="+mj-lt"/>
              <a:buChar char="•"/>
            </a:pPr>
            <a:r>
              <a:rPr lang="en-US" sz="1500">
                <a:solidFill>
                  <a:srgbClr val="000000"/>
                </a:solidFill>
              </a:rPr>
              <a:t>Draft a client email listing the documents still needed.</a:t>
            </a:r>
          </a:p>
          <a:p>
            <a:pPr marL="342900" indent="-342900">
              <a:spcAft>
                <a:spcPts val="800"/>
              </a:spcAft>
              <a:buFont typeface="+mj-lt"/>
              <a:buChar char="•"/>
            </a:pPr>
            <a:r>
              <a:rPr lang="en-US" sz="1500">
                <a:solidFill>
                  <a:srgbClr val="000000"/>
                </a:solidFill>
              </a:rPr>
              <a:t>Summarize a tax-law update for staff.</a:t>
            </a:r>
          </a:p>
          <a:p>
            <a:pPr marL="342900" indent="-342900">
              <a:spcAft>
                <a:spcPts val="800"/>
              </a:spcAft>
              <a:buFont typeface="+mj-lt"/>
              <a:buChar char="•"/>
            </a:pPr>
            <a:r>
              <a:rPr lang="en-US" sz="1500">
                <a:solidFill>
                  <a:srgbClr val="000000"/>
                </a:solidFill>
              </a:rPr>
              <a:t>Explain an API capability in plain language before anyone builds.</a:t>
            </a:r>
            <a:endParaRPr lang="en-CA" sz="1500">
              <a:solidFill>
                <a:srgbClr val="000000"/>
              </a:solidFill>
            </a:endParaRPr>
          </a:p>
        </p:txBody>
      </p:sp>
      <p:sp>
        <p:nvSpPr>
          <p:cNvPr id="40" name="Chat assistant - value">
            <a:extLst>
              <a:ext uri="{FF2B5EF4-FFF2-40B4-BE49-F238E27FC236}">
                <a16:creationId xmlns:a16="http://schemas.microsoft.com/office/drawing/2014/main" id="{1E080DA9-2D93-F67C-9DCC-8B04B73C6949}"/>
              </a:ext>
            </a:extLst>
          </p:cNvPr>
          <p:cNvSpPr txBox="1"/>
          <p:nvPr/>
        </p:nvSpPr>
        <p:spPr>
          <a:xfrm>
            <a:off x="457200"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Value:</a:t>
            </a:r>
            <a:r>
              <a:rPr lang="en-US" sz="1500">
                <a:solidFill>
                  <a:srgbClr val="000000"/>
                </a:solidFill>
              </a:rPr>
              <a:t> faster drafting and research, from what you share with it.</a:t>
            </a:r>
            <a:endParaRPr lang="en-CA" sz="1500">
              <a:solidFill>
                <a:srgbClr val="000000"/>
              </a:solidFill>
            </a:endParaRPr>
          </a:p>
        </p:txBody>
      </p:sp>
      <p:sp>
        <p:nvSpPr>
          <p:cNvPr id="41" name="Tool-using agent - name">
            <a:extLst>
              <a:ext uri="{FF2B5EF4-FFF2-40B4-BE49-F238E27FC236}">
                <a16:creationId xmlns:a16="http://schemas.microsoft.com/office/drawing/2014/main" id="{E9AA0703-E0E5-DC7E-4386-82C711BAF7E0}"/>
              </a:ext>
            </a:extLst>
          </p:cNvPr>
          <p:cNvSpPr txBox="1"/>
          <p:nvPr/>
        </p:nvSpPr>
        <p:spPr>
          <a:xfrm>
            <a:off x="4315968"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Tool-using agent</a:t>
            </a:r>
          </a:p>
          <a:p>
            <a:pPr>
              <a:spcAft>
                <a:spcPts val="600"/>
              </a:spcAft>
            </a:pPr>
            <a:r>
              <a:rPr lang="en-US" sz="1500" i="1">
                <a:solidFill>
                  <a:srgbClr val="000000"/>
                </a:solidFill>
              </a:rPr>
              <a:t>Can call a connected tool while handling the request.</a:t>
            </a:r>
            <a:endParaRPr lang="en-CA" sz="1500" i="1">
              <a:solidFill>
                <a:srgbClr val="000000"/>
              </a:solidFill>
            </a:endParaRPr>
          </a:p>
        </p:txBody>
      </p:sp>
      <p:sp>
        <p:nvSpPr>
          <p:cNvPr id="42" name="Tool-using agent - examples">
            <a:extLst>
              <a:ext uri="{FF2B5EF4-FFF2-40B4-BE49-F238E27FC236}">
                <a16:creationId xmlns:a16="http://schemas.microsoft.com/office/drawing/2014/main" id="{4A33EAA2-EF27-280C-3364-668F7FDCD0AA}"/>
              </a:ext>
            </a:extLst>
          </p:cNvPr>
          <p:cNvSpPr txBox="1"/>
          <p:nvPr/>
        </p:nvSpPr>
        <p:spPr>
          <a:xfrm>
            <a:off x="4315968"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For example</a:t>
            </a:r>
          </a:p>
          <a:p>
            <a:pPr marL="342900" indent="-342900">
              <a:spcAft>
                <a:spcPts val="800"/>
              </a:spcAft>
              <a:buFont typeface="+mj-lt"/>
              <a:buChar char="•"/>
            </a:pPr>
            <a:r>
              <a:rPr lang="en-US" sz="1500">
                <a:solidFill>
                  <a:srgbClr val="000000"/>
                </a:solidFill>
              </a:rPr>
              <a:t>"Which of this client's returns are still in preparation?"</a:t>
            </a:r>
          </a:p>
          <a:p>
            <a:pPr marL="342900" indent="-342900">
              <a:spcAft>
                <a:spcPts val="800"/>
              </a:spcAft>
              <a:buFont typeface="+mj-lt"/>
              <a:buChar char="•"/>
            </a:pPr>
            <a:r>
              <a:rPr lang="en-US" sz="1500">
                <a:solidFill>
                  <a:srgbClr val="000000"/>
                </a:solidFill>
              </a:rPr>
              <a:t>"Is the contact information for this client complete?"</a:t>
            </a:r>
          </a:p>
          <a:p>
            <a:pPr marL="342900" indent="-342900">
              <a:spcAft>
                <a:spcPts val="800"/>
              </a:spcAft>
              <a:buFont typeface="+mj-lt"/>
              <a:buChar char="•"/>
            </a:pPr>
            <a:r>
              <a:rPr lang="en-US" sz="1500">
                <a:solidFill>
                  <a:srgbClr val="000000"/>
                </a:solidFill>
              </a:rPr>
              <a:t>"Summarize this client's open returns for the partner meeting."</a:t>
            </a:r>
            <a:endParaRPr lang="en-CA" sz="1500">
              <a:solidFill>
                <a:srgbClr val="000000"/>
              </a:solidFill>
            </a:endParaRPr>
          </a:p>
        </p:txBody>
      </p:sp>
      <p:sp>
        <p:nvSpPr>
          <p:cNvPr id="43" name="Tool-using agent - value">
            <a:extLst>
              <a:ext uri="{FF2B5EF4-FFF2-40B4-BE49-F238E27FC236}">
                <a16:creationId xmlns:a16="http://schemas.microsoft.com/office/drawing/2014/main" id="{9F3D1A11-181F-D4C1-DAA3-E9C4536BA8F4}"/>
              </a:ext>
            </a:extLst>
          </p:cNvPr>
          <p:cNvSpPr txBox="1"/>
          <p:nvPr/>
        </p:nvSpPr>
        <p:spPr>
          <a:xfrm>
            <a:off x="4315968"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Value:</a:t>
            </a:r>
            <a:r>
              <a:rPr lang="en-US" sz="1500">
                <a:solidFill>
                  <a:srgbClr val="000000"/>
                </a:solidFill>
              </a:rPr>
              <a:t> answers from live firm data, in the conversation.</a:t>
            </a:r>
            <a:endParaRPr lang="en-CA" sz="1500">
              <a:solidFill>
                <a:srgbClr val="000000"/>
              </a:solidFill>
            </a:endParaRPr>
          </a:p>
        </p:txBody>
      </p:sp>
      <p:sp>
        <p:nvSpPr>
          <p:cNvPr id="44" name="Coding agent - name">
            <a:extLst>
              <a:ext uri="{FF2B5EF4-FFF2-40B4-BE49-F238E27FC236}">
                <a16:creationId xmlns:a16="http://schemas.microsoft.com/office/drawing/2014/main" id="{5A7322C1-54F9-0519-4435-60E2E13EB922}"/>
              </a:ext>
            </a:extLst>
          </p:cNvPr>
          <p:cNvSpPr txBox="1"/>
          <p:nvPr/>
        </p:nvSpPr>
        <p:spPr>
          <a:xfrm>
            <a:off x="8174736" y="1417320"/>
            <a:ext cx="3566160" cy="1097280"/>
          </a:xfrm>
          <a:prstGeom prst="rect">
            <a:avLst/>
          </a:prstGeom>
          <a:noFill/>
        </p:spPr>
        <p:txBody>
          <a:bodyPr vert="horz" wrap="square" rtlCol="0">
            <a:noAutofit/>
          </a:bodyPr>
          <a:lstStyle/>
          <a:p>
            <a:pPr>
              <a:spcAft>
                <a:spcPts val="600"/>
              </a:spcAft>
            </a:pPr>
            <a:r>
              <a:rPr lang="en-US" sz="2200" b="1">
                <a:solidFill>
                  <a:srgbClr val="000000"/>
                </a:solidFill>
              </a:rPr>
              <a:t>Coding agent</a:t>
            </a:r>
          </a:p>
          <a:p>
            <a:pPr>
              <a:spcAft>
                <a:spcPts val="600"/>
              </a:spcAft>
            </a:pPr>
            <a:r>
              <a:rPr lang="en-US" sz="1500" i="1">
                <a:solidFill>
                  <a:srgbClr val="000000"/>
                </a:solidFill>
              </a:rPr>
              <a:t>Uses your laptop or a Codespace to build, run and test new applications.</a:t>
            </a:r>
            <a:endParaRPr lang="en-CA" sz="1500" i="1">
              <a:solidFill>
                <a:srgbClr val="000000"/>
              </a:solidFill>
            </a:endParaRPr>
          </a:p>
        </p:txBody>
      </p:sp>
      <p:sp>
        <p:nvSpPr>
          <p:cNvPr id="45" name="Coding agent - examples">
            <a:extLst>
              <a:ext uri="{FF2B5EF4-FFF2-40B4-BE49-F238E27FC236}">
                <a16:creationId xmlns:a16="http://schemas.microsoft.com/office/drawing/2014/main" id="{E2AB8B70-5F7C-644B-CB52-C0EB2954B38C}"/>
              </a:ext>
            </a:extLst>
          </p:cNvPr>
          <p:cNvSpPr txBox="1"/>
          <p:nvPr/>
        </p:nvSpPr>
        <p:spPr>
          <a:xfrm>
            <a:off x="8174736" y="2606040"/>
            <a:ext cx="3566160" cy="2743200"/>
          </a:xfrm>
          <a:prstGeom prst="rect">
            <a:avLst/>
          </a:prstGeom>
          <a:noFill/>
        </p:spPr>
        <p:txBody>
          <a:bodyPr vert="horz" wrap="square" rtlCol="0">
            <a:noAutofit/>
          </a:bodyPr>
          <a:lstStyle/>
          <a:p>
            <a:pPr>
              <a:spcAft>
                <a:spcPts val="600"/>
              </a:spcAft>
            </a:pPr>
            <a:r>
              <a:rPr lang="en-US" sz="1500" b="1">
                <a:solidFill>
                  <a:srgbClr val="000000"/>
                </a:solidFill>
              </a:rPr>
              <a:t>For example</a:t>
            </a:r>
          </a:p>
          <a:p>
            <a:pPr marL="342900" indent="-342900">
              <a:spcAft>
                <a:spcPts val="800"/>
              </a:spcAft>
              <a:buFont typeface="+mj-lt"/>
              <a:buChar char="•"/>
            </a:pPr>
            <a:r>
              <a:rPr lang="en-US" sz="1500" b="1">
                <a:solidFill>
                  <a:srgbClr val="000000"/>
                </a:solidFill>
              </a:rPr>
              <a:t>Creates new apps:</a:t>
            </a:r>
            <a:r>
              <a:rPr lang="en-US" sz="1500">
                <a:solidFill>
                  <a:srgbClr val="000000"/>
                </a:solidFill>
              </a:rPr>
              <a:t> search clients and export their contact details to Excel, from a plain-language request.</a:t>
            </a:r>
          </a:p>
          <a:p>
            <a:pPr marL="342900" indent="-342900">
              <a:spcAft>
                <a:spcPts val="800"/>
              </a:spcAft>
              <a:buFont typeface="+mj-lt"/>
              <a:buChar char="•"/>
            </a:pPr>
            <a:r>
              <a:rPr lang="en-US" sz="1500" b="1">
                <a:solidFill>
                  <a:srgbClr val="000000"/>
                </a:solidFill>
              </a:rPr>
              <a:t>Works with your files and tools:</a:t>
            </a:r>
            <a:r>
              <a:rPr lang="en-US" sz="1500">
                <a:solidFill>
                  <a:srgbClr val="000000"/>
                </a:solidFill>
              </a:rPr>
              <a:t> reads a staff spreadsheet, calls the API, runs and tests the code.</a:t>
            </a:r>
          </a:p>
          <a:p>
            <a:pPr marL="342900" indent="-342900">
              <a:spcAft>
                <a:spcPts val="800"/>
              </a:spcAft>
              <a:buFont typeface="+mj-lt"/>
              <a:buChar char="•"/>
            </a:pPr>
            <a:r>
              <a:rPr lang="en-US" sz="1500" b="1">
                <a:solidFill>
                  <a:srgbClr val="000000"/>
                </a:solidFill>
              </a:rPr>
              <a:t>Builds in the safeguards you ask for:</a:t>
            </a:r>
            <a:r>
              <a:rPr lang="en-US" sz="1500">
                <a:solidFill>
                  <a:srgbClr val="000000"/>
                </a:solidFill>
              </a:rPr>
              <a:t> a preview and approval step before syncing addresses.</a:t>
            </a:r>
            <a:endParaRPr lang="en-CA" sz="1500">
              <a:solidFill>
                <a:srgbClr val="000000"/>
              </a:solidFill>
            </a:endParaRPr>
          </a:p>
        </p:txBody>
      </p:sp>
      <p:sp>
        <p:nvSpPr>
          <p:cNvPr id="46" name="Coding agent - value">
            <a:extLst>
              <a:ext uri="{FF2B5EF4-FFF2-40B4-BE49-F238E27FC236}">
                <a16:creationId xmlns:a16="http://schemas.microsoft.com/office/drawing/2014/main" id="{397C87D9-CB29-F04C-1ECA-9AE60B67ACEA}"/>
              </a:ext>
            </a:extLst>
          </p:cNvPr>
          <p:cNvSpPr txBox="1"/>
          <p:nvPr/>
        </p:nvSpPr>
        <p:spPr>
          <a:xfrm>
            <a:off x="8174736" y="5440680"/>
            <a:ext cx="3566160" cy="822960"/>
          </a:xfrm>
          <a:prstGeom prst="rect">
            <a:avLst/>
          </a:prstGeom>
          <a:noFill/>
        </p:spPr>
        <p:txBody>
          <a:bodyPr vert="horz" wrap="square" rtlCol="0">
            <a:noAutofit/>
          </a:bodyPr>
          <a:lstStyle/>
          <a:p>
            <a:pPr>
              <a:spcAft>
                <a:spcPts val="600"/>
              </a:spcAft>
            </a:pPr>
            <a:r>
              <a:rPr lang="en-US" sz="1500" b="1">
                <a:solidFill>
                  <a:srgbClr val="000000"/>
                </a:solidFill>
              </a:rPr>
              <a:t>Value:</a:t>
            </a:r>
            <a:r>
              <a:rPr lang="en-US" sz="1500">
                <a:solidFill>
                  <a:srgbClr val="000000"/>
                </a:solidFill>
              </a:rPr>
              <a:t> new applications, built and tested in your own environment, that run without AI each time.</a:t>
            </a:r>
            <a:endParaRPr lang="en-CA" sz="1500">
              <a:solidFill>
                <a:srgbClr val="000000"/>
              </a:solidFill>
            </a:endParaRPr>
          </a:p>
        </p:txBody>
      </p:sp>
    </p:spTree>
    <p:custDataLst>
      <p:tags r:id="rId1"/>
    </p:custDataLst>
    <p:extLst>
      <p:ext uri="{BB962C8B-B14F-4D97-AF65-F5344CB8AC3E}">
        <p14:creationId xmlns:p14="http://schemas.microsoft.com/office/powerpoint/2010/main" val="3134927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A3637FD-4134-09FE-8F35-B0D77EADFE3F}"/>
              </a:ext>
            </a:extLst>
          </p:cNvPr>
          <p:cNvSpPr>
            <a:spLocks noGrp="1"/>
          </p:cNvSpPr>
          <p:nvPr>
            <p:ph type="sldNum" sz="quarter" idx="13"/>
          </p:nvPr>
        </p:nvSpPr>
        <p:spPr/>
        <p:txBody>
          <a:bodyPr/>
          <a:lstStyle/>
          <a:p>
            <a:fld id="{C3C3236D-FB65-584A-8227-5A449D06E62A}" type="slidenum">
              <a:rPr lang="en-US" smtClean="0"/>
              <a:pPr/>
              <a:t>23</a:t>
            </a:fld>
            <a:endParaRPr lang="en-US"/>
          </a:p>
        </p:txBody>
      </p:sp>
      <p:sp>
        <p:nvSpPr>
          <p:cNvPr id="6" name="Footer Placeholder 5">
            <a:extLst>
              <a:ext uri="{FF2B5EF4-FFF2-40B4-BE49-F238E27FC236}">
                <a16:creationId xmlns:a16="http://schemas.microsoft.com/office/drawing/2014/main" id="{CA9BAFA3-B32A-738E-7F27-4DBA324BA972}"/>
              </a:ext>
            </a:extLst>
          </p:cNvPr>
          <p:cNvSpPr>
            <a:spLocks noGrp="1"/>
          </p:cNvSpPr>
          <p:nvPr>
            <p:ph type="ftr" sz="quarter" idx="18"/>
          </p:nvPr>
        </p:nvSpPr>
        <p:spPr/>
        <p:txBody>
          <a:bodyPr/>
          <a:lstStyle/>
          <a:p>
            <a:r>
              <a:rPr lang="en-US"/>
              <a:t>#CCHConnections</a:t>
            </a:r>
            <a:endParaRPr lang="en-US" dirty="0"/>
          </a:p>
        </p:txBody>
      </p:sp>
      <p:sp>
        <p:nvSpPr>
          <p:cNvPr id="25" name="Title 1">
            <a:extLst>
              <a:ext uri="{FF2B5EF4-FFF2-40B4-BE49-F238E27FC236}">
                <a16:creationId xmlns:a16="http://schemas.microsoft.com/office/drawing/2014/main" id="{09389E57-2B23-FE04-62EE-1988D2930F48}"/>
              </a:ext>
            </a:extLst>
          </p:cNvPr>
          <p:cNvSpPr>
            <a:spLocks noGrp="1"/>
          </p:cNvSpPr>
          <p:nvPr>
            <p:ph type="title"/>
          </p:nvPr>
        </p:nvSpPr>
        <p:spPr>
          <a:xfrm>
            <a:off x="457200" y="365760"/>
            <a:ext cx="11247120" cy="822960"/>
          </a:xfrm>
        </p:spPr>
        <p:txBody>
          <a:bodyPr>
            <a:normAutofit/>
          </a:bodyPr>
          <a:lstStyle/>
          <a:p>
            <a:r>
              <a:rPr lang="en-US" sz="3400"/>
              <a:t>AI can build your tool, or be a step inside it</a:t>
            </a:r>
            <a:endParaRPr lang="en-CA" sz="3400"/>
          </a:p>
        </p:txBody>
      </p:sp>
      <p:sp>
        <p:nvSpPr>
          <p:cNvPr id="26" name="AI builds the tool - name">
            <a:extLst>
              <a:ext uri="{FF2B5EF4-FFF2-40B4-BE49-F238E27FC236}">
                <a16:creationId xmlns:a16="http://schemas.microsoft.com/office/drawing/2014/main" id="{11C76389-B6E2-376C-05B4-52A4E036A6B0}"/>
              </a:ext>
            </a:extLst>
          </p:cNvPr>
          <p:cNvSpPr txBox="1"/>
          <p:nvPr/>
        </p:nvSpPr>
        <p:spPr>
          <a:xfrm>
            <a:off x="457200" y="1417320"/>
            <a:ext cx="5394960" cy="1097280"/>
          </a:xfrm>
          <a:prstGeom prst="rect">
            <a:avLst/>
          </a:prstGeom>
          <a:noFill/>
        </p:spPr>
        <p:txBody>
          <a:bodyPr vert="horz" wrap="square" rtlCol="0">
            <a:noAutofit/>
          </a:bodyPr>
          <a:lstStyle/>
          <a:p>
            <a:pPr>
              <a:spcAft>
                <a:spcPts val="600"/>
              </a:spcAft>
            </a:pPr>
            <a:r>
              <a:rPr lang="en-US" sz="2200" b="1">
                <a:solidFill>
                  <a:srgbClr val="000000"/>
                </a:solidFill>
              </a:rPr>
              <a:t>AI builds the tool</a:t>
            </a:r>
          </a:p>
          <a:p>
            <a:pPr>
              <a:spcAft>
                <a:spcPts val="600"/>
              </a:spcAft>
            </a:pPr>
            <a:r>
              <a:rPr lang="en-US" sz="1500" i="1">
                <a:solidFill>
                  <a:srgbClr val="000000"/>
                </a:solidFill>
              </a:rPr>
              <a:t>Build time: a coding agent creates the application once.</a:t>
            </a:r>
            <a:endParaRPr lang="en-CA" sz="1500" i="1">
              <a:solidFill>
                <a:srgbClr val="000000"/>
              </a:solidFill>
            </a:endParaRPr>
          </a:p>
        </p:txBody>
      </p:sp>
      <p:sp>
        <p:nvSpPr>
          <p:cNvPr id="27" name="AI builds the tool - examples">
            <a:extLst>
              <a:ext uri="{FF2B5EF4-FFF2-40B4-BE49-F238E27FC236}">
                <a16:creationId xmlns:a16="http://schemas.microsoft.com/office/drawing/2014/main" id="{9F4DBB19-D47F-0032-3A31-03C5AF8DE01C}"/>
              </a:ext>
            </a:extLst>
          </p:cNvPr>
          <p:cNvSpPr txBox="1"/>
          <p:nvPr/>
        </p:nvSpPr>
        <p:spPr>
          <a:xfrm>
            <a:off x="457200" y="2606040"/>
            <a:ext cx="5394960" cy="2743200"/>
          </a:xfrm>
          <a:prstGeom prst="rect">
            <a:avLst/>
          </a:prstGeom>
          <a:noFill/>
        </p:spPr>
        <p:txBody>
          <a:bodyPr vert="horz" wrap="square" rtlCol="0">
            <a:noAutofit/>
          </a:bodyPr>
          <a:lstStyle/>
          <a:p>
            <a:pPr>
              <a:spcAft>
                <a:spcPts val="600"/>
              </a:spcAft>
            </a:pPr>
            <a:r>
              <a:rPr lang="en-US" sz="1500" b="1">
                <a:solidFill>
                  <a:srgbClr val="000000"/>
                </a:solidFill>
              </a:rPr>
              <a:t>How it works</a:t>
            </a:r>
          </a:p>
          <a:p>
            <a:pPr marL="342900" indent="-342900">
              <a:spcAft>
                <a:spcPts val="800"/>
              </a:spcAft>
              <a:buFont typeface="+mj-lt"/>
              <a:buChar char="•"/>
            </a:pPr>
            <a:r>
              <a:rPr lang="en-US" sz="1500">
                <a:solidFill>
                  <a:srgbClr val="000000"/>
                </a:solidFill>
              </a:rPr>
              <a:t>The coding agent writes and tests the application.</a:t>
            </a:r>
          </a:p>
          <a:p>
            <a:pPr marL="342900" indent="-342900">
              <a:spcAft>
                <a:spcPts val="800"/>
              </a:spcAft>
              <a:buFont typeface="+mj-lt"/>
              <a:buChar char="•"/>
            </a:pPr>
            <a:r>
              <a:rPr lang="en-US" sz="1500">
                <a:solidFill>
                  <a:srgbClr val="000000"/>
                </a:solidFill>
              </a:rPr>
              <a:t>The application then calls the API on its own, every time it runs.</a:t>
            </a:r>
          </a:p>
          <a:p>
            <a:pPr marL="342900" indent="-342900">
              <a:spcAft>
                <a:spcPts val="800"/>
              </a:spcAft>
              <a:buFont typeface="+mj-lt"/>
              <a:buChar char="•"/>
            </a:pPr>
            <a:r>
              <a:rPr lang="en-US" sz="1500">
                <a:solidFill>
                  <a:srgbClr val="000000"/>
                </a:solidFill>
              </a:rPr>
              <a:t>Suits repeatable work with clear rules: comparing staff records, exporting client contacts.</a:t>
            </a:r>
          </a:p>
          <a:p>
            <a:pPr marL="342900" indent="-342900">
              <a:spcAft>
                <a:spcPts val="800"/>
              </a:spcAft>
              <a:buFont typeface="+mj-lt"/>
              <a:buChar char="•"/>
            </a:pPr>
            <a:r>
              <a:rPr lang="en-US" sz="1500">
                <a:solidFill>
                  <a:srgbClr val="000000"/>
                </a:solidFill>
              </a:rPr>
              <a:t>Same steps, same result, every run.</a:t>
            </a:r>
            <a:endParaRPr lang="en-CA" sz="1500">
              <a:solidFill>
                <a:srgbClr val="000000"/>
              </a:solidFill>
            </a:endParaRPr>
          </a:p>
        </p:txBody>
      </p:sp>
      <p:sp>
        <p:nvSpPr>
          <p:cNvPr id="28" name="AI builds the tool - value">
            <a:extLst>
              <a:ext uri="{FF2B5EF4-FFF2-40B4-BE49-F238E27FC236}">
                <a16:creationId xmlns:a16="http://schemas.microsoft.com/office/drawing/2014/main" id="{9BF1EBA5-C1D7-85F3-7B38-CA6079286CB0}"/>
              </a:ext>
            </a:extLst>
          </p:cNvPr>
          <p:cNvSpPr txBox="1"/>
          <p:nvPr/>
        </p:nvSpPr>
        <p:spPr>
          <a:xfrm>
            <a:off x="457200" y="5440680"/>
            <a:ext cx="5394960" cy="822960"/>
          </a:xfrm>
          <a:prstGeom prst="rect">
            <a:avLst/>
          </a:prstGeom>
          <a:noFill/>
        </p:spPr>
        <p:txBody>
          <a:bodyPr vert="horz" wrap="square" rtlCol="0">
            <a:noAutofit/>
          </a:bodyPr>
          <a:lstStyle/>
          <a:p>
            <a:pPr>
              <a:spcAft>
                <a:spcPts val="600"/>
              </a:spcAft>
            </a:pPr>
            <a:r>
              <a:rPr lang="en-US" sz="1500" b="1">
                <a:solidFill>
                  <a:srgbClr val="000000"/>
                </a:solidFill>
              </a:rPr>
              <a:t>Cost:</a:t>
            </a:r>
            <a:r>
              <a:rPr lang="en-US" sz="1500">
                <a:solidFill>
                  <a:srgbClr val="000000"/>
                </a:solidFill>
              </a:rPr>
              <a:t> AI while you build it; none each time it runs.</a:t>
            </a:r>
            <a:endParaRPr lang="en-CA" sz="1500">
              <a:solidFill>
                <a:srgbClr val="000000"/>
              </a:solidFill>
            </a:endParaRPr>
          </a:p>
        </p:txBody>
      </p:sp>
      <p:sp>
        <p:nvSpPr>
          <p:cNvPr id="29" name="AI is a step inside the tool - name">
            <a:extLst>
              <a:ext uri="{FF2B5EF4-FFF2-40B4-BE49-F238E27FC236}">
                <a16:creationId xmlns:a16="http://schemas.microsoft.com/office/drawing/2014/main" id="{B6EB8135-1475-3D7A-A659-59A0DCB3D02C}"/>
              </a:ext>
            </a:extLst>
          </p:cNvPr>
          <p:cNvSpPr txBox="1"/>
          <p:nvPr/>
        </p:nvSpPr>
        <p:spPr>
          <a:xfrm>
            <a:off x="6309360" y="1417320"/>
            <a:ext cx="5394960" cy="1097280"/>
          </a:xfrm>
          <a:prstGeom prst="rect">
            <a:avLst/>
          </a:prstGeom>
          <a:noFill/>
        </p:spPr>
        <p:txBody>
          <a:bodyPr vert="horz" wrap="square" rtlCol="0">
            <a:noAutofit/>
          </a:bodyPr>
          <a:lstStyle/>
          <a:p>
            <a:pPr>
              <a:spcAft>
                <a:spcPts val="600"/>
              </a:spcAft>
            </a:pPr>
            <a:r>
              <a:rPr lang="en-US" sz="2200" b="1">
                <a:solidFill>
                  <a:srgbClr val="000000"/>
                </a:solidFill>
              </a:rPr>
              <a:t>AI is a step inside the tool</a:t>
            </a:r>
          </a:p>
          <a:p>
            <a:pPr>
              <a:spcAft>
                <a:spcPts val="600"/>
              </a:spcAft>
            </a:pPr>
            <a:r>
              <a:rPr lang="en-US" sz="1500" i="1">
                <a:solidFill>
                  <a:srgbClr val="000000"/>
                </a:solidFill>
              </a:rPr>
              <a:t>Run time: an agent handles each request.</a:t>
            </a:r>
            <a:endParaRPr lang="en-CA" sz="1500" i="1">
              <a:solidFill>
                <a:srgbClr val="000000"/>
              </a:solidFill>
            </a:endParaRPr>
          </a:p>
        </p:txBody>
      </p:sp>
      <p:sp>
        <p:nvSpPr>
          <p:cNvPr id="30" name="AI is a step inside the tool - examples">
            <a:extLst>
              <a:ext uri="{FF2B5EF4-FFF2-40B4-BE49-F238E27FC236}">
                <a16:creationId xmlns:a16="http://schemas.microsoft.com/office/drawing/2014/main" id="{E3B10F9C-7794-CD33-C5C4-0A973B6EBFFF}"/>
              </a:ext>
            </a:extLst>
          </p:cNvPr>
          <p:cNvSpPr txBox="1"/>
          <p:nvPr/>
        </p:nvSpPr>
        <p:spPr>
          <a:xfrm>
            <a:off x="6309360" y="2606040"/>
            <a:ext cx="5394960" cy="2743200"/>
          </a:xfrm>
          <a:prstGeom prst="rect">
            <a:avLst/>
          </a:prstGeom>
          <a:noFill/>
        </p:spPr>
        <p:txBody>
          <a:bodyPr vert="horz" wrap="square" rtlCol="0">
            <a:noAutofit/>
          </a:bodyPr>
          <a:lstStyle/>
          <a:p>
            <a:pPr>
              <a:spcAft>
                <a:spcPts val="600"/>
              </a:spcAft>
            </a:pPr>
            <a:r>
              <a:rPr lang="en-US" sz="1500" b="1">
                <a:solidFill>
                  <a:srgbClr val="000000"/>
                </a:solidFill>
              </a:rPr>
              <a:t>How it works</a:t>
            </a:r>
          </a:p>
          <a:p>
            <a:pPr marL="342900" indent="-342900">
              <a:spcAft>
                <a:spcPts val="800"/>
              </a:spcAft>
              <a:buFont typeface="+mj-lt"/>
              <a:buChar char="•"/>
            </a:pPr>
            <a:r>
              <a:rPr lang="en-US" sz="1500">
                <a:solidFill>
                  <a:srgbClr val="000000"/>
                </a:solidFill>
              </a:rPr>
              <a:t>The agent interprets the request, calls the API and reasons over the response, often across several steps.</a:t>
            </a:r>
          </a:p>
          <a:p>
            <a:pPr marL="342900" indent="-342900">
              <a:spcAft>
                <a:spcPts val="800"/>
              </a:spcAft>
              <a:buFont typeface="+mj-lt"/>
              <a:buChar char="•"/>
            </a:pPr>
            <a:r>
              <a:rPr lang="en-US" sz="1500">
                <a:solidFill>
                  <a:srgbClr val="000000"/>
                </a:solidFill>
              </a:rPr>
              <a:t>Build it yourself, with a coding agent or with a platform such as Copilot Studio.</a:t>
            </a:r>
          </a:p>
          <a:p>
            <a:pPr marL="342900" indent="-342900">
              <a:spcAft>
                <a:spcPts val="800"/>
              </a:spcAft>
              <a:buFont typeface="+mj-lt"/>
              <a:buChar char="•"/>
            </a:pPr>
            <a:r>
              <a:rPr lang="en-US" sz="1500">
                <a:solidFill>
                  <a:srgbClr val="000000"/>
                </a:solidFill>
              </a:rPr>
              <a:t>Suits questions that vary: "Which of this client's returns are still in preparation?"</a:t>
            </a:r>
          </a:p>
          <a:p>
            <a:pPr marL="342900" indent="-342900">
              <a:spcAft>
                <a:spcPts val="800"/>
              </a:spcAft>
              <a:buFont typeface="+mj-lt"/>
              <a:buChar char="•"/>
            </a:pPr>
            <a:r>
              <a:rPr lang="en-US" sz="1500">
                <a:solidFill>
                  <a:srgbClr val="000000"/>
                </a:solidFill>
              </a:rPr>
              <a:t>Answers vary with the request; review them.</a:t>
            </a:r>
            <a:endParaRPr lang="en-CA" sz="1500">
              <a:solidFill>
                <a:srgbClr val="000000"/>
              </a:solidFill>
            </a:endParaRPr>
          </a:p>
        </p:txBody>
      </p:sp>
      <p:sp>
        <p:nvSpPr>
          <p:cNvPr id="31" name="AI is a step inside the tool - value">
            <a:extLst>
              <a:ext uri="{FF2B5EF4-FFF2-40B4-BE49-F238E27FC236}">
                <a16:creationId xmlns:a16="http://schemas.microsoft.com/office/drawing/2014/main" id="{71AACDC4-2B66-1440-8E26-5A812D452079}"/>
              </a:ext>
            </a:extLst>
          </p:cNvPr>
          <p:cNvSpPr txBox="1"/>
          <p:nvPr/>
        </p:nvSpPr>
        <p:spPr>
          <a:xfrm>
            <a:off x="6309360" y="5440680"/>
            <a:ext cx="5394960" cy="822960"/>
          </a:xfrm>
          <a:prstGeom prst="rect">
            <a:avLst/>
          </a:prstGeom>
          <a:noFill/>
        </p:spPr>
        <p:txBody>
          <a:bodyPr vert="horz" wrap="square" rtlCol="0">
            <a:noAutofit/>
          </a:bodyPr>
          <a:lstStyle/>
          <a:p>
            <a:pPr>
              <a:spcAft>
                <a:spcPts val="600"/>
              </a:spcAft>
            </a:pPr>
            <a:r>
              <a:rPr lang="en-US" sz="1500" b="1">
                <a:solidFill>
                  <a:srgbClr val="000000"/>
                </a:solidFill>
              </a:rPr>
              <a:t>Cost:</a:t>
            </a:r>
            <a:r>
              <a:rPr lang="en-US" sz="1500">
                <a:solidFill>
                  <a:srgbClr val="000000"/>
                </a:solidFill>
              </a:rPr>
              <a:t> AI on every request it handles.</a:t>
            </a:r>
            <a:endParaRPr lang="en-CA" sz="1500">
              <a:solidFill>
                <a:srgbClr val="000000"/>
              </a:solidFill>
            </a:endParaRPr>
          </a:p>
        </p:txBody>
      </p:sp>
    </p:spTree>
    <p:custDataLst>
      <p:tags r:id="rId1"/>
    </p:custDataLst>
    <p:extLst>
      <p:ext uri="{BB962C8B-B14F-4D97-AF65-F5344CB8AC3E}">
        <p14:creationId xmlns:p14="http://schemas.microsoft.com/office/powerpoint/2010/main" val="714745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BEF1C32-BE9B-4C38-6EC6-27A249690AF3}"/>
              </a:ext>
            </a:extLst>
          </p:cNvPr>
          <p:cNvSpPr>
            <a:spLocks noGrp="1"/>
          </p:cNvSpPr>
          <p:nvPr>
            <p:ph type="sldNum" sz="quarter" idx="13"/>
          </p:nvPr>
        </p:nvSpPr>
        <p:spPr/>
        <p:txBody>
          <a:bodyPr/>
          <a:lstStyle/>
          <a:p>
            <a:fld id="{C3C3236D-FB65-584A-8227-5A449D06E62A}" type="slidenum">
              <a:rPr lang="en-US" smtClean="0"/>
              <a:pPr/>
              <a:t>24</a:t>
            </a:fld>
            <a:endParaRPr lang="en-US"/>
          </a:p>
        </p:txBody>
      </p:sp>
      <p:sp>
        <p:nvSpPr>
          <p:cNvPr id="6" name="Footer Placeholder 5">
            <a:extLst>
              <a:ext uri="{FF2B5EF4-FFF2-40B4-BE49-F238E27FC236}">
                <a16:creationId xmlns:a16="http://schemas.microsoft.com/office/drawing/2014/main" id="{A5C173E9-D1EB-8876-A932-AEC0AFD208F0}"/>
              </a:ext>
            </a:extLst>
          </p:cNvPr>
          <p:cNvSpPr>
            <a:spLocks noGrp="1"/>
          </p:cNvSpPr>
          <p:nvPr>
            <p:ph type="ftr" sz="quarter" idx="18"/>
          </p:nvPr>
        </p:nvSpPr>
        <p:spPr/>
        <p:txBody>
          <a:bodyPr/>
          <a:lstStyle/>
          <a:p>
            <a:r>
              <a:rPr lang="en-US"/>
              <a:t>#CCHConnections</a:t>
            </a:r>
            <a:endParaRPr lang="en-US" dirty="0"/>
          </a:p>
        </p:txBody>
      </p:sp>
      <p:sp>
        <p:nvSpPr>
          <p:cNvPr id="11" name="Title 1">
            <a:extLst>
              <a:ext uri="{FF2B5EF4-FFF2-40B4-BE49-F238E27FC236}">
                <a16:creationId xmlns:a16="http://schemas.microsoft.com/office/drawing/2014/main" id="{2C32AB3B-1092-07C6-640F-615191E6D69B}"/>
              </a:ext>
            </a:extLst>
          </p:cNvPr>
          <p:cNvSpPr>
            <a:spLocks noGrp="1"/>
          </p:cNvSpPr>
          <p:nvPr>
            <p:ph type="title"/>
          </p:nvPr>
        </p:nvSpPr>
        <p:spPr>
          <a:xfrm>
            <a:off x="457200" y="365760"/>
            <a:ext cx="11247120" cy="822960"/>
          </a:xfrm>
        </p:spPr>
        <p:txBody>
          <a:bodyPr>
            <a:normAutofit/>
          </a:bodyPr>
          <a:lstStyle/>
          <a:p>
            <a:r>
              <a:rPr lang="en-CA" sz="3400"/>
              <a:t>Your expertise, multiplied</a:t>
            </a:r>
          </a:p>
        </p:txBody>
      </p:sp>
      <p:sp>
        <p:nvSpPr>
          <p:cNvPr id="12" name="Your process - name">
            <a:extLst>
              <a:ext uri="{FF2B5EF4-FFF2-40B4-BE49-F238E27FC236}">
                <a16:creationId xmlns:a16="http://schemas.microsoft.com/office/drawing/2014/main" id="{B3090171-A987-EDF7-4F93-E79D1A59DE54}"/>
              </a:ext>
            </a:extLst>
          </p:cNvPr>
          <p:cNvSpPr txBox="1"/>
          <p:nvPr/>
        </p:nvSpPr>
        <p:spPr>
          <a:xfrm>
            <a:off x="457200" y="2514600"/>
            <a:ext cx="3200400" cy="640080"/>
          </a:xfrm>
          <a:prstGeom prst="rect">
            <a:avLst/>
          </a:prstGeom>
          <a:noFill/>
        </p:spPr>
        <p:txBody>
          <a:bodyPr vert="horz" wrap="square" rtlCol="0">
            <a:noAutofit/>
          </a:bodyPr>
          <a:lstStyle/>
          <a:p>
            <a:pPr algn="ctr">
              <a:spcAft>
                <a:spcPts val="600"/>
              </a:spcAft>
            </a:pPr>
            <a:r>
              <a:rPr lang="en-CA" sz="2600" b="1">
                <a:solidFill>
                  <a:srgbClr val="000000"/>
                </a:solidFill>
              </a:rPr>
              <a:t>Your process</a:t>
            </a:r>
          </a:p>
        </p:txBody>
      </p:sp>
      <p:sp>
        <p:nvSpPr>
          <p:cNvPr id="13" name="Your process - caption">
            <a:extLst>
              <a:ext uri="{FF2B5EF4-FFF2-40B4-BE49-F238E27FC236}">
                <a16:creationId xmlns:a16="http://schemas.microsoft.com/office/drawing/2014/main" id="{0BD982E1-1005-E9AD-3AB8-D188176839B8}"/>
              </a:ext>
            </a:extLst>
          </p:cNvPr>
          <p:cNvSpPr txBox="1"/>
          <p:nvPr/>
        </p:nvSpPr>
        <p:spPr>
          <a:xfrm>
            <a:off x="457200" y="3246120"/>
            <a:ext cx="3200400" cy="1280160"/>
          </a:xfrm>
          <a:prstGeom prst="rect">
            <a:avLst/>
          </a:prstGeom>
          <a:noFill/>
        </p:spPr>
        <p:txBody>
          <a:bodyPr vert="horz" wrap="square" rtlCol="0">
            <a:noAutofit/>
          </a:bodyPr>
          <a:lstStyle/>
          <a:p>
            <a:pPr algn="ctr">
              <a:spcAft>
                <a:spcPts val="600"/>
              </a:spcAft>
            </a:pPr>
            <a:r>
              <a:rPr lang="en-US" sz="1600">
                <a:solidFill>
                  <a:srgbClr val="000000"/>
                </a:solidFill>
              </a:rPr>
              <a:t>You know the workflow and what correct looks like.</a:t>
            </a:r>
            <a:endParaRPr lang="en-CA" sz="1600">
              <a:solidFill>
                <a:srgbClr val="000000"/>
              </a:solidFill>
            </a:endParaRPr>
          </a:p>
        </p:txBody>
      </p:sp>
      <p:sp>
        <p:nvSpPr>
          <p:cNvPr id="14" name="multiply">
            <a:extLst>
              <a:ext uri="{FF2B5EF4-FFF2-40B4-BE49-F238E27FC236}">
                <a16:creationId xmlns:a16="http://schemas.microsoft.com/office/drawing/2014/main" id="{017AE0D6-1E67-8CDB-307C-3D1D20EC97E2}"/>
              </a:ext>
            </a:extLst>
          </p:cNvPr>
          <p:cNvSpPr txBox="1"/>
          <p:nvPr/>
        </p:nvSpPr>
        <p:spPr>
          <a:xfrm>
            <a:off x="3657600" y="2377440"/>
            <a:ext cx="841248" cy="731520"/>
          </a:xfrm>
          <a:prstGeom prst="rect">
            <a:avLst/>
          </a:prstGeom>
          <a:noFill/>
        </p:spPr>
        <p:txBody>
          <a:bodyPr vert="horz" wrap="square" rtlCol="0">
            <a:noAutofit/>
          </a:bodyPr>
          <a:lstStyle/>
          <a:p>
            <a:pPr algn="ctr">
              <a:spcAft>
                <a:spcPts val="600"/>
              </a:spcAft>
            </a:pPr>
            <a:r>
              <a:rPr lang="en-CA" sz="4400">
                <a:solidFill>
                  <a:srgbClr val="000000"/>
                </a:solidFill>
              </a:rPr>
              <a:t>×</a:t>
            </a:r>
          </a:p>
        </p:txBody>
      </p:sp>
      <p:sp>
        <p:nvSpPr>
          <p:cNvPr id="15" name="CCH Axcess data - name">
            <a:extLst>
              <a:ext uri="{FF2B5EF4-FFF2-40B4-BE49-F238E27FC236}">
                <a16:creationId xmlns:a16="http://schemas.microsoft.com/office/drawing/2014/main" id="{F01AAE5E-626F-0AE1-814B-DD50CEA3658C}"/>
              </a:ext>
            </a:extLst>
          </p:cNvPr>
          <p:cNvSpPr txBox="1"/>
          <p:nvPr/>
        </p:nvSpPr>
        <p:spPr>
          <a:xfrm>
            <a:off x="4498848" y="2514600"/>
            <a:ext cx="3200400" cy="640080"/>
          </a:xfrm>
          <a:prstGeom prst="rect">
            <a:avLst/>
          </a:prstGeom>
          <a:noFill/>
        </p:spPr>
        <p:txBody>
          <a:bodyPr vert="horz" wrap="square" rtlCol="0">
            <a:noAutofit/>
          </a:bodyPr>
          <a:lstStyle/>
          <a:p>
            <a:pPr algn="ctr">
              <a:spcAft>
                <a:spcPts val="600"/>
              </a:spcAft>
            </a:pPr>
            <a:r>
              <a:rPr lang="en-CA" sz="2600" b="1">
                <a:solidFill>
                  <a:srgbClr val="000000"/>
                </a:solidFill>
              </a:rPr>
              <a:t>CCH Axcess data</a:t>
            </a:r>
          </a:p>
        </p:txBody>
      </p:sp>
      <p:sp>
        <p:nvSpPr>
          <p:cNvPr id="16" name="CCH Axcess data - caption">
            <a:extLst>
              <a:ext uri="{FF2B5EF4-FFF2-40B4-BE49-F238E27FC236}">
                <a16:creationId xmlns:a16="http://schemas.microsoft.com/office/drawing/2014/main" id="{E41ACEB6-7F4D-ED9F-0CB1-069E88F0E87D}"/>
              </a:ext>
            </a:extLst>
          </p:cNvPr>
          <p:cNvSpPr txBox="1"/>
          <p:nvPr/>
        </p:nvSpPr>
        <p:spPr>
          <a:xfrm>
            <a:off x="4498848" y="3246120"/>
            <a:ext cx="3200400" cy="1280160"/>
          </a:xfrm>
          <a:prstGeom prst="rect">
            <a:avLst/>
          </a:prstGeom>
          <a:noFill/>
        </p:spPr>
        <p:txBody>
          <a:bodyPr vert="horz" wrap="square" rtlCol="0">
            <a:noAutofit/>
          </a:bodyPr>
          <a:lstStyle/>
          <a:p>
            <a:pPr algn="ctr">
              <a:spcAft>
                <a:spcPts val="600"/>
              </a:spcAft>
            </a:pPr>
            <a:r>
              <a:rPr lang="en-US" sz="1600">
                <a:solidFill>
                  <a:srgbClr val="000000"/>
                </a:solidFill>
              </a:rPr>
              <a:t>The firm data the workflow runs on, reachable through the APIs.</a:t>
            </a:r>
            <a:endParaRPr lang="en-CA" sz="1600">
              <a:solidFill>
                <a:srgbClr val="000000"/>
              </a:solidFill>
            </a:endParaRPr>
          </a:p>
        </p:txBody>
      </p:sp>
      <p:sp>
        <p:nvSpPr>
          <p:cNvPr id="17" name="multiply">
            <a:extLst>
              <a:ext uri="{FF2B5EF4-FFF2-40B4-BE49-F238E27FC236}">
                <a16:creationId xmlns:a16="http://schemas.microsoft.com/office/drawing/2014/main" id="{01812991-1685-BF1A-E3E5-2780C2F165C2}"/>
              </a:ext>
            </a:extLst>
          </p:cNvPr>
          <p:cNvSpPr txBox="1"/>
          <p:nvPr/>
        </p:nvSpPr>
        <p:spPr>
          <a:xfrm>
            <a:off x="7699248" y="2377440"/>
            <a:ext cx="841248" cy="731520"/>
          </a:xfrm>
          <a:prstGeom prst="rect">
            <a:avLst/>
          </a:prstGeom>
          <a:noFill/>
        </p:spPr>
        <p:txBody>
          <a:bodyPr vert="horz" wrap="square" rtlCol="0">
            <a:noAutofit/>
          </a:bodyPr>
          <a:lstStyle/>
          <a:p>
            <a:pPr algn="ctr">
              <a:spcAft>
                <a:spcPts val="600"/>
              </a:spcAft>
            </a:pPr>
            <a:r>
              <a:rPr lang="en-CA" sz="4400">
                <a:solidFill>
                  <a:srgbClr val="000000"/>
                </a:solidFill>
              </a:rPr>
              <a:t>×</a:t>
            </a:r>
          </a:p>
        </p:txBody>
      </p:sp>
      <p:sp>
        <p:nvSpPr>
          <p:cNvPr id="18" name="Microsoft platforms - name">
            <a:extLst>
              <a:ext uri="{FF2B5EF4-FFF2-40B4-BE49-F238E27FC236}">
                <a16:creationId xmlns:a16="http://schemas.microsoft.com/office/drawing/2014/main" id="{92B2B65F-64DD-BD32-5695-53D7506C14D1}"/>
              </a:ext>
            </a:extLst>
          </p:cNvPr>
          <p:cNvSpPr txBox="1"/>
          <p:nvPr/>
        </p:nvSpPr>
        <p:spPr>
          <a:xfrm>
            <a:off x="8540496" y="2514600"/>
            <a:ext cx="3200400" cy="640080"/>
          </a:xfrm>
          <a:prstGeom prst="rect">
            <a:avLst/>
          </a:prstGeom>
          <a:noFill/>
        </p:spPr>
        <p:txBody>
          <a:bodyPr vert="horz" wrap="square" rtlCol="0">
            <a:noAutofit/>
          </a:bodyPr>
          <a:lstStyle/>
          <a:p>
            <a:pPr algn="ctr">
              <a:spcAft>
                <a:spcPts val="600"/>
              </a:spcAft>
            </a:pPr>
            <a:r>
              <a:rPr lang="en-CA" sz="2600" b="1">
                <a:solidFill>
                  <a:srgbClr val="000000"/>
                </a:solidFill>
              </a:rPr>
              <a:t>Microsoft platforms</a:t>
            </a:r>
          </a:p>
        </p:txBody>
      </p:sp>
      <p:sp>
        <p:nvSpPr>
          <p:cNvPr id="19" name="Microsoft platforms - caption">
            <a:extLst>
              <a:ext uri="{FF2B5EF4-FFF2-40B4-BE49-F238E27FC236}">
                <a16:creationId xmlns:a16="http://schemas.microsoft.com/office/drawing/2014/main" id="{EF83D8E4-4CB6-84E4-C851-280EC7AC1B6C}"/>
              </a:ext>
            </a:extLst>
          </p:cNvPr>
          <p:cNvSpPr txBox="1"/>
          <p:nvPr/>
        </p:nvSpPr>
        <p:spPr>
          <a:xfrm>
            <a:off x="8540496" y="3246120"/>
            <a:ext cx="3200400" cy="1280160"/>
          </a:xfrm>
          <a:prstGeom prst="rect">
            <a:avLst/>
          </a:prstGeom>
          <a:noFill/>
        </p:spPr>
        <p:txBody>
          <a:bodyPr vert="horz" wrap="square" rtlCol="0">
            <a:noAutofit/>
          </a:bodyPr>
          <a:lstStyle/>
          <a:p>
            <a:pPr algn="ctr">
              <a:spcAft>
                <a:spcPts val="600"/>
              </a:spcAft>
            </a:pPr>
            <a:r>
              <a:rPr lang="en-US" sz="1600">
                <a:solidFill>
                  <a:srgbClr val="000000"/>
                </a:solidFill>
              </a:rPr>
              <a:t>The technology that turns both into tools, from GitHub Copilot to Copilot Studio.</a:t>
            </a:r>
            <a:endParaRPr lang="en-CA" sz="1600">
              <a:solidFill>
                <a:srgbClr val="000000"/>
              </a:solidFill>
            </a:endParaRPr>
          </a:p>
        </p:txBody>
      </p:sp>
    </p:spTree>
    <p:custDataLst>
      <p:tags r:id="rId1"/>
    </p:custDataLst>
    <p:extLst>
      <p:ext uri="{BB962C8B-B14F-4D97-AF65-F5344CB8AC3E}">
        <p14:creationId xmlns:p14="http://schemas.microsoft.com/office/powerpoint/2010/main" val="19444027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D4E033-221A-658F-69A3-BCA0A4F8BBFD}"/>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Match the platform to the work you need to do</a:t>
            </a:r>
            <a:endParaRPr lang="en-CA" sz="32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B65C43E1-C33E-B286-31D7-7F8FCA94B8EA}"/>
              </a:ext>
            </a:extLst>
          </p:cNvPr>
          <p:cNvSpPr>
            <a:spLocks noGrp="1"/>
          </p:cNvSpPr>
          <p:nvPr>
            <p:ph type="sldNum" sz="quarter" idx="13"/>
          </p:nvPr>
        </p:nvSpPr>
        <p:spPr/>
        <p:txBody>
          <a:bodyPr/>
          <a:lstStyle/>
          <a:p>
            <a:fld id="{C3C3236D-FB65-584A-8227-5A449D06E62A}" type="slidenum">
              <a:rPr lang="en-US" smtClean="0"/>
              <a:pPr/>
              <a:t>25</a:t>
            </a:fld>
            <a:endParaRPr lang="en-US"/>
          </a:p>
        </p:txBody>
      </p:sp>
      <p:sp>
        <p:nvSpPr>
          <p:cNvPr id="6" name="Footer Placeholder 5">
            <a:extLst>
              <a:ext uri="{FF2B5EF4-FFF2-40B4-BE49-F238E27FC236}">
                <a16:creationId xmlns:a16="http://schemas.microsoft.com/office/drawing/2014/main" id="{100737C2-4EA9-FFC7-689F-A016701DD57A}"/>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02DF7119-3968-0A01-A62C-9CFF15EFD86D}"/>
              </a:ext>
            </a:extLst>
          </p:cNvPr>
          <p:cNvSpPr/>
          <p:nvPr/>
        </p:nvSpPr>
        <p:spPr>
          <a:xfrm>
            <a:off x="273406" y="1543507"/>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3CD85001-A3A7-09E4-35F1-38E09C880E51}"/>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 an application</a:t>
            </a:r>
          </a:p>
        </p:txBody>
      </p:sp>
      <p:sp>
        <p:nvSpPr>
          <p:cNvPr id="9" name="Card body">
            <a:extLst>
              <a:ext uri="{FF2B5EF4-FFF2-40B4-BE49-F238E27FC236}">
                <a16:creationId xmlns:a16="http://schemas.microsoft.com/office/drawing/2014/main" id="{24867214-DBB5-2867-BEC1-FBF3BDF5A6A0}"/>
              </a:ext>
            </a:extLst>
          </p:cNvPr>
          <p:cNvSpPr txBox="1"/>
          <p:nvPr/>
        </p:nvSpPr>
        <p:spPr>
          <a:xfrm>
            <a:off x="419710" y="2278075"/>
            <a:ext cx="5331866"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GitHub Copilot and Codespaces.</a:t>
            </a:r>
          </a:p>
        </p:txBody>
      </p:sp>
      <p:sp>
        <p:nvSpPr>
          <p:cNvPr id="10" name="Rectangle 9">
            <a:extLst>
              <a:ext uri="{FF2B5EF4-FFF2-40B4-BE49-F238E27FC236}">
                <a16:creationId xmlns:a16="http://schemas.microsoft.com/office/drawing/2014/main" id="{55DFAE39-D89C-EF36-52B0-6F353443CE6F}"/>
              </a:ext>
            </a:extLst>
          </p:cNvPr>
          <p:cNvSpPr/>
          <p:nvPr/>
        </p:nvSpPr>
        <p:spPr>
          <a:xfrm>
            <a:off x="273406" y="3794760"/>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714D1799-0F6F-4742-E5B1-7EB6BE7CFEB9}"/>
              </a:ext>
            </a:extLst>
          </p:cNvPr>
          <p:cNvSpPr txBox="1"/>
          <p:nvPr/>
        </p:nvSpPr>
        <p:spPr>
          <a:xfrm>
            <a:off x="419710" y="394106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 a custom agent</a:t>
            </a:r>
          </a:p>
        </p:txBody>
      </p:sp>
      <p:sp>
        <p:nvSpPr>
          <p:cNvPr id="12" name="Card body">
            <a:extLst>
              <a:ext uri="{FF2B5EF4-FFF2-40B4-BE49-F238E27FC236}">
                <a16:creationId xmlns:a16="http://schemas.microsoft.com/office/drawing/2014/main" id="{8D1628BD-9C60-9370-4FF0-60D698396B11}"/>
              </a:ext>
            </a:extLst>
          </p:cNvPr>
          <p:cNvSpPr txBox="1"/>
          <p:nvPr/>
        </p:nvSpPr>
        <p:spPr>
          <a:xfrm>
            <a:off x="419710" y="4529328"/>
            <a:ext cx="5331866"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Microsoft Foundry.</a:t>
            </a:r>
          </a:p>
        </p:txBody>
      </p:sp>
      <p:sp>
        <p:nvSpPr>
          <p:cNvPr id="13" name="Rectangle 12">
            <a:extLst>
              <a:ext uri="{FF2B5EF4-FFF2-40B4-BE49-F238E27FC236}">
                <a16:creationId xmlns:a16="http://schemas.microsoft.com/office/drawing/2014/main" id="{D8760E0B-CDCD-2E15-8E53-4AE5BEEB7E26}"/>
              </a:ext>
            </a:extLst>
          </p:cNvPr>
          <p:cNvSpPr/>
          <p:nvPr/>
        </p:nvSpPr>
        <p:spPr>
          <a:xfrm>
            <a:off x="6292901" y="1543507"/>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86532EAA-8C49-535C-E46F-0CF4EC55BAE7}"/>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Extend everyday work</a:t>
            </a:r>
          </a:p>
        </p:txBody>
      </p:sp>
      <p:sp>
        <p:nvSpPr>
          <p:cNvPr id="15" name="Card body">
            <a:extLst>
              <a:ext uri="{FF2B5EF4-FFF2-40B4-BE49-F238E27FC236}">
                <a16:creationId xmlns:a16="http://schemas.microsoft.com/office/drawing/2014/main" id="{9A68FFFA-C19F-F2E7-BECA-8E66EEF61830}"/>
              </a:ext>
            </a:extLst>
          </p:cNvPr>
          <p:cNvSpPr txBox="1"/>
          <p:nvPr/>
        </p:nvSpPr>
        <p:spPr>
          <a:xfrm>
            <a:off x="6439205" y="2278075"/>
            <a:ext cx="5201107"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Microsoft 365 Copilot and Copilot Studio.</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51124449-FA83-DA5B-2A13-2E77F495F92A}"/>
              </a:ext>
            </a:extLst>
          </p:cNvPr>
          <p:cNvSpPr/>
          <p:nvPr/>
        </p:nvSpPr>
        <p:spPr>
          <a:xfrm>
            <a:off x="6292901" y="3794760"/>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96D64DE0-9ECE-4F48-C250-4B5A0648292E}"/>
              </a:ext>
            </a:extLst>
          </p:cNvPr>
          <p:cNvSpPr txBox="1"/>
          <p:nvPr/>
        </p:nvSpPr>
        <p:spPr>
          <a:xfrm>
            <a:off x="6439205" y="394106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Oversee agents</a:t>
            </a:r>
          </a:p>
        </p:txBody>
      </p:sp>
      <p:sp>
        <p:nvSpPr>
          <p:cNvPr id="18" name="Card body">
            <a:extLst>
              <a:ext uri="{FF2B5EF4-FFF2-40B4-BE49-F238E27FC236}">
                <a16:creationId xmlns:a16="http://schemas.microsoft.com/office/drawing/2014/main" id="{2F69D5BD-56DD-6E07-A982-0AB2646E1905}"/>
              </a:ext>
            </a:extLst>
          </p:cNvPr>
          <p:cNvSpPr txBox="1"/>
          <p:nvPr/>
        </p:nvSpPr>
        <p:spPr>
          <a:xfrm>
            <a:off x="6439205" y="4529328"/>
            <a:ext cx="5201107"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Microsoft Agent 365.</a:t>
            </a:r>
          </a:p>
        </p:txBody>
      </p:sp>
    </p:spTree>
    <p:custDataLst>
      <p:tags r:id="rId1"/>
    </p:custDataLst>
    <p:extLst>
      <p:ext uri="{BB962C8B-B14F-4D97-AF65-F5344CB8AC3E}">
        <p14:creationId xmlns:p14="http://schemas.microsoft.com/office/powerpoint/2010/main" val="3787688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6F47B033-D75F-6BFB-414F-2735940F3615}"/>
              </a:ext>
            </a:extLst>
          </p:cNvPr>
          <p:cNvSpPr>
            <a:spLocks noGrp="1"/>
          </p:cNvSpPr>
          <p:nvPr>
            <p:ph type="sldNum" sz="quarter" idx="13"/>
          </p:nvPr>
        </p:nvSpPr>
        <p:spPr/>
        <p:txBody>
          <a:bodyPr/>
          <a:lstStyle/>
          <a:p>
            <a:fld id="{C3C3236D-FB65-584A-8227-5A449D06E62A}" type="slidenum">
              <a:rPr lang="en-US" smtClean="0"/>
              <a:pPr/>
              <a:t>26</a:t>
            </a:fld>
            <a:endParaRPr lang="en-US"/>
          </a:p>
        </p:txBody>
      </p:sp>
      <p:sp>
        <p:nvSpPr>
          <p:cNvPr id="7" name="Footer Placeholder 6">
            <a:extLst>
              <a:ext uri="{FF2B5EF4-FFF2-40B4-BE49-F238E27FC236}">
                <a16:creationId xmlns:a16="http://schemas.microsoft.com/office/drawing/2014/main" id="{A54E4809-8627-A8C2-824C-9EBE34049533}"/>
              </a:ext>
            </a:extLst>
          </p:cNvPr>
          <p:cNvSpPr>
            <a:spLocks noGrp="1"/>
          </p:cNvSpPr>
          <p:nvPr>
            <p:ph type="ftr" sz="quarter" idx="18"/>
          </p:nvPr>
        </p:nvSpPr>
        <p:spPr/>
        <p:txBody>
          <a:bodyPr/>
          <a:lstStyle/>
          <a:p>
            <a:r>
              <a:rPr lang="en-US"/>
              <a:t>#CCHConnections</a:t>
            </a:r>
            <a:endParaRPr lang="en-US" dirty="0"/>
          </a:p>
        </p:txBody>
      </p:sp>
      <p:sp>
        <p:nvSpPr>
          <p:cNvPr id="21" name="Title 1">
            <a:extLst>
              <a:ext uri="{FF2B5EF4-FFF2-40B4-BE49-F238E27FC236}">
                <a16:creationId xmlns:a16="http://schemas.microsoft.com/office/drawing/2014/main" id="{B165CF6E-AF14-0919-2010-1E5D5B91879B}"/>
              </a:ext>
            </a:extLst>
          </p:cNvPr>
          <p:cNvSpPr>
            <a:spLocks noGrp="1"/>
          </p:cNvSpPr>
          <p:nvPr>
            <p:ph type="title"/>
          </p:nvPr>
        </p:nvSpPr>
        <p:spPr>
          <a:xfrm>
            <a:off x="457200" y="365760"/>
            <a:ext cx="11247120" cy="822960"/>
          </a:xfrm>
        </p:spPr>
        <p:txBody>
          <a:bodyPr>
            <a:normAutofit/>
          </a:bodyPr>
          <a:lstStyle/>
          <a:p>
            <a:r>
              <a:rPr lang="en-US" sz="3400"/>
              <a:t>GitHub Copilot builds from the API definition</a:t>
            </a:r>
            <a:endParaRPr lang="en-CA" sz="3400"/>
          </a:p>
        </p:txBody>
      </p:sp>
      <p:sp>
        <p:nvSpPr>
          <p:cNvPr id="22" name="Where it works - heading">
            <a:extLst>
              <a:ext uri="{FF2B5EF4-FFF2-40B4-BE49-F238E27FC236}">
                <a16:creationId xmlns:a16="http://schemas.microsoft.com/office/drawing/2014/main" id="{FD7E507F-E0AE-5281-5613-D5B6EEAA1D1D}"/>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Where it works</a:t>
            </a:r>
          </a:p>
        </p:txBody>
      </p:sp>
      <p:sp>
        <p:nvSpPr>
          <p:cNvPr id="23" name="Where it works - points">
            <a:extLst>
              <a:ext uri="{FF2B5EF4-FFF2-40B4-BE49-F238E27FC236}">
                <a16:creationId xmlns:a16="http://schemas.microsoft.com/office/drawing/2014/main" id="{BB23FAC6-4749-7CCF-92B4-358AE4110E69}"/>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VS Code on your laptop, or a Codespace.</a:t>
            </a:r>
          </a:p>
          <a:p>
            <a:pPr marL="342900" indent="-342900">
              <a:spcAft>
                <a:spcPts val="1000"/>
              </a:spcAft>
              <a:buFont typeface="+mj-lt"/>
              <a:buChar char="•"/>
            </a:pPr>
            <a:r>
              <a:rPr lang="en-US" sz="1600">
                <a:solidFill>
                  <a:srgbClr val="000000"/>
                </a:solidFill>
              </a:rPr>
              <a:t>Writes, runs and tests code, and fixes the errors it finds.</a:t>
            </a:r>
            <a:endParaRPr lang="en-CA" sz="1600">
              <a:solidFill>
                <a:srgbClr val="000000"/>
              </a:solidFill>
            </a:endParaRPr>
          </a:p>
        </p:txBody>
      </p:sp>
      <p:sp>
        <p:nvSpPr>
          <p:cNvPr id="24" name="With the CCH Axcess API - heading">
            <a:extLst>
              <a:ext uri="{FF2B5EF4-FFF2-40B4-BE49-F238E27FC236}">
                <a16:creationId xmlns:a16="http://schemas.microsoft.com/office/drawing/2014/main" id="{BC993FB6-DD41-2263-16C0-58E75E60CC27}"/>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US" sz="2200" b="1">
                <a:solidFill>
                  <a:srgbClr val="000000"/>
                </a:solidFill>
              </a:rPr>
              <a:t>With the CCH Axcess API</a:t>
            </a:r>
            <a:endParaRPr lang="en-CA" sz="2200" b="1">
              <a:solidFill>
                <a:srgbClr val="000000"/>
              </a:solidFill>
            </a:endParaRPr>
          </a:p>
        </p:txBody>
      </p:sp>
      <p:sp>
        <p:nvSpPr>
          <p:cNvPr id="25" name="With the CCH Axcess API - points">
            <a:extLst>
              <a:ext uri="{FF2B5EF4-FFF2-40B4-BE49-F238E27FC236}">
                <a16:creationId xmlns:a16="http://schemas.microsoft.com/office/drawing/2014/main" id="{B486480B-25B1-D402-9866-C58080F9EF32}"/>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Reads the OpenAPI files before writing any call.</a:t>
            </a:r>
          </a:p>
          <a:p>
            <a:pPr marL="342900" indent="-342900">
              <a:spcAft>
                <a:spcPts val="1000"/>
              </a:spcAft>
              <a:buFont typeface="+mj-lt"/>
              <a:buChar char="•"/>
            </a:pPr>
            <a:r>
              <a:rPr lang="en-US" sz="1600">
                <a:solidFill>
                  <a:srgbClr val="000000"/>
                </a:solidFill>
              </a:rPr>
              <a:t>Follows the project's AGENTS.md and repository skill.</a:t>
            </a:r>
          </a:p>
          <a:p>
            <a:pPr marL="342900" indent="-342900">
              <a:spcAft>
                <a:spcPts val="1000"/>
              </a:spcAft>
              <a:buFont typeface="+mj-lt"/>
              <a:buChar char="•"/>
            </a:pPr>
            <a:r>
              <a:rPr lang="en-US" sz="1600">
                <a:solidFill>
                  <a:srgbClr val="000000"/>
                </a:solidFill>
              </a:rPr>
              <a:t>Can also call an API through an MCP server while you develop.</a:t>
            </a:r>
            <a:endParaRPr lang="en-CA" sz="1600">
              <a:solidFill>
                <a:srgbClr val="000000"/>
              </a:solidFill>
            </a:endParaRPr>
          </a:p>
        </p:txBody>
      </p:sp>
      <p:sp>
        <p:nvSpPr>
          <p:cNvPr id="26" name="Example - heading">
            <a:extLst>
              <a:ext uri="{FF2B5EF4-FFF2-40B4-BE49-F238E27FC236}">
                <a16:creationId xmlns:a16="http://schemas.microsoft.com/office/drawing/2014/main" id="{6B976B96-DC6C-3266-95E3-B40DC64725A6}"/>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Example</a:t>
            </a:r>
          </a:p>
        </p:txBody>
      </p:sp>
      <p:sp>
        <p:nvSpPr>
          <p:cNvPr id="27" name="Example - points">
            <a:extLst>
              <a:ext uri="{FF2B5EF4-FFF2-40B4-BE49-F238E27FC236}">
                <a16:creationId xmlns:a16="http://schemas.microsoft.com/office/drawing/2014/main" id="{097DFD5E-A6CE-35D5-B098-49F288BC42F1}"/>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Compare staff.xls with Axcess Tax: report differences and staff not found, without changing records.</a:t>
            </a:r>
          </a:p>
          <a:p>
            <a:pPr marL="342900" indent="-342900">
              <a:spcAft>
                <a:spcPts val="1000"/>
              </a:spcAft>
              <a:buFont typeface="+mj-lt"/>
              <a:buChar char="•"/>
            </a:pPr>
            <a:r>
              <a:rPr lang="en-US" sz="1600">
                <a:solidFill>
                  <a:srgbClr val="000000"/>
                </a:solidFill>
              </a:rPr>
              <a:t>The finished app calls the API with no AI.</a:t>
            </a:r>
            <a:endParaRPr lang="en-CA" sz="1600">
              <a:solidFill>
                <a:srgbClr val="000000"/>
              </a:solidFill>
            </a:endParaRPr>
          </a:p>
        </p:txBody>
      </p:sp>
    </p:spTree>
    <p:custDataLst>
      <p:tags r:id="rId1"/>
    </p:custDataLst>
    <p:extLst>
      <p:ext uri="{BB962C8B-B14F-4D97-AF65-F5344CB8AC3E}">
        <p14:creationId xmlns:p14="http://schemas.microsoft.com/office/powerpoint/2010/main" val="41859551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5D00C08-B08C-29A4-122B-A7E2469EC700}"/>
              </a:ext>
            </a:extLst>
          </p:cNvPr>
          <p:cNvSpPr>
            <a:spLocks noGrp="1"/>
          </p:cNvSpPr>
          <p:nvPr>
            <p:ph type="sldNum" sz="quarter" idx="13"/>
          </p:nvPr>
        </p:nvSpPr>
        <p:spPr/>
        <p:txBody>
          <a:bodyPr/>
          <a:lstStyle/>
          <a:p>
            <a:fld id="{C3C3236D-FB65-584A-8227-5A449D06E62A}" type="slidenum">
              <a:rPr lang="en-US" smtClean="0"/>
              <a:pPr/>
              <a:t>27</a:t>
            </a:fld>
            <a:endParaRPr lang="en-US"/>
          </a:p>
        </p:txBody>
      </p:sp>
      <p:sp>
        <p:nvSpPr>
          <p:cNvPr id="7" name="Footer Placeholder 6">
            <a:extLst>
              <a:ext uri="{FF2B5EF4-FFF2-40B4-BE49-F238E27FC236}">
                <a16:creationId xmlns:a16="http://schemas.microsoft.com/office/drawing/2014/main" id="{BAC27F5B-6797-513A-F578-C09F7C478F52}"/>
              </a:ext>
            </a:extLst>
          </p:cNvPr>
          <p:cNvSpPr>
            <a:spLocks noGrp="1"/>
          </p:cNvSpPr>
          <p:nvPr>
            <p:ph type="ftr" sz="quarter" idx="18"/>
          </p:nvPr>
        </p:nvSpPr>
        <p:spPr/>
        <p:txBody>
          <a:bodyPr/>
          <a:lstStyle/>
          <a:p>
            <a:r>
              <a:rPr lang="en-US"/>
              <a:t>#CCHConnections</a:t>
            </a:r>
            <a:endParaRPr lang="en-US" dirty="0"/>
          </a:p>
        </p:txBody>
      </p:sp>
      <p:sp>
        <p:nvSpPr>
          <p:cNvPr id="4" name="Title 1">
            <a:extLst>
              <a:ext uri="{FF2B5EF4-FFF2-40B4-BE49-F238E27FC236}">
                <a16:creationId xmlns:a16="http://schemas.microsoft.com/office/drawing/2014/main" id="{BAB68DD4-F78A-D444-F9DD-D0819CD9278B}"/>
              </a:ext>
            </a:extLst>
          </p:cNvPr>
          <p:cNvSpPr>
            <a:spLocks noGrp="1"/>
          </p:cNvSpPr>
          <p:nvPr>
            <p:ph type="title"/>
          </p:nvPr>
        </p:nvSpPr>
        <p:spPr>
          <a:xfrm>
            <a:off x="457200" y="365760"/>
            <a:ext cx="11247120" cy="822960"/>
          </a:xfrm>
        </p:spPr>
        <p:txBody>
          <a:bodyPr>
            <a:normAutofit/>
          </a:bodyPr>
          <a:lstStyle/>
          <a:p>
            <a:r>
              <a:rPr lang="en-US" sz="3400"/>
              <a:t>Copilot Studio turns the API definition into agent tools</a:t>
            </a:r>
            <a:endParaRPr lang="en-CA" sz="3400"/>
          </a:p>
        </p:txBody>
      </p:sp>
      <p:sp>
        <p:nvSpPr>
          <p:cNvPr id="15" name="Where it works - heading">
            <a:extLst>
              <a:ext uri="{FF2B5EF4-FFF2-40B4-BE49-F238E27FC236}">
                <a16:creationId xmlns:a16="http://schemas.microsoft.com/office/drawing/2014/main" id="{AFF33DE4-118B-71D3-D79E-E756488FC6B5}"/>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Where it works</a:t>
            </a:r>
          </a:p>
        </p:txBody>
      </p:sp>
      <p:sp>
        <p:nvSpPr>
          <p:cNvPr id="16" name="Where it works - points">
            <a:extLst>
              <a:ext uri="{FF2B5EF4-FFF2-40B4-BE49-F238E27FC236}">
                <a16:creationId xmlns:a16="http://schemas.microsoft.com/office/drawing/2014/main" id="{57A7F6A7-AB81-B248-AA67-421025DE6058}"/>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Low-code agents and workflows.</a:t>
            </a:r>
          </a:p>
          <a:p>
            <a:pPr marL="342900" indent="-342900">
              <a:spcAft>
                <a:spcPts val="1000"/>
              </a:spcAft>
              <a:buFont typeface="+mj-lt"/>
              <a:buChar char="•"/>
            </a:pPr>
            <a:r>
              <a:rPr lang="en-US" sz="1600">
                <a:solidFill>
                  <a:srgbClr val="000000"/>
                </a:solidFill>
              </a:rPr>
              <a:t>Published to Teams and Microsoft 365 Copilot.</a:t>
            </a:r>
            <a:endParaRPr lang="en-CA" sz="1600">
              <a:solidFill>
                <a:srgbClr val="000000"/>
              </a:solidFill>
            </a:endParaRPr>
          </a:p>
        </p:txBody>
      </p:sp>
      <p:sp>
        <p:nvSpPr>
          <p:cNvPr id="17" name="With the CCH Axcess API - heading">
            <a:extLst>
              <a:ext uri="{FF2B5EF4-FFF2-40B4-BE49-F238E27FC236}">
                <a16:creationId xmlns:a16="http://schemas.microsoft.com/office/drawing/2014/main" id="{DCA612CC-683F-D1E9-7633-8EB370F31FD9}"/>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US" sz="2200" b="1">
                <a:solidFill>
                  <a:srgbClr val="000000"/>
                </a:solidFill>
              </a:rPr>
              <a:t>With the CCH Axcess API</a:t>
            </a:r>
            <a:endParaRPr lang="en-CA" sz="2200" b="1">
              <a:solidFill>
                <a:srgbClr val="000000"/>
              </a:solidFill>
            </a:endParaRPr>
          </a:p>
        </p:txBody>
      </p:sp>
      <p:sp>
        <p:nvSpPr>
          <p:cNvPr id="18" name="With the CCH Axcess API - points">
            <a:extLst>
              <a:ext uri="{FF2B5EF4-FFF2-40B4-BE49-F238E27FC236}">
                <a16:creationId xmlns:a16="http://schemas.microsoft.com/office/drawing/2014/main" id="{AEABEB5F-262D-D312-8B85-90AAC32571EF}"/>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Upload the OpenAPI definition as a REST API tool, or build a custom connector.</a:t>
            </a:r>
          </a:p>
          <a:p>
            <a:pPr marL="342900" indent="-342900">
              <a:spcAft>
                <a:spcPts val="1000"/>
              </a:spcAft>
              <a:buFont typeface="+mj-lt"/>
              <a:buChar char="•"/>
            </a:pPr>
            <a:r>
              <a:rPr lang="en-US" sz="1600">
                <a:solidFill>
                  <a:srgbClr val="000000"/>
                </a:solidFill>
              </a:rPr>
              <a:t>Choose which operations the agent may call, for example read-only.</a:t>
            </a:r>
          </a:p>
          <a:p>
            <a:pPr marL="342900" indent="-342900">
              <a:spcAft>
                <a:spcPts val="1000"/>
              </a:spcAft>
              <a:buFont typeface="+mj-lt"/>
              <a:buChar char="•"/>
            </a:pPr>
            <a:r>
              <a:rPr lang="en-US" sz="1600">
                <a:solidFill>
                  <a:srgbClr val="000000"/>
                </a:solidFill>
              </a:rPr>
              <a:t>Developers can package the same definition as a Microsoft 365 Copilot API plugin.</a:t>
            </a:r>
            <a:endParaRPr lang="en-CA" sz="1600">
              <a:solidFill>
                <a:srgbClr val="000000"/>
              </a:solidFill>
            </a:endParaRPr>
          </a:p>
        </p:txBody>
      </p:sp>
      <p:sp>
        <p:nvSpPr>
          <p:cNvPr id="19" name="Example - heading">
            <a:extLst>
              <a:ext uri="{FF2B5EF4-FFF2-40B4-BE49-F238E27FC236}">
                <a16:creationId xmlns:a16="http://schemas.microsoft.com/office/drawing/2014/main" id="{5BE2E53F-B535-507D-0F2F-44F88286F06D}"/>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Example</a:t>
            </a:r>
          </a:p>
        </p:txBody>
      </p:sp>
      <p:sp>
        <p:nvSpPr>
          <p:cNvPr id="20" name="Example - points">
            <a:extLst>
              <a:ext uri="{FF2B5EF4-FFF2-40B4-BE49-F238E27FC236}">
                <a16:creationId xmlns:a16="http://schemas.microsoft.com/office/drawing/2014/main" id="{341C6904-2A8C-F929-4BB8-03E181F68198}"/>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In Teams: "Which of this client's returns are still in preparation?"</a:t>
            </a:r>
          </a:p>
          <a:p>
            <a:pPr marL="342900" indent="-342900">
              <a:spcAft>
                <a:spcPts val="1000"/>
              </a:spcAft>
              <a:buFont typeface="+mj-lt"/>
              <a:buChar char="•"/>
            </a:pPr>
            <a:r>
              <a:rPr lang="en-US" sz="1600">
                <a:solidFill>
                  <a:srgbClr val="000000"/>
                </a:solidFill>
              </a:rPr>
              <a:t>Microsoft 365 Copilot asks before sending data, and confirms before any change.</a:t>
            </a:r>
            <a:endParaRPr lang="en-CA" sz="1600">
              <a:solidFill>
                <a:srgbClr val="000000"/>
              </a:solidFill>
            </a:endParaRPr>
          </a:p>
        </p:txBody>
      </p:sp>
    </p:spTree>
    <p:custDataLst>
      <p:tags r:id="rId1"/>
    </p:custDataLst>
    <p:extLst>
      <p:ext uri="{BB962C8B-B14F-4D97-AF65-F5344CB8AC3E}">
        <p14:creationId xmlns:p14="http://schemas.microsoft.com/office/powerpoint/2010/main" val="28766731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2E747E-8A4C-559B-BC39-A03C37A8B4C3}"/>
              </a:ext>
            </a:extLst>
          </p:cNvPr>
          <p:cNvSpPr>
            <a:spLocks noGrp="1"/>
          </p:cNvSpPr>
          <p:nvPr>
            <p:ph type="title"/>
          </p:nvPr>
        </p:nvSpPr>
        <p:spPr/>
        <p:txBody>
          <a:bodyPr lIns="91440" tIns="0" rIns="0" bIns="0" anchor="t"/>
          <a:lstStyle/>
          <a:p>
            <a:pPr>
              <a:spcAft>
                <a:spcPts val="700"/>
              </a:spcAft>
            </a:pPr>
            <a:r>
              <a:rPr lang="en-US" sz="3000">
                <a:solidFill>
                  <a:srgbClr val="000000"/>
                </a:solidFill>
                <a:latin typeface="Fira Sans Light" panose="020B0403050000020004" pitchFamily="34" charset="0"/>
              </a:rPr>
              <a:t>Microsoft Foundry supports custom agents with models and tools</a:t>
            </a:r>
            <a:endParaRPr lang="en-CA" sz="3000">
              <a:solidFill>
                <a:srgbClr val="000000"/>
              </a:solidFill>
              <a:latin typeface="Fira Sans Light" panose="020B0403050000020004" pitchFamily="34" charset="0"/>
            </a:endParaRPr>
          </a:p>
        </p:txBody>
      </p:sp>
      <p:sp>
        <p:nvSpPr>
          <p:cNvPr id="5" name="Slide Number Placeholder 4">
            <a:extLst>
              <a:ext uri="{FF2B5EF4-FFF2-40B4-BE49-F238E27FC236}">
                <a16:creationId xmlns:a16="http://schemas.microsoft.com/office/drawing/2014/main" id="{2ACC7D1B-273A-B6F2-A354-CE4DFFA2242E}"/>
              </a:ext>
            </a:extLst>
          </p:cNvPr>
          <p:cNvSpPr>
            <a:spLocks noGrp="1"/>
          </p:cNvSpPr>
          <p:nvPr>
            <p:ph type="sldNum" sz="quarter" idx="13"/>
          </p:nvPr>
        </p:nvSpPr>
        <p:spPr/>
        <p:txBody>
          <a:bodyPr/>
          <a:lstStyle/>
          <a:p>
            <a:fld id="{C3C3236D-FB65-584A-8227-5A449D06E62A}" type="slidenum">
              <a:rPr lang="en-US" smtClean="0"/>
              <a:pPr/>
              <a:t>28</a:t>
            </a:fld>
            <a:endParaRPr lang="en-US"/>
          </a:p>
        </p:txBody>
      </p:sp>
      <p:sp>
        <p:nvSpPr>
          <p:cNvPr id="6" name="Footer Placeholder 5">
            <a:extLst>
              <a:ext uri="{FF2B5EF4-FFF2-40B4-BE49-F238E27FC236}">
                <a16:creationId xmlns:a16="http://schemas.microsoft.com/office/drawing/2014/main" id="{6C518C60-B3DB-0F63-18AC-6796E92B3214}"/>
              </a:ext>
            </a:extLst>
          </p:cNvPr>
          <p:cNvSpPr>
            <a:spLocks noGrp="1"/>
          </p:cNvSpPr>
          <p:nvPr>
            <p:ph type="ftr" sz="quarter" idx="18"/>
          </p:nvPr>
        </p:nvSpPr>
        <p:spPr/>
        <p:txBody>
          <a:bodyPr/>
          <a:lstStyle/>
          <a:p>
            <a:r>
              <a:rPr lang="en-US"/>
              <a:t>#CCHConnections</a:t>
            </a:r>
            <a:endParaRPr lang="en-US" dirty="0"/>
          </a:p>
        </p:txBody>
      </p:sp>
      <p:sp>
        <p:nvSpPr>
          <p:cNvPr id="7" name="Rectangle 6">
            <a:extLst>
              <a:ext uri="{FF2B5EF4-FFF2-40B4-BE49-F238E27FC236}">
                <a16:creationId xmlns:a16="http://schemas.microsoft.com/office/drawing/2014/main" id="{231EE22C-1003-D2BB-3B88-9910F7C418B8}"/>
              </a:ext>
            </a:extLst>
          </p:cNvPr>
          <p:cNvSpPr/>
          <p:nvPr/>
        </p:nvSpPr>
        <p:spPr>
          <a:xfrm>
            <a:off x="273406" y="1543507"/>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8" name="Card heading">
            <a:extLst>
              <a:ext uri="{FF2B5EF4-FFF2-40B4-BE49-F238E27FC236}">
                <a16:creationId xmlns:a16="http://schemas.microsoft.com/office/drawing/2014/main" id="{0499A8E8-6C2D-19E7-F6ED-E42AA7AFAD4D}"/>
              </a:ext>
            </a:extLst>
          </p:cNvPr>
          <p:cNvSpPr txBox="1"/>
          <p:nvPr/>
        </p:nvSpPr>
        <p:spPr>
          <a:xfrm>
            <a:off x="419710" y="1689810"/>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a:t>
            </a:r>
          </a:p>
        </p:txBody>
      </p:sp>
      <p:sp>
        <p:nvSpPr>
          <p:cNvPr id="9" name="Card body">
            <a:extLst>
              <a:ext uri="{FF2B5EF4-FFF2-40B4-BE49-F238E27FC236}">
                <a16:creationId xmlns:a16="http://schemas.microsoft.com/office/drawing/2014/main" id="{163E54B4-DE49-C9E8-AB62-658335268195}"/>
              </a:ext>
            </a:extLst>
          </p:cNvPr>
          <p:cNvSpPr txBox="1"/>
          <p:nvPr/>
        </p:nvSpPr>
        <p:spPr>
          <a:xfrm>
            <a:off x="419710" y="2278075"/>
            <a:ext cx="5331866"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Define the agent and connect the required tools.</a:t>
            </a:r>
            <a:endParaRPr lang="en-CA" sz="2200">
              <a:solidFill>
                <a:srgbClr val="000000"/>
              </a:solidFill>
              <a:latin typeface="Fira Sans" panose="020B0503050000020004" pitchFamily="34" charset="0"/>
            </a:endParaRPr>
          </a:p>
        </p:txBody>
      </p:sp>
      <p:sp>
        <p:nvSpPr>
          <p:cNvPr id="10" name="Rectangle 9">
            <a:extLst>
              <a:ext uri="{FF2B5EF4-FFF2-40B4-BE49-F238E27FC236}">
                <a16:creationId xmlns:a16="http://schemas.microsoft.com/office/drawing/2014/main" id="{5F4BE36D-3D28-AA87-F866-E5054D0E14D6}"/>
              </a:ext>
            </a:extLst>
          </p:cNvPr>
          <p:cNvSpPr/>
          <p:nvPr/>
        </p:nvSpPr>
        <p:spPr>
          <a:xfrm>
            <a:off x="273406" y="3794760"/>
            <a:ext cx="562447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Card heading">
            <a:extLst>
              <a:ext uri="{FF2B5EF4-FFF2-40B4-BE49-F238E27FC236}">
                <a16:creationId xmlns:a16="http://schemas.microsoft.com/office/drawing/2014/main" id="{1C4685AD-F950-5F76-BA44-13EF49FD79C7}"/>
              </a:ext>
            </a:extLst>
          </p:cNvPr>
          <p:cNvSpPr txBox="1"/>
          <p:nvPr/>
        </p:nvSpPr>
        <p:spPr>
          <a:xfrm>
            <a:off x="419710" y="3941063"/>
            <a:ext cx="5331866"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Operate</a:t>
            </a:r>
          </a:p>
        </p:txBody>
      </p:sp>
      <p:sp>
        <p:nvSpPr>
          <p:cNvPr id="12" name="Card body">
            <a:extLst>
              <a:ext uri="{FF2B5EF4-FFF2-40B4-BE49-F238E27FC236}">
                <a16:creationId xmlns:a16="http://schemas.microsoft.com/office/drawing/2014/main" id="{65CC3A3B-4FBD-8FF7-DF84-88F9603B9476}"/>
              </a:ext>
            </a:extLst>
          </p:cNvPr>
          <p:cNvSpPr txBox="1"/>
          <p:nvPr/>
        </p:nvSpPr>
        <p:spPr>
          <a:xfrm>
            <a:off x="419710" y="4529328"/>
            <a:ext cx="5331866" cy="1114349"/>
          </a:xfrm>
          <a:prstGeom prst="rect">
            <a:avLst/>
          </a:prstGeom>
          <a:noFill/>
        </p:spPr>
        <p:txBody>
          <a:bodyPr vert="horz" lIns="0" tIns="0" rIns="0" bIns="0" rtlCol="0" anchor="t">
            <a:noAutofit/>
          </a:bodyPr>
          <a:lstStyle/>
          <a:p>
            <a:pPr>
              <a:spcAft>
                <a:spcPts val="700"/>
              </a:spcAft>
            </a:pPr>
            <a:r>
              <a:rPr lang="en-CA" sz="2200">
                <a:solidFill>
                  <a:srgbClr val="000000"/>
                </a:solidFill>
                <a:latin typeface="Fira Sans" panose="020B0503050000020004" pitchFamily="34" charset="0"/>
              </a:rPr>
              <a:t>Monitor the custom solution.</a:t>
            </a:r>
          </a:p>
        </p:txBody>
      </p:sp>
      <p:sp>
        <p:nvSpPr>
          <p:cNvPr id="13" name="Rectangle 12">
            <a:extLst>
              <a:ext uri="{FF2B5EF4-FFF2-40B4-BE49-F238E27FC236}">
                <a16:creationId xmlns:a16="http://schemas.microsoft.com/office/drawing/2014/main" id="{48BAA455-946D-769D-B205-127711F49264}"/>
              </a:ext>
            </a:extLst>
          </p:cNvPr>
          <p:cNvSpPr/>
          <p:nvPr/>
        </p:nvSpPr>
        <p:spPr>
          <a:xfrm>
            <a:off x="6292901" y="1543507"/>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4" name="Card heading">
            <a:extLst>
              <a:ext uri="{FF2B5EF4-FFF2-40B4-BE49-F238E27FC236}">
                <a16:creationId xmlns:a16="http://schemas.microsoft.com/office/drawing/2014/main" id="{1C01D023-355B-E741-BFB4-0E55925DB917}"/>
              </a:ext>
            </a:extLst>
          </p:cNvPr>
          <p:cNvSpPr txBox="1"/>
          <p:nvPr/>
        </p:nvSpPr>
        <p:spPr>
          <a:xfrm>
            <a:off x="6439205" y="1689810"/>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Evaluate</a:t>
            </a:r>
          </a:p>
        </p:txBody>
      </p:sp>
      <p:sp>
        <p:nvSpPr>
          <p:cNvPr id="15" name="Card body">
            <a:extLst>
              <a:ext uri="{FF2B5EF4-FFF2-40B4-BE49-F238E27FC236}">
                <a16:creationId xmlns:a16="http://schemas.microsoft.com/office/drawing/2014/main" id="{26EC03D6-EF0A-8C83-4DF5-99A7E5CE6B58}"/>
              </a:ext>
            </a:extLst>
          </p:cNvPr>
          <p:cNvSpPr txBox="1"/>
          <p:nvPr/>
        </p:nvSpPr>
        <p:spPr>
          <a:xfrm>
            <a:off x="6439205" y="2278075"/>
            <a:ext cx="5201107"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Check the behavior before wider use.</a:t>
            </a:r>
            <a:endParaRPr lang="en-CA" sz="2200">
              <a:solidFill>
                <a:srgbClr val="000000"/>
              </a:solidFill>
              <a:latin typeface="Fira Sans" panose="020B0503050000020004" pitchFamily="34" charset="0"/>
            </a:endParaRPr>
          </a:p>
        </p:txBody>
      </p:sp>
      <p:sp>
        <p:nvSpPr>
          <p:cNvPr id="16" name="Rectangle 15">
            <a:extLst>
              <a:ext uri="{FF2B5EF4-FFF2-40B4-BE49-F238E27FC236}">
                <a16:creationId xmlns:a16="http://schemas.microsoft.com/office/drawing/2014/main" id="{2FB1AA97-6378-24F7-E20B-E7C3002AC4B6}"/>
              </a:ext>
            </a:extLst>
          </p:cNvPr>
          <p:cNvSpPr/>
          <p:nvPr/>
        </p:nvSpPr>
        <p:spPr>
          <a:xfrm>
            <a:off x="6292901" y="3794760"/>
            <a:ext cx="5493714" cy="1995221"/>
          </a:xfrm>
          <a:prstGeom prst="rect">
            <a:avLst/>
          </a:prstGeom>
          <a:solidFill>
            <a:srgbClr val="FFFFFF"/>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7" name="Card heading">
            <a:extLst>
              <a:ext uri="{FF2B5EF4-FFF2-40B4-BE49-F238E27FC236}">
                <a16:creationId xmlns:a16="http://schemas.microsoft.com/office/drawing/2014/main" id="{F8889C2C-25C9-80D1-E79B-B022A1BE7355}"/>
              </a:ext>
            </a:extLst>
          </p:cNvPr>
          <p:cNvSpPr txBox="1"/>
          <p:nvPr/>
        </p:nvSpPr>
        <p:spPr>
          <a:xfrm>
            <a:off x="6439205" y="3941063"/>
            <a:ext cx="5201107" cy="44196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Example</a:t>
            </a:r>
          </a:p>
        </p:txBody>
      </p:sp>
      <p:sp>
        <p:nvSpPr>
          <p:cNvPr id="18" name="Card body">
            <a:extLst>
              <a:ext uri="{FF2B5EF4-FFF2-40B4-BE49-F238E27FC236}">
                <a16:creationId xmlns:a16="http://schemas.microsoft.com/office/drawing/2014/main" id="{81E2098A-DD4E-7B5E-396E-D064DA39C5EB}"/>
              </a:ext>
            </a:extLst>
          </p:cNvPr>
          <p:cNvSpPr txBox="1"/>
          <p:nvPr/>
        </p:nvSpPr>
        <p:spPr>
          <a:xfrm>
            <a:off x="6439205" y="4529328"/>
            <a:ext cx="5201107" cy="1114349"/>
          </a:xfrm>
          <a:prstGeom prst="rect">
            <a:avLst/>
          </a:prstGeom>
          <a:noFill/>
        </p:spPr>
        <p:txBody>
          <a:bodyPr vert="horz" lIns="0" tIns="0" rIns="0" bIns="0" rtlCol="0" anchor="t">
            <a:noAutofit/>
          </a:bodyPr>
          <a:lstStyle/>
          <a:p>
            <a:pPr>
              <a:spcAft>
                <a:spcPts val="700"/>
              </a:spcAft>
            </a:pPr>
            <a:r>
              <a:rPr lang="en-US" sz="2200">
                <a:solidFill>
                  <a:srgbClr val="000000"/>
                </a:solidFill>
                <a:latin typeface="Fira Sans" panose="020B0503050000020004" pitchFamily="34" charset="0"/>
              </a:rPr>
              <a:t>A custom agent could interpret results from an approved API tool.</a:t>
            </a:r>
            <a:endParaRPr lang="en-CA" sz="22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7302175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FD85A-1550-A873-7452-00AF1F1C75E8}"/>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9F7DC30-9D33-2187-3807-5C38579A7DC7}"/>
              </a:ext>
            </a:extLst>
          </p:cNvPr>
          <p:cNvSpPr>
            <a:spLocks noGrp="1"/>
          </p:cNvSpPr>
          <p:nvPr>
            <p:ph type="sldNum" sz="quarter" idx="13"/>
          </p:nvPr>
        </p:nvSpPr>
        <p:spPr/>
        <p:txBody>
          <a:bodyPr/>
          <a:lstStyle/>
          <a:p>
            <a:fld id="{C3C3236D-FB65-584A-8227-5A449D06E62A}" type="slidenum">
              <a:rPr lang="en-US" smtClean="0"/>
              <a:pPr/>
              <a:t>29</a:t>
            </a:fld>
            <a:endParaRPr lang="en-US"/>
          </a:p>
        </p:txBody>
      </p:sp>
      <p:sp>
        <p:nvSpPr>
          <p:cNvPr id="6" name="Footer Placeholder 5">
            <a:extLst>
              <a:ext uri="{FF2B5EF4-FFF2-40B4-BE49-F238E27FC236}">
                <a16:creationId xmlns:a16="http://schemas.microsoft.com/office/drawing/2014/main" id="{9512D6FC-4BBD-0735-A40B-558F3A2A90AB}"/>
              </a:ext>
            </a:extLst>
          </p:cNvPr>
          <p:cNvSpPr>
            <a:spLocks noGrp="1"/>
          </p:cNvSpPr>
          <p:nvPr>
            <p:ph type="ftr" sz="quarter" idx="18"/>
          </p:nvPr>
        </p:nvSpPr>
        <p:spPr/>
        <p:txBody>
          <a:bodyPr/>
          <a:lstStyle/>
          <a:p>
            <a:r>
              <a:rPr lang="en-US"/>
              <a:t>#CCHConnections</a:t>
            </a:r>
            <a:endParaRPr lang="en-US" dirty="0"/>
          </a:p>
        </p:txBody>
      </p:sp>
      <p:sp>
        <p:nvSpPr>
          <p:cNvPr id="20" name="Title 1">
            <a:extLst>
              <a:ext uri="{FF2B5EF4-FFF2-40B4-BE49-F238E27FC236}">
                <a16:creationId xmlns:a16="http://schemas.microsoft.com/office/drawing/2014/main" id="{BA0F3DCB-7F94-83B2-7534-805F934CC04D}"/>
              </a:ext>
            </a:extLst>
          </p:cNvPr>
          <p:cNvSpPr>
            <a:spLocks noGrp="1"/>
          </p:cNvSpPr>
          <p:nvPr>
            <p:ph type="title"/>
          </p:nvPr>
        </p:nvSpPr>
        <p:spPr>
          <a:xfrm>
            <a:off x="457200" y="365760"/>
            <a:ext cx="11247120" cy="822960"/>
          </a:xfrm>
        </p:spPr>
        <p:txBody>
          <a:bodyPr>
            <a:normAutofit/>
          </a:bodyPr>
          <a:lstStyle/>
          <a:p>
            <a:r>
              <a:rPr lang="en-US" sz="3400"/>
              <a:t>Foundry agents call the API as an OpenAPI tool</a:t>
            </a:r>
            <a:endParaRPr lang="en-CA" sz="3400"/>
          </a:p>
        </p:txBody>
      </p:sp>
      <p:sp>
        <p:nvSpPr>
          <p:cNvPr id="21" name="Where it works - heading">
            <a:extLst>
              <a:ext uri="{FF2B5EF4-FFF2-40B4-BE49-F238E27FC236}">
                <a16:creationId xmlns:a16="http://schemas.microsoft.com/office/drawing/2014/main" id="{EB7109D1-2EF5-DCE8-1A1B-E8978C3D3D53}"/>
              </a:ext>
            </a:extLst>
          </p:cNvPr>
          <p:cNvSpPr txBox="1"/>
          <p:nvPr/>
        </p:nvSpPr>
        <p:spPr>
          <a:xfrm>
            <a:off x="457200"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Where it works</a:t>
            </a:r>
          </a:p>
        </p:txBody>
      </p:sp>
      <p:sp>
        <p:nvSpPr>
          <p:cNvPr id="22" name="Where it works - points">
            <a:extLst>
              <a:ext uri="{FF2B5EF4-FFF2-40B4-BE49-F238E27FC236}">
                <a16:creationId xmlns:a16="http://schemas.microsoft.com/office/drawing/2014/main" id="{BFD4E400-8ACA-B121-5A07-948E7BC359AA}"/>
              </a:ext>
            </a:extLst>
          </p:cNvPr>
          <p:cNvSpPr txBox="1"/>
          <p:nvPr/>
        </p:nvSpPr>
        <p:spPr>
          <a:xfrm>
            <a:off x="457200"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Custom agents with your choice of model and tools.</a:t>
            </a:r>
          </a:p>
          <a:p>
            <a:pPr marL="342900" indent="-342900">
              <a:spcAft>
                <a:spcPts val="1000"/>
              </a:spcAft>
              <a:buFont typeface="+mj-lt"/>
              <a:buChar char="•"/>
            </a:pPr>
            <a:r>
              <a:rPr lang="en-US" sz="1600">
                <a:solidFill>
                  <a:srgbClr val="000000"/>
                </a:solidFill>
              </a:rPr>
              <a:t>Tracing, monitoring and evaluations built in.</a:t>
            </a:r>
            <a:endParaRPr lang="en-CA" sz="1600">
              <a:solidFill>
                <a:srgbClr val="000000"/>
              </a:solidFill>
            </a:endParaRPr>
          </a:p>
        </p:txBody>
      </p:sp>
      <p:sp>
        <p:nvSpPr>
          <p:cNvPr id="23" name="With the CCH Axcess API - heading">
            <a:extLst>
              <a:ext uri="{FF2B5EF4-FFF2-40B4-BE49-F238E27FC236}">
                <a16:creationId xmlns:a16="http://schemas.microsoft.com/office/drawing/2014/main" id="{8E54E1B2-45AF-F3F4-A927-3609E3B0420E}"/>
              </a:ext>
            </a:extLst>
          </p:cNvPr>
          <p:cNvSpPr txBox="1"/>
          <p:nvPr/>
        </p:nvSpPr>
        <p:spPr>
          <a:xfrm>
            <a:off x="4315968" y="1417320"/>
            <a:ext cx="3566160" cy="548640"/>
          </a:xfrm>
          <a:prstGeom prst="rect">
            <a:avLst/>
          </a:prstGeom>
          <a:noFill/>
        </p:spPr>
        <p:txBody>
          <a:bodyPr vert="horz" wrap="square" rtlCol="0">
            <a:noAutofit/>
          </a:bodyPr>
          <a:lstStyle/>
          <a:p>
            <a:pPr>
              <a:spcAft>
                <a:spcPts val="600"/>
              </a:spcAft>
            </a:pPr>
            <a:r>
              <a:rPr lang="en-US" sz="2200" b="1">
                <a:solidFill>
                  <a:srgbClr val="000000"/>
                </a:solidFill>
              </a:rPr>
              <a:t>With the CCH Axcess API</a:t>
            </a:r>
            <a:endParaRPr lang="en-CA" sz="2200" b="1">
              <a:solidFill>
                <a:srgbClr val="000000"/>
              </a:solidFill>
            </a:endParaRPr>
          </a:p>
        </p:txBody>
      </p:sp>
      <p:sp>
        <p:nvSpPr>
          <p:cNvPr id="24" name="With the CCH Axcess API - points">
            <a:extLst>
              <a:ext uri="{FF2B5EF4-FFF2-40B4-BE49-F238E27FC236}">
                <a16:creationId xmlns:a16="http://schemas.microsoft.com/office/drawing/2014/main" id="{701F4701-E3FD-8ADB-36FF-C5FA8EAB30C6}"/>
              </a:ext>
            </a:extLst>
          </p:cNvPr>
          <p:cNvSpPr txBox="1"/>
          <p:nvPr/>
        </p:nvSpPr>
        <p:spPr>
          <a:xfrm>
            <a:off x="4315968"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Uses OpenAPI 3.0 definitions directly, and the CCH Axcess files are 3.0.</a:t>
            </a:r>
          </a:p>
          <a:p>
            <a:pPr marL="342900" indent="-342900">
              <a:spcAft>
                <a:spcPts val="1000"/>
              </a:spcAft>
              <a:buFont typeface="+mj-lt"/>
              <a:buChar char="•"/>
            </a:pPr>
            <a:r>
              <a:rPr lang="en-US" sz="1600">
                <a:solidFill>
                  <a:srgbClr val="000000"/>
                </a:solidFill>
              </a:rPr>
              <a:t>Credentials stay in a project connection, not in the definition.</a:t>
            </a:r>
          </a:p>
          <a:p>
            <a:pPr marL="342900" indent="-342900">
              <a:spcAft>
                <a:spcPts val="1000"/>
              </a:spcAft>
              <a:buFont typeface="+mj-lt"/>
              <a:buChar char="•"/>
            </a:pPr>
            <a:r>
              <a:rPr lang="en-US" sz="1600">
                <a:solidFill>
                  <a:srgbClr val="000000"/>
                </a:solidFill>
              </a:rPr>
              <a:t>Each operation already has the operationId Foundry needs.</a:t>
            </a:r>
            <a:endParaRPr lang="en-CA" sz="1600">
              <a:solidFill>
                <a:srgbClr val="000000"/>
              </a:solidFill>
            </a:endParaRPr>
          </a:p>
        </p:txBody>
      </p:sp>
      <p:sp>
        <p:nvSpPr>
          <p:cNvPr id="25" name="Example - heading">
            <a:extLst>
              <a:ext uri="{FF2B5EF4-FFF2-40B4-BE49-F238E27FC236}">
                <a16:creationId xmlns:a16="http://schemas.microsoft.com/office/drawing/2014/main" id="{A4A86A35-20BB-DF31-A2E6-B924B41CB67B}"/>
              </a:ext>
            </a:extLst>
          </p:cNvPr>
          <p:cNvSpPr txBox="1"/>
          <p:nvPr/>
        </p:nvSpPr>
        <p:spPr>
          <a:xfrm>
            <a:off x="8174736" y="1417320"/>
            <a:ext cx="3566160" cy="548640"/>
          </a:xfrm>
          <a:prstGeom prst="rect">
            <a:avLst/>
          </a:prstGeom>
          <a:noFill/>
        </p:spPr>
        <p:txBody>
          <a:bodyPr vert="horz" wrap="square" rtlCol="0">
            <a:noAutofit/>
          </a:bodyPr>
          <a:lstStyle/>
          <a:p>
            <a:pPr>
              <a:spcAft>
                <a:spcPts val="600"/>
              </a:spcAft>
            </a:pPr>
            <a:r>
              <a:rPr lang="en-CA" sz="2200" b="1">
                <a:solidFill>
                  <a:srgbClr val="000000"/>
                </a:solidFill>
              </a:rPr>
              <a:t>Example</a:t>
            </a:r>
          </a:p>
        </p:txBody>
      </p:sp>
      <p:sp>
        <p:nvSpPr>
          <p:cNvPr id="26" name="Example - points">
            <a:extLst>
              <a:ext uri="{FF2B5EF4-FFF2-40B4-BE49-F238E27FC236}">
                <a16:creationId xmlns:a16="http://schemas.microsoft.com/office/drawing/2014/main" id="{6D9E5020-9C3E-398E-652A-6A16F0336449}"/>
              </a:ext>
            </a:extLst>
          </p:cNvPr>
          <p:cNvSpPr txBox="1"/>
          <p:nvPr/>
        </p:nvSpPr>
        <p:spPr>
          <a:xfrm>
            <a:off x="8174736" y="2103120"/>
            <a:ext cx="3566160" cy="3566160"/>
          </a:xfrm>
          <a:prstGeom prst="rect">
            <a:avLst/>
          </a:prstGeom>
          <a:noFill/>
        </p:spPr>
        <p:txBody>
          <a:bodyPr vert="horz" wrap="square" rtlCol="0">
            <a:noAutofit/>
          </a:bodyPr>
          <a:lstStyle/>
          <a:p>
            <a:pPr marL="342900" indent="-342900">
              <a:spcAft>
                <a:spcPts val="1000"/>
              </a:spcAft>
              <a:buFont typeface="+mj-lt"/>
              <a:buChar char="•"/>
            </a:pPr>
            <a:r>
              <a:rPr lang="en-US" sz="1600">
                <a:solidFill>
                  <a:srgbClr val="000000"/>
                </a:solidFill>
              </a:rPr>
              <a:t>An agent reviews open returns for a client list and drafts a partner summary.</a:t>
            </a:r>
          </a:p>
          <a:p>
            <a:pPr marL="342900" indent="-342900">
              <a:spcAft>
                <a:spcPts val="1000"/>
              </a:spcAft>
              <a:buFont typeface="+mj-lt"/>
              <a:buChar char="•"/>
            </a:pPr>
            <a:r>
              <a:rPr lang="en-US" sz="1600">
                <a:solidFill>
                  <a:srgbClr val="000000"/>
                </a:solidFill>
              </a:rPr>
              <a:t>Evaluations check its answers before wider use.</a:t>
            </a:r>
            <a:endParaRPr lang="en-CA" sz="1600">
              <a:solidFill>
                <a:srgbClr val="000000"/>
              </a:solidFill>
            </a:endParaRPr>
          </a:p>
        </p:txBody>
      </p:sp>
      <p:sp>
        <p:nvSpPr>
          <p:cNvPr id="27" name="Footnote">
            <a:extLst>
              <a:ext uri="{FF2B5EF4-FFF2-40B4-BE49-F238E27FC236}">
                <a16:creationId xmlns:a16="http://schemas.microsoft.com/office/drawing/2014/main" id="{979214B2-69B6-D137-18AE-724098079131}"/>
              </a:ext>
            </a:extLst>
          </p:cNvPr>
          <p:cNvSpPr txBox="1"/>
          <p:nvPr/>
        </p:nvSpPr>
        <p:spPr>
          <a:xfrm>
            <a:off x="457200" y="5989320"/>
            <a:ext cx="11247120" cy="365760"/>
          </a:xfrm>
          <a:prstGeom prst="rect">
            <a:avLst/>
          </a:prstGeom>
          <a:noFill/>
        </p:spPr>
        <p:txBody>
          <a:bodyPr vert="horz" wrap="square" rtlCol="0">
            <a:noAutofit/>
          </a:bodyPr>
          <a:lstStyle/>
          <a:p>
            <a:pPr>
              <a:spcAft>
                <a:spcPts val="600"/>
              </a:spcAft>
            </a:pPr>
            <a:r>
              <a:rPr lang="en-US" sz="1200">
                <a:solidFill>
                  <a:srgbClr val="000000"/>
                </a:solidFill>
              </a:rPr>
              <a:t>Illustrative architecture, not a released Wolters Kluwer integration.</a:t>
            </a:r>
            <a:endParaRPr lang="en-CA" sz="1200">
              <a:solidFill>
                <a:srgbClr val="000000"/>
              </a:solidFill>
            </a:endParaRPr>
          </a:p>
        </p:txBody>
      </p:sp>
    </p:spTree>
    <p:custDataLst>
      <p:tags r:id="rId1"/>
    </p:custDataLst>
    <p:extLst>
      <p:ext uri="{BB962C8B-B14F-4D97-AF65-F5344CB8AC3E}">
        <p14:creationId xmlns:p14="http://schemas.microsoft.com/office/powerpoint/2010/main" val="19237284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5809E1F-0324-AA14-8900-C04E780BC059}"/>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Agent 365 provides oversight of agents</a:t>
            </a:r>
            <a:endParaRPr lang="en-CA" sz="3200">
              <a:solidFill>
                <a:srgbClr val="000000"/>
              </a:solidFill>
              <a:latin typeface="Fira Sans Light" panose="020B0403050000020004" pitchFamily="34" charset="0"/>
            </a:endParaRPr>
          </a:p>
        </p:txBody>
      </p:sp>
      <p:sp>
        <p:nvSpPr>
          <p:cNvPr id="6" name="Slide Number Placeholder 5">
            <a:extLst>
              <a:ext uri="{FF2B5EF4-FFF2-40B4-BE49-F238E27FC236}">
                <a16:creationId xmlns:a16="http://schemas.microsoft.com/office/drawing/2014/main" id="{0E1694F6-F423-CDE6-68E9-A1E9C6C7A319}"/>
              </a:ext>
            </a:extLst>
          </p:cNvPr>
          <p:cNvSpPr>
            <a:spLocks noGrp="1"/>
          </p:cNvSpPr>
          <p:nvPr>
            <p:ph type="sldNum" sz="quarter" idx="13"/>
          </p:nvPr>
        </p:nvSpPr>
        <p:spPr/>
        <p:txBody>
          <a:bodyPr/>
          <a:lstStyle/>
          <a:p>
            <a:fld id="{C3C3236D-FB65-584A-8227-5A449D06E62A}" type="slidenum">
              <a:rPr lang="en-US" smtClean="0"/>
              <a:pPr/>
              <a:t>30</a:t>
            </a:fld>
            <a:endParaRPr lang="en-US"/>
          </a:p>
        </p:txBody>
      </p:sp>
      <p:sp>
        <p:nvSpPr>
          <p:cNvPr id="7" name="Footer Placeholder 6">
            <a:extLst>
              <a:ext uri="{FF2B5EF4-FFF2-40B4-BE49-F238E27FC236}">
                <a16:creationId xmlns:a16="http://schemas.microsoft.com/office/drawing/2014/main" id="{B3517B9B-8B98-19F8-9EC2-221FD495A8BF}"/>
              </a:ext>
            </a:extLst>
          </p:cNvPr>
          <p:cNvSpPr>
            <a:spLocks noGrp="1"/>
          </p:cNvSpPr>
          <p:nvPr>
            <p:ph type="ftr" sz="quarter" idx="18"/>
          </p:nvPr>
        </p:nvSpPr>
        <p:spPr/>
        <p:txBody>
          <a:bodyPr/>
          <a:lstStyle/>
          <a:p>
            <a:r>
              <a:rPr lang="en-US"/>
              <a:t>#CCHConnections</a:t>
            </a:r>
            <a:endParaRPr lang="en-US" dirty="0"/>
          </a:p>
        </p:txBody>
      </p:sp>
      <p:sp>
        <p:nvSpPr>
          <p:cNvPr id="8" name="Card heading">
            <a:extLst>
              <a:ext uri="{FF2B5EF4-FFF2-40B4-BE49-F238E27FC236}">
                <a16:creationId xmlns:a16="http://schemas.microsoft.com/office/drawing/2014/main" id="{ABF60E39-9A37-BDE7-16B3-AE0C7BA55D43}"/>
              </a:ext>
            </a:extLst>
          </p:cNvPr>
          <p:cNvSpPr txBox="1"/>
          <p:nvPr/>
        </p:nvSpPr>
        <p:spPr>
          <a:xfrm>
            <a:off x="335585" y="1572767"/>
            <a:ext cx="3510381"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Observe</a:t>
            </a:r>
          </a:p>
        </p:txBody>
      </p:sp>
      <p:sp>
        <p:nvSpPr>
          <p:cNvPr id="9" name="Card body">
            <a:extLst>
              <a:ext uri="{FF2B5EF4-FFF2-40B4-BE49-F238E27FC236}">
                <a16:creationId xmlns:a16="http://schemas.microsoft.com/office/drawing/2014/main" id="{EE41FE4D-0AEC-76AD-6678-1CD8950F9082}"/>
              </a:ext>
            </a:extLst>
          </p:cNvPr>
          <p:cNvSpPr txBox="1"/>
          <p:nvPr/>
        </p:nvSpPr>
        <p:spPr>
          <a:xfrm>
            <a:off x="335585" y="2206751"/>
            <a:ext cx="3510381"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Understand agent adoption, activity and health.</a:t>
            </a:r>
            <a:endParaRPr lang="en-CA">
              <a:solidFill>
                <a:srgbClr val="000000"/>
              </a:solidFill>
              <a:latin typeface="Fira Sans" panose="020B0503050000020004" pitchFamily="34" charset="0"/>
            </a:endParaRPr>
          </a:p>
        </p:txBody>
      </p:sp>
      <p:sp>
        <p:nvSpPr>
          <p:cNvPr id="10" name="Card heading">
            <a:extLst>
              <a:ext uri="{FF2B5EF4-FFF2-40B4-BE49-F238E27FC236}">
                <a16:creationId xmlns:a16="http://schemas.microsoft.com/office/drawing/2014/main" id="{B7F84192-97A0-E318-33C3-06122E27C870}"/>
              </a:ext>
            </a:extLst>
          </p:cNvPr>
          <p:cNvSpPr txBox="1"/>
          <p:nvPr/>
        </p:nvSpPr>
        <p:spPr>
          <a:xfrm>
            <a:off x="4334256" y="1572767"/>
            <a:ext cx="3570732"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Govern</a:t>
            </a:r>
          </a:p>
        </p:txBody>
      </p:sp>
      <p:sp>
        <p:nvSpPr>
          <p:cNvPr id="11" name="Card body">
            <a:extLst>
              <a:ext uri="{FF2B5EF4-FFF2-40B4-BE49-F238E27FC236}">
                <a16:creationId xmlns:a16="http://schemas.microsoft.com/office/drawing/2014/main" id="{D798B74C-40CE-343F-8DFA-234EF4839F77}"/>
              </a:ext>
            </a:extLst>
          </p:cNvPr>
          <p:cNvSpPr txBox="1"/>
          <p:nvPr/>
        </p:nvSpPr>
        <p:spPr>
          <a:xfrm>
            <a:off x="4334256" y="2206751"/>
            <a:ext cx="3570732"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Manage lifecycle, access and policy.</a:t>
            </a:r>
            <a:endParaRPr lang="en-CA">
              <a:solidFill>
                <a:srgbClr val="000000"/>
              </a:solidFill>
              <a:latin typeface="Fira Sans" panose="020B0503050000020004" pitchFamily="34" charset="0"/>
            </a:endParaRPr>
          </a:p>
        </p:txBody>
      </p:sp>
      <p:sp>
        <p:nvSpPr>
          <p:cNvPr id="12" name="Card heading">
            <a:extLst>
              <a:ext uri="{FF2B5EF4-FFF2-40B4-BE49-F238E27FC236}">
                <a16:creationId xmlns:a16="http://schemas.microsoft.com/office/drawing/2014/main" id="{59011F5D-067A-CB46-E016-549503F94C21}"/>
              </a:ext>
            </a:extLst>
          </p:cNvPr>
          <p:cNvSpPr txBox="1"/>
          <p:nvPr/>
        </p:nvSpPr>
        <p:spPr>
          <a:xfrm>
            <a:off x="8394192" y="1572767"/>
            <a:ext cx="3351276"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Secure</a:t>
            </a:r>
          </a:p>
        </p:txBody>
      </p:sp>
      <p:sp>
        <p:nvSpPr>
          <p:cNvPr id="13" name="Card body">
            <a:extLst>
              <a:ext uri="{FF2B5EF4-FFF2-40B4-BE49-F238E27FC236}">
                <a16:creationId xmlns:a16="http://schemas.microsoft.com/office/drawing/2014/main" id="{F66F6ED9-9624-5061-7734-F5BB1F3F61A3}"/>
              </a:ext>
            </a:extLst>
          </p:cNvPr>
          <p:cNvSpPr txBox="1"/>
          <p:nvPr/>
        </p:nvSpPr>
        <p:spPr>
          <a:xfrm>
            <a:off x="8394192" y="2206751"/>
            <a:ext cx="3351276"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Apply identity, data and threat protections.</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0921769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9B87-BCDC-6419-50D3-906FD35AC46C}"/>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The development loop still includes testing and revision</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05DCB07D-4DFF-B40E-97E0-63A633E05404}"/>
              </a:ext>
            </a:extLst>
          </p:cNvPr>
          <p:cNvSpPr>
            <a:spLocks noGrp="1"/>
          </p:cNvSpPr>
          <p:nvPr>
            <p:ph type="sldNum" sz="quarter" idx="13"/>
          </p:nvPr>
        </p:nvSpPr>
        <p:spPr/>
        <p:txBody>
          <a:bodyPr/>
          <a:lstStyle/>
          <a:p>
            <a:fld id="{C3C3236D-FB65-584A-8227-5A449D06E62A}" type="slidenum">
              <a:rPr lang="en-US" smtClean="0"/>
              <a:pPr/>
              <a:t>31</a:t>
            </a:fld>
            <a:endParaRPr lang="en-US"/>
          </a:p>
        </p:txBody>
      </p:sp>
      <p:sp>
        <p:nvSpPr>
          <p:cNvPr id="5" name="Footer Placeholder 4">
            <a:extLst>
              <a:ext uri="{FF2B5EF4-FFF2-40B4-BE49-F238E27FC236}">
                <a16:creationId xmlns:a16="http://schemas.microsoft.com/office/drawing/2014/main" id="{D3DA3EDE-AF4B-27EC-300A-D2F28EAA0D65}"/>
              </a:ext>
            </a:extLst>
          </p:cNvPr>
          <p:cNvSpPr>
            <a:spLocks noGrp="1"/>
          </p:cNvSpPr>
          <p:nvPr>
            <p:ph type="ftr" sz="quarter" idx="18"/>
          </p:nvPr>
        </p:nvSpPr>
        <p:spPr/>
        <p:txBody>
          <a:bodyPr/>
          <a:lstStyle/>
          <a:p>
            <a:r>
              <a:rPr lang="en-US"/>
              <a:t>#CCHConnections</a:t>
            </a:r>
            <a:endParaRPr lang="en-US" dirty="0"/>
          </a:p>
        </p:txBody>
      </p:sp>
      <p:sp>
        <p:nvSpPr>
          <p:cNvPr id="6" name="Rectangle 5">
            <a:extLst>
              <a:ext uri="{FF2B5EF4-FFF2-40B4-BE49-F238E27FC236}">
                <a16:creationId xmlns:a16="http://schemas.microsoft.com/office/drawing/2014/main" id="{EBBDD759-77AE-2B84-2531-7DCCDC7F4D2A}"/>
              </a:ext>
            </a:extLst>
          </p:cNvPr>
          <p:cNvSpPr/>
          <p:nvPr/>
        </p:nvSpPr>
        <p:spPr>
          <a:xfrm>
            <a:off x="529438" y="1616659"/>
            <a:ext cx="3453688" cy="1572768"/>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7" name="Flow step">
            <a:extLst>
              <a:ext uri="{FF2B5EF4-FFF2-40B4-BE49-F238E27FC236}">
                <a16:creationId xmlns:a16="http://schemas.microsoft.com/office/drawing/2014/main" id="{78FA88C0-1B79-58BD-8A86-7BCD8A7511C3}"/>
              </a:ext>
            </a:extLst>
          </p:cNvPr>
          <p:cNvSpPr txBox="1"/>
          <p:nvPr/>
        </p:nvSpPr>
        <p:spPr>
          <a:xfrm>
            <a:off x="648310" y="1781250"/>
            <a:ext cx="3215945"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Describe</a:t>
            </a:r>
          </a:p>
        </p:txBody>
      </p:sp>
      <p:sp>
        <p:nvSpPr>
          <p:cNvPr id="8" name="Flow explanation">
            <a:extLst>
              <a:ext uri="{FF2B5EF4-FFF2-40B4-BE49-F238E27FC236}">
                <a16:creationId xmlns:a16="http://schemas.microsoft.com/office/drawing/2014/main" id="{4C6EBBD9-AC0A-CE51-904C-1B6D6DC9ABB5}"/>
              </a:ext>
            </a:extLst>
          </p:cNvPr>
          <p:cNvSpPr txBox="1"/>
          <p:nvPr/>
        </p:nvSpPr>
        <p:spPr>
          <a:xfrm>
            <a:off x="648310" y="2512770"/>
            <a:ext cx="3215945" cy="539496"/>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State the workflow.</a:t>
            </a:r>
          </a:p>
        </p:txBody>
      </p:sp>
      <p:cxnSp>
        <p:nvCxnSpPr>
          <p:cNvPr id="9" name="Straight Connector 8">
            <a:extLst>
              <a:ext uri="{FF2B5EF4-FFF2-40B4-BE49-F238E27FC236}">
                <a16:creationId xmlns:a16="http://schemas.microsoft.com/office/drawing/2014/main" id="{B741C090-4385-F683-CA91-85468C5ECF7F}"/>
              </a:ext>
            </a:extLst>
          </p:cNvPr>
          <p:cNvCxnSpPr/>
          <p:nvPr/>
        </p:nvCxnSpPr>
        <p:spPr>
          <a:xfrm>
            <a:off x="4010558" y="2403043"/>
            <a:ext cx="265176"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EF0E805E-79E5-DF29-4C6C-DAEEBDA48A05}"/>
              </a:ext>
            </a:extLst>
          </p:cNvPr>
          <p:cNvSpPr/>
          <p:nvPr/>
        </p:nvSpPr>
        <p:spPr>
          <a:xfrm>
            <a:off x="4303166" y="1616659"/>
            <a:ext cx="3453689" cy="1572768"/>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Flow step">
            <a:extLst>
              <a:ext uri="{FF2B5EF4-FFF2-40B4-BE49-F238E27FC236}">
                <a16:creationId xmlns:a16="http://schemas.microsoft.com/office/drawing/2014/main" id="{9C13EDC2-11C4-565F-FA03-CD2CB248C9C6}"/>
              </a:ext>
            </a:extLst>
          </p:cNvPr>
          <p:cNvSpPr txBox="1"/>
          <p:nvPr/>
        </p:nvSpPr>
        <p:spPr>
          <a:xfrm>
            <a:off x="4422038" y="1781250"/>
            <a:ext cx="3215945"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Ground</a:t>
            </a:r>
          </a:p>
        </p:txBody>
      </p:sp>
      <p:sp>
        <p:nvSpPr>
          <p:cNvPr id="12" name="Flow explanation">
            <a:extLst>
              <a:ext uri="{FF2B5EF4-FFF2-40B4-BE49-F238E27FC236}">
                <a16:creationId xmlns:a16="http://schemas.microsoft.com/office/drawing/2014/main" id="{C971D5E4-77BD-147B-9AA1-A473BB61A943}"/>
              </a:ext>
            </a:extLst>
          </p:cNvPr>
          <p:cNvSpPr txBox="1"/>
          <p:nvPr/>
        </p:nvSpPr>
        <p:spPr>
          <a:xfrm>
            <a:off x="4422038" y="2512771"/>
            <a:ext cx="3215945" cy="539496"/>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Read the API definitions.</a:t>
            </a:r>
          </a:p>
        </p:txBody>
      </p:sp>
      <p:cxnSp>
        <p:nvCxnSpPr>
          <p:cNvPr id="13" name="Straight Connector 12">
            <a:extLst>
              <a:ext uri="{FF2B5EF4-FFF2-40B4-BE49-F238E27FC236}">
                <a16:creationId xmlns:a16="http://schemas.microsoft.com/office/drawing/2014/main" id="{961C45D5-C392-D55F-7C14-71B9ED1D562B}"/>
              </a:ext>
            </a:extLst>
          </p:cNvPr>
          <p:cNvCxnSpPr/>
          <p:nvPr/>
        </p:nvCxnSpPr>
        <p:spPr>
          <a:xfrm>
            <a:off x="7784287" y="2403043"/>
            <a:ext cx="265176"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5E3E05AB-9738-53B9-5AD9-97EF1CCB268F}"/>
              </a:ext>
            </a:extLst>
          </p:cNvPr>
          <p:cNvSpPr/>
          <p:nvPr/>
        </p:nvSpPr>
        <p:spPr>
          <a:xfrm>
            <a:off x="8076895" y="1616659"/>
            <a:ext cx="3453690" cy="1572768"/>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5" name="Flow step">
            <a:extLst>
              <a:ext uri="{FF2B5EF4-FFF2-40B4-BE49-F238E27FC236}">
                <a16:creationId xmlns:a16="http://schemas.microsoft.com/office/drawing/2014/main" id="{58712E7C-4B41-8798-0CD5-A2628EEC119B}"/>
              </a:ext>
            </a:extLst>
          </p:cNvPr>
          <p:cNvSpPr txBox="1"/>
          <p:nvPr/>
        </p:nvSpPr>
        <p:spPr>
          <a:xfrm>
            <a:off x="8195767" y="1781250"/>
            <a:ext cx="3215945"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a:t>
            </a:r>
          </a:p>
        </p:txBody>
      </p:sp>
      <p:sp>
        <p:nvSpPr>
          <p:cNvPr id="16" name="Flow explanation">
            <a:extLst>
              <a:ext uri="{FF2B5EF4-FFF2-40B4-BE49-F238E27FC236}">
                <a16:creationId xmlns:a16="http://schemas.microsoft.com/office/drawing/2014/main" id="{330B556D-3145-0A25-AD9A-E7A29E063F2E}"/>
              </a:ext>
            </a:extLst>
          </p:cNvPr>
          <p:cNvSpPr txBox="1"/>
          <p:nvPr/>
        </p:nvSpPr>
        <p:spPr>
          <a:xfrm>
            <a:off x="8195767" y="2512770"/>
            <a:ext cx="3215945" cy="539496"/>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Create a candidate.</a:t>
            </a:r>
          </a:p>
        </p:txBody>
      </p:sp>
      <p:cxnSp>
        <p:nvCxnSpPr>
          <p:cNvPr id="17" name="Straight Connector 16">
            <a:extLst>
              <a:ext uri="{FF2B5EF4-FFF2-40B4-BE49-F238E27FC236}">
                <a16:creationId xmlns:a16="http://schemas.microsoft.com/office/drawing/2014/main" id="{605A9335-BB89-BC2D-755E-37B570F84E93}"/>
              </a:ext>
            </a:extLst>
          </p:cNvPr>
          <p:cNvCxnSpPr/>
          <p:nvPr/>
        </p:nvCxnSpPr>
        <p:spPr>
          <a:xfrm>
            <a:off x="9803740" y="3216859"/>
            <a:ext cx="0" cy="402336"/>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60CA0BB2-F938-CD4C-A475-924BCCF65F77}"/>
              </a:ext>
            </a:extLst>
          </p:cNvPr>
          <p:cNvSpPr/>
          <p:nvPr/>
        </p:nvSpPr>
        <p:spPr>
          <a:xfrm>
            <a:off x="8076895" y="3646627"/>
            <a:ext cx="3453690" cy="1572768"/>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9" name="Flow step">
            <a:extLst>
              <a:ext uri="{FF2B5EF4-FFF2-40B4-BE49-F238E27FC236}">
                <a16:creationId xmlns:a16="http://schemas.microsoft.com/office/drawing/2014/main" id="{C6FA9C1F-AC2B-6B85-4A40-CA38493B14EE}"/>
              </a:ext>
            </a:extLst>
          </p:cNvPr>
          <p:cNvSpPr txBox="1"/>
          <p:nvPr/>
        </p:nvSpPr>
        <p:spPr>
          <a:xfrm>
            <a:off x="8195767" y="3811218"/>
            <a:ext cx="3215945"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Test</a:t>
            </a:r>
          </a:p>
        </p:txBody>
      </p:sp>
      <p:sp>
        <p:nvSpPr>
          <p:cNvPr id="20" name="Flow explanation">
            <a:extLst>
              <a:ext uri="{FF2B5EF4-FFF2-40B4-BE49-F238E27FC236}">
                <a16:creationId xmlns:a16="http://schemas.microsoft.com/office/drawing/2014/main" id="{CDFF2560-3737-1BB3-5F93-FA50263DF17F}"/>
              </a:ext>
            </a:extLst>
          </p:cNvPr>
          <p:cNvSpPr txBox="1"/>
          <p:nvPr/>
        </p:nvSpPr>
        <p:spPr>
          <a:xfrm>
            <a:off x="8195767" y="4542738"/>
            <a:ext cx="3215945" cy="539496"/>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Use the demo firm.</a:t>
            </a:r>
          </a:p>
        </p:txBody>
      </p:sp>
      <p:cxnSp>
        <p:nvCxnSpPr>
          <p:cNvPr id="21" name="Straight Connector 20">
            <a:extLst>
              <a:ext uri="{FF2B5EF4-FFF2-40B4-BE49-F238E27FC236}">
                <a16:creationId xmlns:a16="http://schemas.microsoft.com/office/drawing/2014/main" id="{243DCFDC-0961-78B8-E8EE-CA473F7F81A7}"/>
              </a:ext>
            </a:extLst>
          </p:cNvPr>
          <p:cNvCxnSpPr/>
          <p:nvPr/>
        </p:nvCxnSpPr>
        <p:spPr>
          <a:xfrm flipH="1">
            <a:off x="7784287" y="4433011"/>
            <a:ext cx="265176"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15A11AD7-A075-6645-C6B1-39868FAE012A}"/>
              </a:ext>
            </a:extLst>
          </p:cNvPr>
          <p:cNvSpPr/>
          <p:nvPr/>
        </p:nvSpPr>
        <p:spPr>
          <a:xfrm>
            <a:off x="4303166" y="3646627"/>
            <a:ext cx="3453689" cy="1572768"/>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23" name="Flow step">
            <a:extLst>
              <a:ext uri="{FF2B5EF4-FFF2-40B4-BE49-F238E27FC236}">
                <a16:creationId xmlns:a16="http://schemas.microsoft.com/office/drawing/2014/main" id="{7383B3DD-AD84-C67A-C066-3961E7999124}"/>
              </a:ext>
            </a:extLst>
          </p:cNvPr>
          <p:cNvSpPr txBox="1"/>
          <p:nvPr/>
        </p:nvSpPr>
        <p:spPr>
          <a:xfrm>
            <a:off x="4422038" y="3811218"/>
            <a:ext cx="3215945"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Review</a:t>
            </a:r>
          </a:p>
        </p:txBody>
      </p:sp>
      <p:sp>
        <p:nvSpPr>
          <p:cNvPr id="24" name="Flow explanation">
            <a:extLst>
              <a:ext uri="{FF2B5EF4-FFF2-40B4-BE49-F238E27FC236}">
                <a16:creationId xmlns:a16="http://schemas.microsoft.com/office/drawing/2014/main" id="{3E578489-DE8D-6A02-58C4-2604B536F0E5}"/>
              </a:ext>
            </a:extLst>
          </p:cNvPr>
          <p:cNvSpPr txBox="1"/>
          <p:nvPr/>
        </p:nvSpPr>
        <p:spPr>
          <a:xfrm>
            <a:off x="4422038" y="4542739"/>
            <a:ext cx="3215945" cy="539496"/>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Inspect behavior and results.</a:t>
            </a:r>
          </a:p>
        </p:txBody>
      </p:sp>
      <p:cxnSp>
        <p:nvCxnSpPr>
          <p:cNvPr id="25" name="Straight Connector 24">
            <a:extLst>
              <a:ext uri="{FF2B5EF4-FFF2-40B4-BE49-F238E27FC236}">
                <a16:creationId xmlns:a16="http://schemas.microsoft.com/office/drawing/2014/main" id="{01EC773C-1F02-F5AF-DB95-D228B6EEC949}"/>
              </a:ext>
            </a:extLst>
          </p:cNvPr>
          <p:cNvCxnSpPr/>
          <p:nvPr/>
        </p:nvCxnSpPr>
        <p:spPr>
          <a:xfrm flipH="1">
            <a:off x="4010558" y="4433011"/>
            <a:ext cx="265176"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227702ED-BBC3-E6C8-BD09-8FF330F03AF8}"/>
              </a:ext>
            </a:extLst>
          </p:cNvPr>
          <p:cNvSpPr/>
          <p:nvPr/>
        </p:nvSpPr>
        <p:spPr>
          <a:xfrm>
            <a:off x="529438" y="3646627"/>
            <a:ext cx="3453688" cy="1572768"/>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27" name="Flow step">
            <a:extLst>
              <a:ext uri="{FF2B5EF4-FFF2-40B4-BE49-F238E27FC236}">
                <a16:creationId xmlns:a16="http://schemas.microsoft.com/office/drawing/2014/main" id="{42B4C06C-766C-A608-C91B-716CAF04FD4C}"/>
              </a:ext>
            </a:extLst>
          </p:cNvPr>
          <p:cNvSpPr txBox="1"/>
          <p:nvPr/>
        </p:nvSpPr>
        <p:spPr>
          <a:xfrm>
            <a:off x="648310" y="3811218"/>
            <a:ext cx="3215945"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Revise</a:t>
            </a:r>
          </a:p>
        </p:txBody>
      </p:sp>
      <p:sp>
        <p:nvSpPr>
          <p:cNvPr id="28" name="Flow explanation">
            <a:extLst>
              <a:ext uri="{FF2B5EF4-FFF2-40B4-BE49-F238E27FC236}">
                <a16:creationId xmlns:a16="http://schemas.microsoft.com/office/drawing/2014/main" id="{002E08FC-D36E-5C2A-55CC-6D15753EA3B5}"/>
              </a:ext>
            </a:extLst>
          </p:cNvPr>
          <p:cNvSpPr txBox="1"/>
          <p:nvPr/>
        </p:nvSpPr>
        <p:spPr>
          <a:xfrm>
            <a:off x="648310" y="4542738"/>
            <a:ext cx="3215945" cy="539496"/>
          </a:xfrm>
          <a:prstGeom prst="rect">
            <a:avLst/>
          </a:prstGeom>
          <a:noFill/>
        </p:spPr>
        <p:txBody>
          <a:bodyPr vert="horz" lIns="0" tIns="0" rIns="0" bIns="0" rtlCol="0" anchor="t">
            <a:noAutofit/>
          </a:bodyPr>
          <a:lstStyle/>
          <a:p>
            <a:pPr>
              <a:spcAft>
                <a:spcPts val="700"/>
              </a:spcAft>
            </a:pPr>
            <a:r>
              <a:rPr lang="en-CA" sz="1900">
                <a:solidFill>
                  <a:srgbClr val="000000"/>
                </a:solidFill>
                <a:latin typeface="Fira Sans" panose="020B0503050000020004" pitchFamily="34" charset="0"/>
              </a:rPr>
              <a:t>Correct and repeat.</a:t>
            </a:r>
          </a:p>
        </p:txBody>
      </p:sp>
      <p:cxnSp>
        <p:nvCxnSpPr>
          <p:cNvPr id="29" name="Straight Connector 28">
            <a:extLst>
              <a:ext uri="{FF2B5EF4-FFF2-40B4-BE49-F238E27FC236}">
                <a16:creationId xmlns:a16="http://schemas.microsoft.com/office/drawing/2014/main" id="{C71BFC90-A66C-2F5F-6BA0-5117762B399C}"/>
              </a:ext>
            </a:extLst>
          </p:cNvPr>
          <p:cNvCxnSpPr/>
          <p:nvPr/>
        </p:nvCxnSpPr>
        <p:spPr>
          <a:xfrm flipH="1">
            <a:off x="328270" y="4433011"/>
            <a:ext cx="201168"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1BFC197-B590-1334-3656-7B5B0D924FB7}"/>
              </a:ext>
            </a:extLst>
          </p:cNvPr>
          <p:cNvCxnSpPr/>
          <p:nvPr/>
        </p:nvCxnSpPr>
        <p:spPr>
          <a:xfrm flipV="1">
            <a:off x="328270" y="2403043"/>
            <a:ext cx="0" cy="2029968"/>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29EE113A-3BC0-1C22-5B97-808329945399}"/>
              </a:ext>
            </a:extLst>
          </p:cNvPr>
          <p:cNvCxnSpPr/>
          <p:nvPr/>
        </p:nvCxnSpPr>
        <p:spPr>
          <a:xfrm>
            <a:off x="328270" y="2403043"/>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Tree>
    <p:custDataLst>
      <p:tags r:id="rId1"/>
    </p:custDataLst>
    <p:extLst>
      <p:ext uri="{BB962C8B-B14F-4D97-AF65-F5344CB8AC3E}">
        <p14:creationId xmlns:p14="http://schemas.microsoft.com/office/powerpoint/2010/main" val="5962500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6862BB8-DB7A-6E7C-F99B-AF13279E9717}"/>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Give the coding agent the information it needs</a:t>
            </a:r>
            <a:endParaRPr lang="en-CA" sz="3200">
              <a:solidFill>
                <a:srgbClr val="000000"/>
              </a:solidFill>
              <a:latin typeface="Fira Sans Light" panose="020B0403050000020004" pitchFamily="34" charset="0"/>
            </a:endParaRPr>
          </a:p>
        </p:txBody>
      </p:sp>
      <p:sp>
        <p:nvSpPr>
          <p:cNvPr id="6" name="Slide Number Placeholder 5">
            <a:extLst>
              <a:ext uri="{FF2B5EF4-FFF2-40B4-BE49-F238E27FC236}">
                <a16:creationId xmlns:a16="http://schemas.microsoft.com/office/drawing/2014/main" id="{0E953F59-C4F6-7EA3-8D46-212DC8B82508}"/>
              </a:ext>
            </a:extLst>
          </p:cNvPr>
          <p:cNvSpPr>
            <a:spLocks noGrp="1"/>
          </p:cNvSpPr>
          <p:nvPr>
            <p:ph type="sldNum" sz="quarter" idx="13"/>
          </p:nvPr>
        </p:nvSpPr>
        <p:spPr/>
        <p:txBody>
          <a:bodyPr/>
          <a:lstStyle/>
          <a:p>
            <a:fld id="{C3C3236D-FB65-584A-8227-5A449D06E62A}" type="slidenum">
              <a:rPr lang="en-US" smtClean="0"/>
              <a:pPr/>
              <a:t>32</a:t>
            </a:fld>
            <a:endParaRPr lang="en-US"/>
          </a:p>
        </p:txBody>
      </p:sp>
      <p:sp>
        <p:nvSpPr>
          <p:cNvPr id="7" name="Footer Placeholder 6">
            <a:extLst>
              <a:ext uri="{FF2B5EF4-FFF2-40B4-BE49-F238E27FC236}">
                <a16:creationId xmlns:a16="http://schemas.microsoft.com/office/drawing/2014/main" id="{35FBF068-B6D3-8886-AE2D-446EB0E28D7F}"/>
              </a:ext>
            </a:extLst>
          </p:cNvPr>
          <p:cNvSpPr>
            <a:spLocks noGrp="1"/>
          </p:cNvSpPr>
          <p:nvPr>
            <p:ph type="ftr" sz="quarter" idx="18"/>
          </p:nvPr>
        </p:nvSpPr>
        <p:spPr/>
        <p:txBody>
          <a:bodyPr/>
          <a:lstStyle/>
          <a:p>
            <a:r>
              <a:rPr lang="en-US"/>
              <a:t>#CCHConnections</a:t>
            </a:r>
            <a:endParaRPr lang="en-US" dirty="0"/>
          </a:p>
        </p:txBody>
      </p:sp>
      <p:sp>
        <p:nvSpPr>
          <p:cNvPr id="8" name="Card heading">
            <a:extLst>
              <a:ext uri="{FF2B5EF4-FFF2-40B4-BE49-F238E27FC236}">
                <a16:creationId xmlns:a16="http://schemas.microsoft.com/office/drawing/2014/main" id="{4E018294-1755-ED4B-3795-D2858A09399C}"/>
              </a:ext>
            </a:extLst>
          </p:cNvPr>
          <p:cNvSpPr txBox="1"/>
          <p:nvPr/>
        </p:nvSpPr>
        <p:spPr>
          <a:xfrm>
            <a:off x="335585" y="1572767"/>
            <a:ext cx="3510381"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API definitions</a:t>
            </a:r>
          </a:p>
        </p:txBody>
      </p:sp>
      <p:sp>
        <p:nvSpPr>
          <p:cNvPr id="9" name="Card body">
            <a:extLst>
              <a:ext uri="{FF2B5EF4-FFF2-40B4-BE49-F238E27FC236}">
                <a16:creationId xmlns:a16="http://schemas.microsoft.com/office/drawing/2014/main" id="{872F2A48-66C8-07A9-692E-BC4267DBB67E}"/>
              </a:ext>
            </a:extLst>
          </p:cNvPr>
          <p:cNvSpPr txBox="1"/>
          <p:nvPr/>
        </p:nvSpPr>
        <p:spPr>
          <a:xfrm>
            <a:off x="335585" y="2206751"/>
            <a:ext cx="3510381"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What requests and responses the service supports.</a:t>
            </a:r>
            <a:endParaRPr lang="en-CA">
              <a:solidFill>
                <a:srgbClr val="000000"/>
              </a:solidFill>
              <a:latin typeface="Fira Sans" panose="020B0503050000020004" pitchFamily="34" charset="0"/>
            </a:endParaRPr>
          </a:p>
        </p:txBody>
      </p:sp>
      <p:sp>
        <p:nvSpPr>
          <p:cNvPr id="10" name="Card heading">
            <a:extLst>
              <a:ext uri="{FF2B5EF4-FFF2-40B4-BE49-F238E27FC236}">
                <a16:creationId xmlns:a16="http://schemas.microsoft.com/office/drawing/2014/main" id="{0CF48E4B-96EF-A476-8EA2-09FB188A2594}"/>
              </a:ext>
            </a:extLst>
          </p:cNvPr>
          <p:cNvSpPr txBox="1"/>
          <p:nvPr/>
        </p:nvSpPr>
        <p:spPr>
          <a:xfrm>
            <a:off x="4334256" y="1572767"/>
            <a:ext cx="3570732"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Project guidance</a:t>
            </a:r>
          </a:p>
        </p:txBody>
      </p:sp>
      <p:sp>
        <p:nvSpPr>
          <p:cNvPr id="11" name="Card body">
            <a:extLst>
              <a:ext uri="{FF2B5EF4-FFF2-40B4-BE49-F238E27FC236}">
                <a16:creationId xmlns:a16="http://schemas.microsoft.com/office/drawing/2014/main" id="{D80A2BEE-5EC4-0685-9C8B-F0F85B7B52B4}"/>
              </a:ext>
            </a:extLst>
          </p:cNvPr>
          <p:cNvSpPr txBox="1"/>
          <p:nvPr/>
        </p:nvSpPr>
        <p:spPr>
          <a:xfrm>
            <a:off x="4334256" y="2206751"/>
            <a:ext cx="3570732"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How this sample is organized and used.</a:t>
            </a:r>
            <a:endParaRPr lang="en-CA">
              <a:solidFill>
                <a:srgbClr val="000000"/>
              </a:solidFill>
              <a:latin typeface="Fira Sans" panose="020B0503050000020004" pitchFamily="34" charset="0"/>
            </a:endParaRPr>
          </a:p>
        </p:txBody>
      </p:sp>
      <p:sp>
        <p:nvSpPr>
          <p:cNvPr id="12" name="Card heading">
            <a:extLst>
              <a:ext uri="{FF2B5EF4-FFF2-40B4-BE49-F238E27FC236}">
                <a16:creationId xmlns:a16="http://schemas.microsoft.com/office/drawing/2014/main" id="{4B7FE9C4-2786-E40E-997F-56D3D4A03ADC}"/>
              </a:ext>
            </a:extLst>
          </p:cNvPr>
          <p:cNvSpPr txBox="1"/>
          <p:nvPr/>
        </p:nvSpPr>
        <p:spPr>
          <a:xfrm>
            <a:off x="8394192" y="1572767"/>
            <a:ext cx="3351276"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Repository skill</a:t>
            </a:r>
          </a:p>
        </p:txBody>
      </p:sp>
      <p:sp>
        <p:nvSpPr>
          <p:cNvPr id="13" name="Card body">
            <a:extLst>
              <a:ext uri="{FF2B5EF4-FFF2-40B4-BE49-F238E27FC236}">
                <a16:creationId xmlns:a16="http://schemas.microsoft.com/office/drawing/2014/main" id="{2BFDDC0F-923F-7CC1-184A-8768CAC921EB}"/>
              </a:ext>
            </a:extLst>
          </p:cNvPr>
          <p:cNvSpPr txBox="1"/>
          <p:nvPr/>
        </p:nvSpPr>
        <p:spPr>
          <a:xfrm>
            <a:off x="8394192" y="2206751"/>
            <a:ext cx="3351276" cy="37834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Guidance for working with this project.</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2472979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8EA50-8001-722B-0A6D-785FF58F756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24E0B46B-897A-FBA0-5BDC-94A8B1A7A5BE}"/>
              </a:ext>
            </a:extLst>
          </p:cNvPr>
          <p:cNvSpPr>
            <a:spLocks noGrp="1"/>
          </p:cNvSpPr>
          <p:nvPr>
            <p:ph type="title"/>
          </p:nvPr>
        </p:nvSpPr>
        <p:spPr>
          <a:xfrm>
            <a:off x="242969" y="519957"/>
            <a:ext cx="3817994" cy="5680813"/>
          </a:xfrm>
        </p:spPr>
        <p:txBody>
          <a:bodyPr lIns="91440" tIns="0" rIns="0" bIns="0" anchor="t"/>
          <a:lstStyle/>
          <a:p>
            <a:pPr>
              <a:spcAft>
                <a:spcPts val="700"/>
              </a:spcAft>
            </a:pPr>
            <a:r>
              <a:rPr lang="en-US" sz="3200" dirty="0">
                <a:latin typeface="Fira Sans Light" panose="020B0403050000020004" pitchFamily="34" charset="0"/>
              </a:rPr>
              <a:t>Build Your Own Integration with CCH Axcess APIs</a:t>
            </a:r>
            <a:endParaRPr lang="en-CA" sz="3200" dirty="0">
              <a:latin typeface="Fira Sans Light" panose="020B0403050000020004" pitchFamily="34" charset="0"/>
            </a:endParaRPr>
          </a:p>
        </p:txBody>
      </p:sp>
      <p:sp>
        <p:nvSpPr>
          <p:cNvPr id="11" name="Slide Number Placeholder 3">
            <a:extLst>
              <a:ext uri="{FF2B5EF4-FFF2-40B4-BE49-F238E27FC236}">
                <a16:creationId xmlns:a16="http://schemas.microsoft.com/office/drawing/2014/main" id="{47EF09F7-3F12-928A-3DDD-83F46B43B968}"/>
              </a:ext>
            </a:extLst>
          </p:cNvPr>
          <p:cNvSpPr>
            <a:spLocks noGrp="1"/>
          </p:cNvSpPr>
          <p:nvPr>
            <p:ph type="sldNum" sz="quarter" idx="13"/>
          </p:nvPr>
        </p:nvSpPr>
        <p:spPr>
          <a:xfrm>
            <a:off x="334963" y="6297376"/>
            <a:ext cx="652895" cy="365125"/>
          </a:xfrm>
        </p:spPr>
        <p:txBody>
          <a:bodyPr/>
          <a:lstStyle/>
          <a:p>
            <a:fld id="{C3C3236D-FB65-584A-8227-5A449D06E62A}" type="slidenum">
              <a:rPr lang="en-US" smtClean="0"/>
              <a:pPr/>
              <a:t>33</a:t>
            </a:fld>
            <a:endParaRPr lang="en-US"/>
          </a:p>
        </p:txBody>
      </p:sp>
      <p:sp>
        <p:nvSpPr>
          <p:cNvPr id="12" name="Footer Placeholder 4">
            <a:extLst>
              <a:ext uri="{FF2B5EF4-FFF2-40B4-BE49-F238E27FC236}">
                <a16:creationId xmlns:a16="http://schemas.microsoft.com/office/drawing/2014/main" id="{29584034-B831-0405-52C1-B3AD097963CA}"/>
              </a:ext>
            </a:extLst>
          </p:cNvPr>
          <p:cNvSpPr>
            <a:spLocks noGrp="1"/>
          </p:cNvSpPr>
          <p:nvPr>
            <p:ph type="ftr" sz="quarter" idx="18"/>
          </p:nvPr>
        </p:nvSpPr>
        <p:spPr>
          <a:xfrm>
            <a:off x="4233001" y="6297376"/>
            <a:ext cx="7623000" cy="365125"/>
          </a:xfrm>
        </p:spPr>
        <p:txBody>
          <a:bodyPr/>
          <a:lstStyle/>
          <a:p>
            <a:r>
              <a:rPr lang="en-US" dirty="0"/>
              <a:t>#CCHConnections</a:t>
            </a:r>
          </a:p>
        </p:txBody>
      </p:sp>
      <p:sp>
        <p:nvSpPr>
          <p:cNvPr id="13" name="List content">
            <a:extLst>
              <a:ext uri="{FF2B5EF4-FFF2-40B4-BE49-F238E27FC236}">
                <a16:creationId xmlns:a16="http://schemas.microsoft.com/office/drawing/2014/main" id="{45DD027E-521E-92D3-D79C-BEF32DCC31D1}"/>
              </a:ext>
            </a:extLst>
          </p:cNvPr>
          <p:cNvSpPr txBox="1"/>
          <p:nvPr/>
        </p:nvSpPr>
        <p:spPr>
          <a:xfrm>
            <a:off x="4289451" y="779983"/>
            <a:ext cx="7430415" cy="5191963"/>
          </a:xfrm>
          <a:prstGeom prst="rect">
            <a:avLst/>
          </a:prstGeom>
          <a:noFill/>
        </p:spPr>
        <p:txBody>
          <a:bodyPr vert="horz" lIns="0" tIns="0" rIns="0" bIns="0" rtlCol="0" anchor="t">
            <a:noAutofit/>
          </a:bodyPr>
          <a:lstStyle/>
          <a:p>
            <a:pPr fontAlgn="t">
              <a:lnSpc>
                <a:spcPct val="100000"/>
              </a:lnSpc>
              <a:buNone/>
            </a:pPr>
            <a:r>
              <a:rPr lang="en-CA" sz="2000" dirty="0">
                <a:solidFill>
                  <a:schemeClr val="bg1"/>
                </a:solidFill>
              </a:rPr>
              <a:t>Discover how AI and APIs can work together to accelerate innovation within your firm. In this hands-on lab, you'll use AI-assisted tools to build a simple application that integrates with CCH Axcess™ APIs—without requiring deep development expertise.</a:t>
            </a:r>
          </a:p>
          <a:p>
            <a:pPr fontAlgn="t">
              <a:lnSpc>
                <a:spcPct val="100000"/>
              </a:lnSpc>
              <a:buNone/>
            </a:pPr>
            <a:endParaRPr lang="en-CA" sz="2000" dirty="0">
              <a:solidFill>
                <a:schemeClr val="bg1"/>
              </a:solidFill>
            </a:endParaRPr>
          </a:p>
          <a:p>
            <a:pPr fontAlgn="t">
              <a:lnSpc>
                <a:spcPct val="100000"/>
              </a:lnSpc>
              <a:buNone/>
            </a:pPr>
            <a:r>
              <a:rPr lang="en-CA" sz="2000" dirty="0">
                <a:solidFill>
                  <a:schemeClr val="bg1"/>
                </a:solidFill>
              </a:rPr>
              <a:t>Guided by experts, you'll explore real-world scenarios such as importing client information, retrieving return data, and connecting systems through API-driven workflows. </a:t>
            </a:r>
          </a:p>
          <a:p>
            <a:pPr fontAlgn="t">
              <a:lnSpc>
                <a:spcPct val="100000"/>
              </a:lnSpc>
              <a:buNone/>
            </a:pPr>
            <a:endParaRPr lang="en-CA" sz="2000" dirty="0">
              <a:solidFill>
                <a:schemeClr val="bg1"/>
              </a:solidFill>
            </a:endParaRPr>
          </a:p>
        </p:txBody>
      </p:sp>
      <p:sp>
        <p:nvSpPr>
          <p:cNvPr id="14" name="List content">
            <a:extLst>
              <a:ext uri="{FF2B5EF4-FFF2-40B4-BE49-F238E27FC236}">
                <a16:creationId xmlns:a16="http://schemas.microsoft.com/office/drawing/2014/main" id="{725E3332-B6FC-CDA0-4B5D-813583266954}"/>
              </a:ext>
            </a:extLst>
          </p:cNvPr>
          <p:cNvSpPr txBox="1"/>
          <p:nvPr/>
        </p:nvSpPr>
        <p:spPr>
          <a:xfrm>
            <a:off x="345755" y="2206547"/>
            <a:ext cx="7430415" cy="5191963"/>
          </a:xfrm>
          <a:prstGeom prst="rect">
            <a:avLst/>
          </a:prstGeom>
          <a:noFill/>
        </p:spPr>
        <p:txBody>
          <a:bodyPr vert="horz" lIns="0" tIns="0" rIns="0" bIns="0" rtlCol="0" anchor="t">
            <a:noAutofit/>
          </a:bodyPr>
          <a:lstStyle/>
          <a:p>
            <a:pPr marL="342900" indent="-342900">
              <a:spcAft>
                <a:spcPts val="1500"/>
              </a:spcAft>
              <a:buFont typeface="Arial" panose="020B0604020202020204" pitchFamily="34" charset="0"/>
              <a:buChar char="•"/>
            </a:pPr>
            <a:r>
              <a:rPr lang="en-US" dirty="0">
                <a:solidFill>
                  <a:schemeClr val="bg1"/>
                </a:solidFill>
                <a:latin typeface="Fira Sans" panose="020B0503050000020004" pitchFamily="34" charset="0"/>
              </a:rPr>
              <a:t>Monday 4pm</a:t>
            </a:r>
          </a:p>
          <a:p>
            <a:pPr marL="342900" indent="-342900">
              <a:spcAft>
                <a:spcPts val="1500"/>
              </a:spcAft>
              <a:buFont typeface="Arial" panose="020B0604020202020204" pitchFamily="34" charset="0"/>
              <a:buChar char="•"/>
            </a:pPr>
            <a:r>
              <a:rPr lang="en-US" dirty="0">
                <a:solidFill>
                  <a:schemeClr val="bg1"/>
                </a:solidFill>
                <a:latin typeface="Fira Sans" panose="020B0503050000020004" pitchFamily="34" charset="0"/>
              </a:rPr>
              <a:t>Tuesday, 2pm</a:t>
            </a:r>
          </a:p>
          <a:p>
            <a:pPr marL="342900" indent="-342900">
              <a:spcAft>
                <a:spcPts val="1500"/>
              </a:spcAft>
              <a:buFont typeface="Arial" panose="020B0604020202020204" pitchFamily="34" charset="0"/>
              <a:buChar char="•"/>
            </a:pPr>
            <a:r>
              <a:rPr lang="en-US" dirty="0">
                <a:solidFill>
                  <a:schemeClr val="bg1"/>
                </a:solidFill>
                <a:latin typeface="Fira Sans" panose="020B0503050000020004" pitchFamily="34" charset="0"/>
              </a:rPr>
              <a:t>Wednesday 7:45pm</a:t>
            </a:r>
            <a:endParaRPr lang="en-CA" dirty="0">
              <a:solidFill>
                <a:schemeClr val="bg1"/>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1364080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A132C-BA78-708D-9897-E509A19B73F9}"/>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Review behavior before approving any update</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3FA289DB-ED67-0CEC-5C1A-DDC1AEDB7FDC}"/>
              </a:ext>
            </a:extLst>
          </p:cNvPr>
          <p:cNvSpPr>
            <a:spLocks noGrp="1"/>
          </p:cNvSpPr>
          <p:nvPr>
            <p:ph type="sldNum" sz="quarter" idx="13"/>
          </p:nvPr>
        </p:nvSpPr>
        <p:spPr/>
        <p:txBody>
          <a:bodyPr/>
          <a:lstStyle/>
          <a:p>
            <a:fld id="{C3C3236D-FB65-584A-8227-5A449D06E62A}" type="slidenum">
              <a:rPr lang="en-US" smtClean="0"/>
              <a:pPr/>
              <a:t>34</a:t>
            </a:fld>
            <a:endParaRPr lang="en-US"/>
          </a:p>
        </p:txBody>
      </p:sp>
      <p:sp>
        <p:nvSpPr>
          <p:cNvPr id="5" name="Footer Placeholder 4">
            <a:extLst>
              <a:ext uri="{FF2B5EF4-FFF2-40B4-BE49-F238E27FC236}">
                <a16:creationId xmlns:a16="http://schemas.microsoft.com/office/drawing/2014/main" id="{C816B858-A0DE-0CEA-AE70-D44725EC6F4A}"/>
              </a:ext>
            </a:extLst>
          </p:cNvPr>
          <p:cNvSpPr>
            <a:spLocks noGrp="1"/>
          </p:cNvSpPr>
          <p:nvPr>
            <p:ph type="ftr" sz="quarter" idx="18"/>
          </p:nvPr>
        </p:nvSpPr>
        <p:spPr/>
        <p:txBody>
          <a:bodyPr/>
          <a:lstStyle/>
          <a:p>
            <a:r>
              <a:rPr lang="en-US"/>
              <a:t>#CCHConnections</a:t>
            </a:r>
            <a:endParaRPr lang="en-US" dirty="0"/>
          </a:p>
        </p:txBody>
      </p:sp>
      <p:sp>
        <p:nvSpPr>
          <p:cNvPr id="6" name="List content">
            <a:extLst>
              <a:ext uri="{FF2B5EF4-FFF2-40B4-BE49-F238E27FC236}">
                <a16:creationId xmlns:a16="http://schemas.microsoft.com/office/drawing/2014/main" id="{E427C72D-F24F-BB51-F686-DA5E4B907FAF}"/>
              </a:ext>
            </a:extLst>
          </p:cNvPr>
          <p:cNvSpPr txBox="1"/>
          <p:nvPr/>
        </p:nvSpPr>
        <p:spPr>
          <a:xfrm>
            <a:off x="4289451" y="779983"/>
            <a:ext cx="7430415" cy="5191963"/>
          </a:xfrm>
          <a:prstGeom prst="rect">
            <a:avLst/>
          </a:prstGeom>
          <a:noFill/>
        </p:spPr>
        <p:txBody>
          <a:bodyPr vert="horz" lIns="0" tIns="0" rIns="0" bIns="0" rtlCol="0" anchor="t">
            <a:noAutofit/>
          </a:bodyPr>
          <a:lstStyle/>
          <a:p>
            <a:pPr>
              <a:spcAft>
                <a:spcPts val="1500"/>
              </a:spcAft>
            </a:pPr>
            <a:r>
              <a:rPr lang="en-US">
                <a:solidFill>
                  <a:srgbClr val="000000"/>
                </a:solidFill>
                <a:latin typeface="Fira Sans" panose="020B0503050000020004" pitchFamily="34" charset="0"/>
              </a:rPr>
              <a:t>Use test data and the designated test firm.</a:t>
            </a:r>
          </a:p>
          <a:p>
            <a:pPr>
              <a:spcAft>
                <a:spcPts val="1500"/>
              </a:spcAft>
            </a:pPr>
            <a:r>
              <a:rPr lang="en-US">
                <a:solidFill>
                  <a:srgbClr val="000000"/>
                </a:solidFill>
                <a:latin typeface="Fira Sans" panose="020B0503050000020004" pitchFamily="34" charset="0"/>
              </a:rPr>
              <a:t>Limit access to what the workflow needs.</a:t>
            </a:r>
          </a:p>
          <a:p>
            <a:pPr>
              <a:spcAft>
                <a:spcPts val="1500"/>
              </a:spcAft>
            </a:pPr>
            <a:r>
              <a:rPr lang="en-US">
                <a:solidFill>
                  <a:srgbClr val="000000"/>
                </a:solidFill>
                <a:latin typeface="Fira Sans" panose="020B0503050000020004" pitchFamily="34" charset="0"/>
              </a:rPr>
              <a:t>Inspect the proposed changes before applying them.</a:t>
            </a:r>
          </a:p>
          <a:p>
            <a:pPr>
              <a:spcAft>
                <a:spcPts val="1500"/>
              </a:spcAft>
            </a:pPr>
            <a:r>
              <a:rPr lang="en-US">
                <a:solidFill>
                  <a:srgbClr val="000000"/>
                </a:solidFill>
                <a:latin typeface="Fira Sans" panose="020B0503050000020004" pitchFamily="34" charset="0"/>
              </a:rPr>
              <a:t>Confirm the result with a read-back.</a:t>
            </a:r>
          </a:p>
          <a:p>
            <a:pPr>
              <a:spcAft>
                <a:spcPts val="1500"/>
              </a:spcAft>
            </a:pPr>
            <a:r>
              <a:rPr lang="en-US">
                <a:solidFill>
                  <a:srgbClr val="000000"/>
                </a:solidFill>
                <a:latin typeface="Fira Sans" panose="020B0503050000020004" pitchFamily="34" charset="0"/>
              </a:rPr>
              <a:t>Keep credentials outside source control.</a:t>
            </a:r>
            <a:endParaRPr lang="en-CA">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10938378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739197-49CD-B4D7-8A95-3A7292CED10A}"/>
              </a:ext>
            </a:extLst>
          </p:cNvPr>
          <p:cNvSpPr>
            <a:spLocks noGrp="1"/>
          </p:cNvSpPr>
          <p:nvPr>
            <p:ph type="sldNum" sz="quarter" idx="13"/>
          </p:nvPr>
        </p:nvSpPr>
        <p:spPr/>
        <p:txBody>
          <a:bodyPr/>
          <a:lstStyle/>
          <a:p>
            <a:fld id="{C3C3236D-FB65-584A-8227-5A449D06E62A}" type="slidenum">
              <a:rPr lang="en-US" smtClean="0"/>
              <a:pPr/>
              <a:t>35</a:t>
            </a:fld>
            <a:endParaRPr lang="en-US"/>
          </a:p>
        </p:txBody>
      </p:sp>
      <p:sp>
        <p:nvSpPr>
          <p:cNvPr id="3" name="Footer Placeholder 2">
            <a:extLst>
              <a:ext uri="{FF2B5EF4-FFF2-40B4-BE49-F238E27FC236}">
                <a16:creationId xmlns:a16="http://schemas.microsoft.com/office/drawing/2014/main" id="{F2BC21D4-8C7D-68CA-4457-E7C4E156D550}"/>
              </a:ext>
            </a:extLst>
          </p:cNvPr>
          <p:cNvSpPr>
            <a:spLocks noGrp="1"/>
          </p:cNvSpPr>
          <p:nvPr>
            <p:ph type="ftr" sz="quarter" idx="18"/>
          </p:nvPr>
        </p:nvSpPr>
        <p:spPr/>
        <p:txBody>
          <a:bodyPr/>
          <a:lstStyle/>
          <a:p>
            <a:r>
              <a:rPr lang="en-US"/>
              <a:t>#CCHConnections</a:t>
            </a:r>
            <a:endParaRPr lang="en-US" dirty="0"/>
          </a:p>
        </p:txBody>
      </p:sp>
      <p:sp>
        <p:nvSpPr>
          <p:cNvPr id="4" name="Title 3">
            <a:extLst>
              <a:ext uri="{FF2B5EF4-FFF2-40B4-BE49-F238E27FC236}">
                <a16:creationId xmlns:a16="http://schemas.microsoft.com/office/drawing/2014/main" id="{1BD2BCCE-118B-EB66-F6AD-01DA4B61CA20}"/>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Watch one request become a reviewed application change</a:t>
            </a:r>
            <a:endParaRPr lang="en-CA" sz="3200">
              <a:solidFill>
                <a:srgbClr val="000000"/>
              </a:solidFill>
              <a:latin typeface="Fira Sans Light" panose="020B0403050000020004" pitchFamily="34" charset="0"/>
            </a:endParaRPr>
          </a:p>
        </p:txBody>
      </p:sp>
      <p:sp>
        <p:nvSpPr>
          <p:cNvPr id="6" name="List content">
            <a:extLst>
              <a:ext uri="{FF2B5EF4-FFF2-40B4-BE49-F238E27FC236}">
                <a16:creationId xmlns:a16="http://schemas.microsoft.com/office/drawing/2014/main" id="{30B10B7B-5372-744B-26D1-F8FEB256305A}"/>
              </a:ext>
            </a:extLst>
          </p:cNvPr>
          <p:cNvSpPr txBox="1"/>
          <p:nvPr/>
        </p:nvSpPr>
        <p:spPr>
          <a:xfrm>
            <a:off x="4289451" y="752551"/>
            <a:ext cx="7430415" cy="4826203"/>
          </a:xfrm>
          <a:prstGeom prst="rect">
            <a:avLst/>
          </a:prstGeom>
          <a:noFill/>
        </p:spPr>
        <p:txBody>
          <a:bodyPr vert="horz" lIns="0" tIns="0" rIns="0" bIns="0" rtlCol="0" anchor="t">
            <a:noAutofit/>
          </a:bodyPr>
          <a:lstStyle/>
          <a:p>
            <a:pPr>
              <a:spcAft>
                <a:spcPts val="1500"/>
              </a:spcAft>
            </a:pPr>
            <a:r>
              <a:rPr lang="en-US">
                <a:solidFill>
                  <a:srgbClr val="000000"/>
                </a:solidFill>
                <a:latin typeface="Fira Sans" panose="020B0503050000020004" pitchFamily="34" charset="0"/>
              </a:rPr>
              <a:t>Begin with the prepared project and a small request.</a:t>
            </a:r>
          </a:p>
          <a:p>
            <a:pPr>
              <a:spcAft>
                <a:spcPts val="1500"/>
              </a:spcAft>
            </a:pPr>
            <a:r>
              <a:rPr lang="en-US">
                <a:solidFill>
                  <a:srgbClr val="000000"/>
                </a:solidFill>
                <a:latin typeface="Fira Sans" panose="020B0503050000020004" pitchFamily="34" charset="0"/>
              </a:rPr>
              <a:t>Show what Copilot proposes and which guidance it reads.</a:t>
            </a:r>
          </a:p>
          <a:p>
            <a:pPr>
              <a:spcAft>
                <a:spcPts val="1500"/>
              </a:spcAft>
            </a:pPr>
            <a:r>
              <a:rPr lang="en-US">
                <a:solidFill>
                  <a:srgbClr val="000000"/>
                </a:solidFill>
                <a:latin typeface="Fira Sans" panose="020B0503050000020004" pitchFamily="34" charset="0"/>
              </a:rPr>
              <a:t>Run the result against the test firm.</a:t>
            </a:r>
          </a:p>
          <a:p>
            <a:pPr>
              <a:spcAft>
                <a:spcPts val="1500"/>
              </a:spcAft>
            </a:pPr>
            <a:r>
              <a:rPr lang="en-US">
                <a:solidFill>
                  <a:srgbClr val="000000"/>
                </a:solidFill>
                <a:latin typeface="Fira Sans" panose="020B0503050000020004" pitchFamily="34" charset="0"/>
              </a:rPr>
              <a:t>Review the change and explain what still needs work.</a:t>
            </a:r>
            <a:endParaRPr lang="en-CA">
              <a:solidFill>
                <a:srgbClr val="000000"/>
              </a:solidFill>
              <a:latin typeface="Fira Sans" panose="020B0503050000020004" pitchFamily="34" charset="0"/>
            </a:endParaRPr>
          </a:p>
        </p:txBody>
      </p:sp>
      <p:sp>
        <p:nvSpPr>
          <p:cNvPr id="7" name="Draft Flag">
            <a:extLst>
              <a:ext uri="{FF2B5EF4-FFF2-40B4-BE49-F238E27FC236}">
                <a16:creationId xmlns:a16="http://schemas.microsoft.com/office/drawing/2014/main" id="{DDEAC31F-EE72-91C1-7718-3E050B8D78AC}"/>
              </a:ext>
            </a:extLst>
          </p:cNvPr>
          <p:cNvSpPr txBox="1"/>
          <p:nvPr/>
        </p:nvSpPr>
        <p:spPr>
          <a:xfrm>
            <a:off x="4216298" y="5907938"/>
            <a:ext cx="7640727" cy="274320"/>
          </a:xfrm>
          <a:prstGeom prst="rect">
            <a:avLst/>
          </a:prstGeom>
          <a:noFill/>
        </p:spPr>
        <p:txBody>
          <a:bodyPr vert="horz" lIns="0" tIns="0" rIns="0" bIns="0" rtlCol="0" anchor="t">
            <a:noAutofit/>
          </a:bodyPr>
          <a:lstStyle/>
          <a:p>
            <a:pPr>
              <a:spcAft>
                <a:spcPts val="700"/>
              </a:spcAft>
            </a:pPr>
            <a:r>
              <a:rPr lang="en-US" sz="1300">
                <a:solidFill>
                  <a:srgbClr val="000000"/>
                </a:solidFill>
                <a:latin typeface="Fira Sans" panose="020B0503050000020004" pitchFamily="34" charset="0"/>
              </a:rPr>
              <a:t>Build-demo cue; add rehearsed recording or screenshots</a:t>
            </a:r>
            <a:endParaRPr lang="en-CA" sz="13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0709667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D8A00-541A-5DCD-2AA4-EFE9621DDB6E}"/>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The lab turns one workflow into a small prototype</a:t>
            </a:r>
            <a:endParaRPr lang="en-CA" sz="320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2F1D2928-D31B-BB19-A7B9-307DEEB66EBF}"/>
              </a:ext>
            </a:extLst>
          </p:cNvPr>
          <p:cNvSpPr>
            <a:spLocks noGrp="1"/>
          </p:cNvSpPr>
          <p:nvPr>
            <p:ph type="sldNum" sz="quarter" idx="13"/>
          </p:nvPr>
        </p:nvSpPr>
        <p:spPr/>
        <p:txBody>
          <a:bodyPr/>
          <a:lstStyle/>
          <a:p>
            <a:fld id="{C3C3236D-FB65-584A-8227-5A449D06E62A}" type="slidenum">
              <a:rPr lang="en-US" smtClean="0"/>
              <a:pPr/>
              <a:t>36</a:t>
            </a:fld>
            <a:endParaRPr lang="en-US"/>
          </a:p>
        </p:txBody>
      </p:sp>
      <p:sp>
        <p:nvSpPr>
          <p:cNvPr id="5" name="Footer Placeholder 4">
            <a:extLst>
              <a:ext uri="{FF2B5EF4-FFF2-40B4-BE49-F238E27FC236}">
                <a16:creationId xmlns:a16="http://schemas.microsoft.com/office/drawing/2014/main" id="{F2928984-4D39-2D8D-A5AF-998AD20960D5}"/>
              </a:ext>
            </a:extLst>
          </p:cNvPr>
          <p:cNvSpPr>
            <a:spLocks noGrp="1"/>
          </p:cNvSpPr>
          <p:nvPr>
            <p:ph type="ftr" sz="quarter" idx="18"/>
          </p:nvPr>
        </p:nvSpPr>
        <p:spPr/>
        <p:txBody>
          <a:bodyPr/>
          <a:lstStyle/>
          <a:p>
            <a:r>
              <a:rPr lang="en-US"/>
              <a:t>#CCHConnections</a:t>
            </a:r>
            <a:endParaRPr lang="en-US" dirty="0"/>
          </a:p>
        </p:txBody>
      </p:sp>
      <p:sp>
        <p:nvSpPr>
          <p:cNvPr id="6" name="Rectangle 5">
            <a:extLst>
              <a:ext uri="{FF2B5EF4-FFF2-40B4-BE49-F238E27FC236}">
                <a16:creationId xmlns:a16="http://schemas.microsoft.com/office/drawing/2014/main" id="{5849D1EA-B20C-3BAD-7E47-AD49C76F3CF1}"/>
              </a:ext>
            </a:extLst>
          </p:cNvPr>
          <p:cNvSpPr/>
          <p:nvPr/>
        </p:nvSpPr>
        <p:spPr>
          <a:xfrm>
            <a:off x="346558" y="2606040"/>
            <a:ext cx="2649702"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7" name="Flow step">
            <a:extLst>
              <a:ext uri="{FF2B5EF4-FFF2-40B4-BE49-F238E27FC236}">
                <a16:creationId xmlns:a16="http://schemas.microsoft.com/office/drawing/2014/main" id="{B8DF32F3-697F-8414-F0B8-D1A67570B132}"/>
              </a:ext>
            </a:extLst>
          </p:cNvPr>
          <p:cNvSpPr txBox="1"/>
          <p:nvPr/>
        </p:nvSpPr>
        <p:spPr>
          <a:xfrm>
            <a:off x="465430"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Describe</a:t>
            </a:r>
          </a:p>
        </p:txBody>
      </p:sp>
      <p:sp>
        <p:nvSpPr>
          <p:cNvPr id="8" name="Flow explanation">
            <a:extLst>
              <a:ext uri="{FF2B5EF4-FFF2-40B4-BE49-F238E27FC236}">
                <a16:creationId xmlns:a16="http://schemas.microsoft.com/office/drawing/2014/main" id="{78851EE0-17DD-A750-9C06-EAE479E0D9A9}"/>
              </a:ext>
            </a:extLst>
          </p:cNvPr>
          <p:cNvSpPr txBox="1"/>
          <p:nvPr/>
        </p:nvSpPr>
        <p:spPr>
          <a:xfrm>
            <a:off x="465430" y="3502151"/>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Describe a workflow in plain language.</a:t>
            </a:r>
            <a:endParaRPr lang="en-CA" sz="1900">
              <a:solidFill>
                <a:srgbClr val="000000"/>
              </a:solidFill>
              <a:latin typeface="Fira Sans" panose="020B0503050000020004" pitchFamily="34" charset="0"/>
            </a:endParaRPr>
          </a:p>
        </p:txBody>
      </p:sp>
      <p:cxnSp>
        <p:nvCxnSpPr>
          <p:cNvPr id="9" name="Straight Connector 8">
            <a:extLst>
              <a:ext uri="{FF2B5EF4-FFF2-40B4-BE49-F238E27FC236}">
                <a16:creationId xmlns:a16="http://schemas.microsoft.com/office/drawing/2014/main" id="{F48A90E2-44A2-1253-0B30-F17EC95CC9DF}"/>
              </a:ext>
            </a:extLst>
          </p:cNvPr>
          <p:cNvCxnSpPr/>
          <p:nvPr/>
        </p:nvCxnSpPr>
        <p:spPr>
          <a:xfrm>
            <a:off x="3023692"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5E03C246-0234-17B2-B66D-8A0FFAAA3E17}"/>
              </a:ext>
            </a:extLst>
          </p:cNvPr>
          <p:cNvSpPr/>
          <p:nvPr/>
        </p:nvSpPr>
        <p:spPr>
          <a:xfrm>
            <a:off x="3252292" y="2606040"/>
            <a:ext cx="2649703"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1" name="Flow step">
            <a:extLst>
              <a:ext uri="{FF2B5EF4-FFF2-40B4-BE49-F238E27FC236}">
                <a16:creationId xmlns:a16="http://schemas.microsoft.com/office/drawing/2014/main" id="{F40E16FE-C3FF-ADB5-D493-07C27BD31DDC}"/>
              </a:ext>
            </a:extLst>
          </p:cNvPr>
          <p:cNvSpPr txBox="1"/>
          <p:nvPr/>
        </p:nvSpPr>
        <p:spPr>
          <a:xfrm>
            <a:off x="3371164"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Build</a:t>
            </a:r>
          </a:p>
        </p:txBody>
      </p:sp>
      <p:sp>
        <p:nvSpPr>
          <p:cNvPr id="12" name="Flow explanation">
            <a:extLst>
              <a:ext uri="{FF2B5EF4-FFF2-40B4-BE49-F238E27FC236}">
                <a16:creationId xmlns:a16="http://schemas.microsoft.com/office/drawing/2014/main" id="{C8211B26-2574-0713-5363-88A77D81C57F}"/>
              </a:ext>
            </a:extLst>
          </p:cNvPr>
          <p:cNvSpPr txBox="1"/>
          <p:nvPr/>
        </p:nvSpPr>
        <p:spPr>
          <a:xfrm>
            <a:off x="3371164" y="3502151"/>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Use GitHub Copilot with the starter project.</a:t>
            </a:r>
            <a:endParaRPr lang="en-CA" sz="1900">
              <a:solidFill>
                <a:srgbClr val="000000"/>
              </a:solidFill>
              <a:latin typeface="Fira Sans" panose="020B0503050000020004" pitchFamily="34" charset="0"/>
            </a:endParaRPr>
          </a:p>
        </p:txBody>
      </p:sp>
      <p:cxnSp>
        <p:nvCxnSpPr>
          <p:cNvPr id="13" name="Straight Connector 12">
            <a:extLst>
              <a:ext uri="{FF2B5EF4-FFF2-40B4-BE49-F238E27FC236}">
                <a16:creationId xmlns:a16="http://schemas.microsoft.com/office/drawing/2014/main" id="{71AA12FD-DCD0-8D31-60C4-D62E6A2F60D9}"/>
              </a:ext>
            </a:extLst>
          </p:cNvPr>
          <p:cNvCxnSpPr/>
          <p:nvPr/>
        </p:nvCxnSpPr>
        <p:spPr>
          <a:xfrm>
            <a:off x="5929427"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925DC254-C122-616C-BCAA-ABCFF05E9DE0}"/>
              </a:ext>
            </a:extLst>
          </p:cNvPr>
          <p:cNvSpPr/>
          <p:nvPr/>
        </p:nvSpPr>
        <p:spPr>
          <a:xfrm>
            <a:off x="6158027" y="2606040"/>
            <a:ext cx="2649702"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5" name="Flow step">
            <a:extLst>
              <a:ext uri="{FF2B5EF4-FFF2-40B4-BE49-F238E27FC236}">
                <a16:creationId xmlns:a16="http://schemas.microsoft.com/office/drawing/2014/main" id="{C272A268-CD54-C034-407F-D9A91BEDC6E6}"/>
              </a:ext>
            </a:extLst>
          </p:cNvPr>
          <p:cNvSpPr txBox="1"/>
          <p:nvPr/>
        </p:nvSpPr>
        <p:spPr>
          <a:xfrm>
            <a:off x="6276899"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Test</a:t>
            </a:r>
          </a:p>
        </p:txBody>
      </p:sp>
      <p:sp>
        <p:nvSpPr>
          <p:cNvPr id="16" name="Flow explanation">
            <a:extLst>
              <a:ext uri="{FF2B5EF4-FFF2-40B4-BE49-F238E27FC236}">
                <a16:creationId xmlns:a16="http://schemas.microsoft.com/office/drawing/2014/main" id="{AD153CC7-3247-9DF0-EBE4-BB7B8F3EB440}"/>
              </a:ext>
            </a:extLst>
          </p:cNvPr>
          <p:cNvSpPr txBox="1"/>
          <p:nvPr/>
        </p:nvSpPr>
        <p:spPr>
          <a:xfrm>
            <a:off x="6276899" y="3502152"/>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Test the application against a demo firm.</a:t>
            </a:r>
            <a:endParaRPr lang="en-CA" sz="1900">
              <a:solidFill>
                <a:srgbClr val="000000"/>
              </a:solidFill>
              <a:latin typeface="Fira Sans" panose="020B0503050000020004" pitchFamily="34" charset="0"/>
            </a:endParaRPr>
          </a:p>
        </p:txBody>
      </p:sp>
      <p:cxnSp>
        <p:nvCxnSpPr>
          <p:cNvPr id="17" name="Straight Connector 16">
            <a:extLst>
              <a:ext uri="{FF2B5EF4-FFF2-40B4-BE49-F238E27FC236}">
                <a16:creationId xmlns:a16="http://schemas.microsoft.com/office/drawing/2014/main" id="{98D9E9E7-90B9-5416-C270-819D77857DE0}"/>
              </a:ext>
            </a:extLst>
          </p:cNvPr>
          <p:cNvCxnSpPr/>
          <p:nvPr/>
        </p:nvCxnSpPr>
        <p:spPr>
          <a:xfrm>
            <a:off x="8835161" y="3771900"/>
            <a:ext cx="201168" cy="0"/>
          </a:xfrm>
          <a:prstGeom prst="line">
            <a:avLst/>
          </a:prstGeom>
          <a:ln w="15875">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10B9CE3D-49A4-9174-DD83-3513002B98D1}"/>
              </a:ext>
            </a:extLst>
          </p:cNvPr>
          <p:cNvSpPr/>
          <p:nvPr/>
        </p:nvSpPr>
        <p:spPr>
          <a:xfrm>
            <a:off x="9063761" y="2606040"/>
            <a:ext cx="2649703" cy="2331720"/>
          </a:xfrm>
          <a:prstGeom prst="rect">
            <a:avLst/>
          </a:prstGeom>
          <a:solidFill>
            <a:srgbClr val="EDEDED"/>
          </a:solidFill>
          <a:ln w="9525">
            <a:solidFill>
              <a:schemeClr val="tx1"/>
            </a:solidFill>
          </a:ln>
        </p:spPr>
        <p:style>
          <a:lnRef idx="2">
            <a:schemeClr val="dk1">
              <a:shade val="50000"/>
            </a:schemeClr>
          </a:lnRef>
          <a:fillRef idx="1">
            <a:schemeClr val="dk1"/>
          </a:fillRef>
          <a:effectRef idx="0">
            <a:schemeClr val="dk1"/>
          </a:effectRef>
          <a:fontRef idx="minor">
            <a:schemeClr val="lt1"/>
          </a:fontRef>
        </p:style>
        <p:txBody>
          <a:bodyPr tIns="90000" bIns="90000" rtlCol="0" anchor="t"/>
          <a:lstStyle/>
          <a:p>
            <a:pPr algn="l"/>
            <a:endParaRPr lang="en-CA" sz="1800" dirty="0">
              <a:solidFill>
                <a:schemeClr val="tx1"/>
              </a:solidFill>
            </a:endParaRPr>
          </a:p>
        </p:txBody>
      </p:sp>
      <p:sp>
        <p:nvSpPr>
          <p:cNvPr id="19" name="Flow step">
            <a:extLst>
              <a:ext uri="{FF2B5EF4-FFF2-40B4-BE49-F238E27FC236}">
                <a16:creationId xmlns:a16="http://schemas.microsoft.com/office/drawing/2014/main" id="{93647153-22D8-96FB-4520-9E1F44C1D9D4}"/>
              </a:ext>
            </a:extLst>
          </p:cNvPr>
          <p:cNvSpPr txBox="1"/>
          <p:nvPr/>
        </p:nvSpPr>
        <p:spPr>
          <a:xfrm>
            <a:off x="9182633" y="2770631"/>
            <a:ext cx="2411959" cy="548640"/>
          </a:xfrm>
          <a:prstGeom prst="rect">
            <a:avLst/>
          </a:prstGeom>
          <a:noFill/>
        </p:spPr>
        <p:txBody>
          <a:bodyPr vert="horz" lIns="0" tIns="0" rIns="0" bIns="0" rtlCol="0" anchor="t">
            <a:noAutofit/>
          </a:bodyPr>
          <a:lstStyle/>
          <a:p>
            <a:pPr>
              <a:spcAft>
                <a:spcPts val="700"/>
              </a:spcAft>
            </a:pPr>
            <a:r>
              <a:rPr lang="en-CA" sz="2300" b="1">
                <a:solidFill>
                  <a:srgbClr val="000000"/>
                </a:solidFill>
                <a:latin typeface="Fira Sans" panose="020B0503050000020004" pitchFamily="34" charset="0"/>
              </a:rPr>
              <a:t>Take home</a:t>
            </a:r>
          </a:p>
        </p:txBody>
      </p:sp>
      <p:sp>
        <p:nvSpPr>
          <p:cNvPr id="20" name="Flow explanation">
            <a:extLst>
              <a:ext uri="{FF2B5EF4-FFF2-40B4-BE49-F238E27FC236}">
                <a16:creationId xmlns:a16="http://schemas.microsoft.com/office/drawing/2014/main" id="{459137E4-AE2E-B2AC-7407-EDF2DCC1EC78}"/>
              </a:ext>
            </a:extLst>
          </p:cNvPr>
          <p:cNvSpPr txBox="1"/>
          <p:nvPr/>
        </p:nvSpPr>
        <p:spPr>
          <a:xfrm>
            <a:off x="9182633" y="3502152"/>
            <a:ext cx="2411959" cy="1298448"/>
          </a:xfrm>
          <a:prstGeom prst="rect">
            <a:avLst/>
          </a:prstGeom>
          <a:noFill/>
        </p:spPr>
        <p:txBody>
          <a:bodyPr vert="horz" lIns="0" tIns="0" rIns="0" bIns="0" rtlCol="0" anchor="t">
            <a:noAutofit/>
          </a:bodyPr>
          <a:lstStyle/>
          <a:p>
            <a:pPr>
              <a:spcAft>
                <a:spcPts val="700"/>
              </a:spcAft>
            </a:pPr>
            <a:r>
              <a:rPr lang="en-US" sz="1900">
                <a:solidFill>
                  <a:srgbClr val="000000"/>
                </a:solidFill>
                <a:latin typeface="Fira Sans" panose="020B0503050000020004" pitchFamily="34" charset="0"/>
              </a:rPr>
              <a:t>Leave with a prototype and a starting point for further work.</a:t>
            </a:r>
            <a:endParaRPr lang="en-CA" sz="19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41122455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C54C307-D139-8B07-DBF2-AA8347BCBAD0}"/>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Start with return-status reporting, then add only what is ready</a:t>
            </a:r>
            <a:endParaRPr lang="en-CA" sz="3200">
              <a:solidFill>
                <a:srgbClr val="000000"/>
              </a:solidFill>
              <a:latin typeface="Fira Sans Light" panose="020B0403050000020004" pitchFamily="34" charset="0"/>
            </a:endParaRPr>
          </a:p>
        </p:txBody>
      </p:sp>
      <p:sp>
        <p:nvSpPr>
          <p:cNvPr id="6" name="Slide Number Placeholder 5">
            <a:extLst>
              <a:ext uri="{FF2B5EF4-FFF2-40B4-BE49-F238E27FC236}">
                <a16:creationId xmlns:a16="http://schemas.microsoft.com/office/drawing/2014/main" id="{459461C9-630B-1F6D-D9B4-55E74B922DBB}"/>
              </a:ext>
            </a:extLst>
          </p:cNvPr>
          <p:cNvSpPr>
            <a:spLocks noGrp="1"/>
          </p:cNvSpPr>
          <p:nvPr>
            <p:ph type="sldNum" sz="quarter" idx="13"/>
          </p:nvPr>
        </p:nvSpPr>
        <p:spPr/>
        <p:txBody>
          <a:bodyPr/>
          <a:lstStyle/>
          <a:p>
            <a:fld id="{C3C3236D-FB65-584A-8227-5A449D06E62A}" type="slidenum">
              <a:rPr lang="en-US" smtClean="0"/>
              <a:pPr/>
              <a:t>37</a:t>
            </a:fld>
            <a:endParaRPr lang="en-US"/>
          </a:p>
        </p:txBody>
      </p:sp>
      <p:sp>
        <p:nvSpPr>
          <p:cNvPr id="7" name="Footer Placeholder 6">
            <a:extLst>
              <a:ext uri="{FF2B5EF4-FFF2-40B4-BE49-F238E27FC236}">
                <a16:creationId xmlns:a16="http://schemas.microsoft.com/office/drawing/2014/main" id="{88B0916A-D3DC-E2F0-2723-D9591A047019}"/>
              </a:ext>
            </a:extLst>
          </p:cNvPr>
          <p:cNvSpPr>
            <a:spLocks noGrp="1"/>
          </p:cNvSpPr>
          <p:nvPr>
            <p:ph type="ftr" sz="quarter" idx="18"/>
          </p:nvPr>
        </p:nvSpPr>
        <p:spPr/>
        <p:txBody>
          <a:bodyPr/>
          <a:lstStyle/>
          <a:p>
            <a:r>
              <a:rPr lang="en-US"/>
              <a:t>#CCHConnections</a:t>
            </a:r>
            <a:endParaRPr lang="en-US" dirty="0"/>
          </a:p>
        </p:txBody>
      </p:sp>
      <p:sp>
        <p:nvSpPr>
          <p:cNvPr id="8" name="Card heading">
            <a:extLst>
              <a:ext uri="{FF2B5EF4-FFF2-40B4-BE49-F238E27FC236}">
                <a16:creationId xmlns:a16="http://schemas.microsoft.com/office/drawing/2014/main" id="{2EF11867-E656-AEC6-327B-0BEB33F04218}"/>
              </a:ext>
            </a:extLst>
          </p:cNvPr>
          <p:cNvSpPr txBox="1"/>
          <p:nvPr/>
        </p:nvSpPr>
        <p:spPr>
          <a:xfrm>
            <a:off x="335585" y="1572767"/>
            <a:ext cx="3510381"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Proposed core</a:t>
            </a:r>
          </a:p>
        </p:txBody>
      </p:sp>
      <p:sp>
        <p:nvSpPr>
          <p:cNvPr id="9" name="Card body">
            <a:extLst>
              <a:ext uri="{FF2B5EF4-FFF2-40B4-BE49-F238E27FC236}">
                <a16:creationId xmlns:a16="http://schemas.microsoft.com/office/drawing/2014/main" id="{D81F69EF-F507-89C2-F6F2-5E6F03862C43}"/>
              </a:ext>
            </a:extLst>
          </p:cNvPr>
          <p:cNvSpPr txBox="1"/>
          <p:nvPr/>
        </p:nvSpPr>
        <p:spPr>
          <a:xfrm>
            <a:off x="335585" y="2206751"/>
            <a:ext cx="3510381" cy="33262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Show returns and their return status.</a:t>
            </a:r>
            <a:endParaRPr lang="en-CA">
              <a:solidFill>
                <a:srgbClr val="000000"/>
              </a:solidFill>
              <a:latin typeface="Fira Sans" panose="020B0503050000020004" pitchFamily="34" charset="0"/>
            </a:endParaRPr>
          </a:p>
        </p:txBody>
      </p:sp>
      <p:sp>
        <p:nvSpPr>
          <p:cNvPr id="10" name="Card heading">
            <a:extLst>
              <a:ext uri="{FF2B5EF4-FFF2-40B4-BE49-F238E27FC236}">
                <a16:creationId xmlns:a16="http://schemas.microsoft.com/office/drawing/2014/main" id="{31BE5774-AF6B-BCD5-1FDE-BC72CDF6B5AF}"/>
              </a:ext>
            </a:extLst>
          </p:cNvPr>
          <p:cNvSpPr txBox="1"/>
          <p:nvPr/>
        </p:nvSpPr>
        <p:spPr>
          <a:xfrm>
            <a:off x="4334256" y="1572767"/>
            <a:ext cx="3570732"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Optional starter</a:t>
            </a:r>
          </a:p>
        </p:txBody>
      </p:sp>
      <p:sp>
        <p:nvSpPr>
          <p:cNvPr id="11" name="Card body">
            <a:extLst>
              <a:ext uri="{FF2B5EF4-FFF2-40B4-BE49-F238E27FC236}">
                <a16:creationId xmlns:a16="http://schemas.microsoft.com/office/drawing/2014/main" id="{2ED77B55-9A4C-EEE3-7735-2C8498315EDC}"/>
              </a:ext>
            </a:extLst>
          </p:cNvPr>
          <p:cNvSpPr txBox="1"/>
          <p:nvPr/>
        </p:nvSpPr>
        <p:spPr>
          <a:xfrm>
            <a:off x="4334256" y="2206751"/>
            <a:ext cx="3570732" cy="3326282"/>
          </a:xfrm>
          <a:prstGeom prst="rect">
            <a:avLst/>
          </a:prstGeom>
          <a:noFill/>
        </p:spPr>
        <p:txBody>
          <a:bodyPr vert="horz" lIns="0" tIns="0" rIns="0" bIns="0" rtlCol="0" anchor="t">
            <a:noAutofit/>
          </a:bodyPr>
          <a:lstStyle/>
          <a:p>
            <a:pPr>
              <a:spcAft>
                <a:spcPts val="700"/>
              </a:spcAft>
            </a:pPr>
            <a:r>
              <a:rPr lang="en-CA">
                <a:solidFill>
                  <a:srgbClr val="000000"/>
                </a:solidFill>
                <a:latin typeface="Fira Sans" panose="020B0503050000020004" pitchFamily="34" charset="0"/>
              </a:rPr>
              <a:t>Export selected client contact information.</a:t>
            </a:r>
          </a:p>
        </p:txBody>
      </p:sp>
      <p:sp>
        <p:nvSpPr>
          <p:cNvPr id="12" name="Card heading">
            <a:extLst>
              <a:ext uri="{FF2B5EF4-FFF2-40B4-BE49-F238E27FC236}">
                <a16:creationId xmlns:a16="http://schemas.microsoft.com/office/drawing/2014/main" id="{A3E3541D-161E-54C6-067A-60326A821DBE}"/>
              </a:ext>
            </a:extLst>
          </p:cNvPr>
          <p:cNvSpPr txBox="1"/>
          <p:nvPr/>
        </p:nvSpPr>
        <p:spPr>
          <a:xfrm>
            <a:off x="8394192" y="1572767"/>
            <a:ext cx="3351276" cy="487680"/>
          </a:xfrm>
          <a:prstGeom prst="rect">
            <a:avLst/>
          </a:prstGeom>
          <a:noFill/>
        </p:spPr>
        <p:txBody>
          <a:bodyPr vert="horz" lIns="0" tIns="0" rIns="0" bIns="0" rtlCol="0" anchor="t">
            <a:noAutofit/>
          </a:bodyPr>
          <a:lstStyle/>
          <a:p>
            <a:pPr>
              <a:spcAft>
                <a:spcPts val="700"/>
              </a:spcAft>
            </a:pPr>
            <a:r>
              <a:rPr lang="en-CA" sz="2600" b="1">
                <a:solidFill>
                  <a:srgbClr val="000000"/>
                </a:solidFill>
                <a:latin typeface="Fira Sans" panose="020B0503050000020004" pitchFamily="34" charset="0"/>
              </a:rPr>
              <a:t>Optional extension</a:t>
            </a:r>
          </a:p>
        </p:txBody>
      </p:sp>
      <p:sp>
        <p:nvSpPr>
          <p:cNvPr id="13" name="Card body">
            <a:extLst>
              <a:ext uri="{FF2B5EF4-FFF2-40B4-BE49-F238E27FC236}">
                <a16:creationId xmlns:a16="http://schemas.microsoft.com/office/drawing/2014/main" id="{F38CACED-A036-E2C3-6064-ED5EC51AAE5F}"/>
              </a:ext>
            </a:extLst>
          </p:cNvPr>
          <p:cNvSpPr txBox="1"/>
          <p:nvPr/>
        </p:nvSpPr>
        <p:spPr>
          <a:xfrm>
            <a:off x="8394192" y="2206751"/>
            <a:ext cx="3351276" cy="3326282"/>
          </a:xfrm>
          <a:prstGeom prst="rect">
            <a:avLst/>
          </a:prstGeom>
          <a:noFill/>
        </p:spPr>
        <p:txBody>
          <a:bodyPr vert="horz" lIns="0" tIns="0" rIns="0" bIns="0" rtlCol="0" anchor="t">
            <a:noAutofit/>
          </a:bodyPr>
          <a:lstStyle/>
          <a:p>
            <a:pPr>
              <a:spcAft>
                <a:spcPts val="700"/>
              </a:spcAft>
            </a:pPr>
            <a:r>
              <a:rPr lang="en-US">
                <a:solidFill>
                  <a:srgbClr val="000000"/>
                </a:solidFill>
                <a:latin typeface="Fira Sans" panose="020B0503050000020004" pitchFamily="34" charset="0"/>
              </a:rPr>
              <a:t>Combine contact information with return status.</a:t>
            </a:r>
            <a:endParaRPr lang="en-CA">
              <a:solidFill>
                <a:srgbClr val="000000"/>
              </a:solidFill>
              <a:latin typeface="Fira Sans" panose="020B0503050000020004" pitchFamily="34" charset="0"/>
            </a:endParaRPr>
          </a:p>
        </p:txBody>
      </p:sp>
      <p:sp>
        <p:nvSpPr>
          <p:cNvPr id="14" name="Draft Flag">
            <a:extLst>
              <a:ext uri="{FF2B5EF4-FFF2-40B4-BE49-F238E27FC236}">
                <a16:creationId xmlns:a16="http://schemas.microsoft.com/office/drawing/2014/main" id="{A1B3EDEF-CCB9-E0C6-B76C-F11E0A3D7428}"/>
              </a:ext>
            </a:extLst>
          </p:cNvPr>
          <p:cNvSpPr txBox="1"/>
          <p:nvPr/>
        </p:nvSpPr>
        <p:spPr>
          <a:xfrm>
            <a:off x="338328" y="5908853"/>
            <a:ext cx="11503152" cy="274320"/>
          </a:xfrm>
          <a:prstGeom prst="rect">
            <a:avLst/>
          </a:prstGeom>
          <a:noFill/>
        </p:spPr>
        <p:txBody>
          <a:bodyPr vert="horz" lIns="0" tIns="0" rIns="0" bIns="0" rtlCol="0" anchor="t">
            <a:noAutofit/>
          </a:bodyPr>
          <a:lstStyle/>
          <a:p>
            <a:pPr>
              <a:spcAft>
                <a:spcPts val="700"/>
              </a:spcAft>
            </a:pPr>
            <a:r>
              <a:rPr lang="en-US" sz="1300">
                <a:solidFill>
                  <a:srgbClr val="000000"/>
                </a:solidFill>
                <a:latin typeface="Fira Sans" panose="020B0503050000020004" pitchFamily="34" charset="0"/>
              </a:rPr>
              <a:t>Proposed lab sequence; Nathan and the lab team to confirm</a:t>
            </a:r>
            <a:endParaRPr lang="en-CA" sz="13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21867792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E375CF-554D-4D90-F263-F904F43DAC4F}"/>
              </a:ext>
            </a:extLst>
          </p:cNvPr>
          <p:cNvSpPr>
            <a:spLocks noGrp="1"/>
          </p:cNvSpPr>
          <p:nvPr>
            <p:ph type="title"/>
          </p:nvPr>
        </p:nvSpPr>
        <p:spPr/>
        <p:txBody>
          <a:bodyPr lIns="91440" tIns="0" rIns="0" bIns="0" anchor="t"/>
          <a:lstStyle/>
          <a:p>
            <a:pPr>
              <a:spcAft>
                <a:spcPts val="700"/>
              </a:spcAft>
            </a:pPr>
            <a:r>
              <a:rPr lang="en-US" sz="3200">
                <a:solidFill>
                  <a:srgbClr val="000000"/>
                </a:solidFill>
                <a:latin typeface="Fira Sans Light" panose="020B0403050000020004" pitchFamily="34" charset="0"/>
              </a:rPr>
              <a:t>Q&amp;A</a:t>
            </a:r>
            <a:endParaRPr lang="en-US" sz="3200" dirty="0">
              <a:solidFill>
                <a:srgbClr val="000000"/>
              </a:solidFill>
              <a:latin typeface="Fira Sans Light" panose="020B0403050000020004" pitchFamily="34" charset="0"/>
            </a:endParaRPr>
          </a:p>
        </p:txBody>
      </p:sp>
      <p:sp>
        <p:nvSpPr>
          <p:cNvPr id="4" name="Slide Number Placeholder 3">
            <a:extLst>
              <a:ext uri="{FF2B5EF4-FFF2-40B4-BE49-F238E27FC236}">
                <a16:creationId xmlns:a16="http://schemas.microsoft.com/office/drawing/2014/main" id="{FC5427FC-D430-8770-F39F-377A93B8FCC7}"/>
              </a:ext>
            </a:extLst>
          </p:cNvPr>
          <p:cNvSpPr>
            <a:spLocks noGrp="1"/>
          </p:cNvSpPr>
          <p:nvPr>
            <p:ph type="sldNum" sz="quarter" idx="13"/>
          </p:nvPr>
        </p:nvSpPr>
        <p:spPr/>
        <p:txBody>
          <a:bodyPr/>
          <a:lstStyle/>
          <a:p>
            <a:fld id="{C3C3236D-FB65-584A-8227-5A449D06E62A}" type="slidenum">
              <a:rPr lang="en-US" smtClean="0"/>
              <a:pPr/>
              <a:t>38</a:t>
            </a:fld>
            <a:endParaRPr lang="en-US"/>
          </a:p>
        </p:txBody>
      </p:sp>
      <p:sp>
        <p:nvSpPr>
          <p:cNvPr id="5" name="Footer Placeholder 4">
            <a:extLst>
              <a:ext uri="{FF2B5EF4-FFF2-40B4-BE49-F238E27FC236}">
                <a16:creationId xmlns:a16="http://schemas.microsoft.com/office/drawing/2014/main" id="{2370CCD0-D019-9E63-75C0-D6A60AAA64D8}"/>
              </a:ext>
            </a:extLst>
          </p:cNvPr>
          <p:cNvSpPr>
            <a:spLocks noGrp="1"/>
          </p:cNvSpPr>
          <p:nvPr>
            <p:ph type="ftr" sz="quarter" idx="18"/>
          </p:nvPr>
        </p:nvSpPr>
        <p:spPr/>
        <p:txBody>
          <a:bodyPr/>
          <a:lstStyle/>
          <a:p>
            <a:r>
              <a:rPr lang="en-US"/>
              <a:t>#CCHConnections</a:t>
            </a:r>
            <a:endParaRPr lang="en-US" dirty="0"/>
          </a:p>
        </p:txBody>
      </p:sp>
      <p:pic>
        <p:nvPicPr>
          <p:cNvPr id="6" name="Graphic 5">
            <a:extLst>
              <a:ext uri="{FF2B5EF4-FFF2-40B4-BE49-F238E27FC236}">
                <a16:creationId xmlns:a16="http://schemas.microsoft.com/office/drawing/2014/main" id="{FB0C5F8F-1EBE-2189-313F-856CB994C12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86400" y="1783080"/>
            <a:ext cx="6400800" cy="3600450"/>
          </a:xfrm>
          <a:prstGeom prst="rect">
            <a:avLst/>
          </a:prstGeom>
        </p:spPr>
      </p:pic>
      <p:sp>
        <p:nvSpPr>
          <p:cNvPr id="3" name="Original discussion question">
            <a:extLst>
              <a:ext uri="{FF2B5EF4-FFF2-40B4-BE49-F238E27FC236}">
                <a16:creationId xmlns:a16="http://schemas.microsoft.com/office/drawing/2014/main" id="{8CCD32DB-C1BB-6619-20C7-795EAC0C2320}"/>
              </a:ext>
            </a:extLst>
          </p:cNvPr>
          <p:cNvSpPr txBox="1"/>
          <p:nvPr/>
        </p:nvSpPr>
        <p:spPr>
          <a:xfrm>
            <a:off x="411480" y="1664207"/>
            <a:ext cx="5212080" cy="868680"/>
          </a:xfrm>
          <a:prstGeom prst="rect">
            <a:avLst/>
          </a:prstGeom>
          <a:noFill/>
        </p:spPr>
        <p:txBody>
          <a:bodyPr vert="horz" lIns="0" tIns="0" rIns="0" bIns="0" rtlCol="0" anchor="t">
            <a:noAutofit/>
          </a:bodyPr>
          <a:lstStyle/>
          <a:p>
            <a:pPr>
              <a:spcAft>
                <a:spcPts val="700"/>
              </a:spcAft>
            </a:pPr>
            <a:r>
              <a:rPr lang="en-US" sz="2600" b="1">
                <a:solidFill>
                  <a:srgbClr val="000000"/>
                </a:solidFill>
                <a:latin typeface="Fira Sans" panose="020B0503050000020004" pitchFamily="34" charset="0"/>
              </a:rPr>
              <a:t>Which workflow would you like to discuss?</a:t>
            </a:r>
            <a:endParaRPr lang="en-CA" sz="2600" b="1">
              <a:solidFill>
                <a:srgbClr val="000000"/>
              </a:solidFill>
              <a:latin typeface="Fira Sans" panose="020B0503050000020004" pitchFamily="34" charset="0"/>
            </a:endParaRPr>
          </a:p>
        </p:txBody>
      </p:sp>
      <p:sp>
        <p:nvSpPr>
          <p:cNvPr id="7" name="List content">
            <a:extLst>
              <a:ext uri="{FF2B5EF4-FFF2-40B4-BE49-F238E27FC236}">
                <a16:creationId xmlns:a16="http://schemas.microsoft.com/office/drawing/2014/main" id="{6B54735A-5009-94FB-B964-C80E31EB989B}"/>
              </a:ext>
            </a:extLst>
          </p:cNvPr>
          <p:cNvSpPr txBox="1"/>
          <p:nvPr/>
        </p:nvSpPr>
        <p:spPr>
          <a:xfrm>
            <a:off x="411480" y="2788920"/>
            <a:ext cx="5029200" cy="3200400"/>
          </a:xfrm>
          <a:prstGeom prst="rect">
            <a:avLst/>
          </a:prstGeom>
          <a:noFill/>
        </p:spPr>
        <p:txBody>
          <a:bodyPr vert="horz" lIns="0" tIns="0" rIns="0" bIns="0" rtlCol="0" anchor="t">
            <a:noAutofit/>
          </a:bodyPr>
          <a:lstStyle/>
          <a:p>
            <a:pPr>
              <a:spcAft>
                <a:spcPts val="1500"/>
              </a:spcAft>
            </a:pPr>
            <a:r>
              <a:rPr lang="en-US" sz="2300">
                <a:solidFill>
                  <a:srgbClr val="000000"/>
                </a:solidFill>
                <a:latin typeface="Fira Sans" panose="020B0503050000020004" pitchFamily="34" charset="0"/>
              </a:rPr>
              <a:t>What information do you need?</a:t>
            </a:r>
          </a:p>
          <a:p>
            <a:pPr>
              <a:spcAft>
                <a:spcPts val="1500"/>
              </a:spcAft>
            </a:pPr>
            <a:r>
              <a:rPr lang="en-US" sz="2300">
                <a:solidFill>
                  <a:srgbClr val="000000"/>
                </a:solidFill>
                <a:latin typeface="Fira Sans" panose="020B0503050000020004" pitchFamily="34" charset="0"/>
              </a:rPr>
              <a:t>Which result or action should the workflow produce?</a:t>
            </a:r>
          </a:p>
          <a:p>
            <a:pPr>
              <a:spcAft>
                <a:spcPts val="1500"/>
              </a:spcAft>
            </a:pPr>
            <a:r>
              <a:rPr lang="en-US" sz="2300">
                <a:solidFill>
                  <a:srgbClr val="000000"/>
                </a:solidFill>
                <a:latin typeface="Fira Sans" panose="020B0503050000020004" pitchFamily="34" charset="0"/>
              </a:rPr>
              <a:t>Where should a person review or approve it?</a:t>
            </a:r>
          </a:p>
          <a:p>
            <a:pPr>
              <a:spcAft>
                <a:spcPts val="1500"/>
              </a:spcAft>
            </a:pPr>
            <a:r>
              <a:rPr lang="en-US" sz="2300">
                <a:solidFill>
                  <a:srgbClr val="000000"/>
                </a:solidFill>
                <a:latin typeface="Fira Sans" panose="020B0503050000020004" pitchFamily="34" charset="0"/>
              </a:rPr>
              <a:t>Which tool has your firm approved?</a:t>
            </a:r>
            <a:endParaRPr lang="en-CA" sz="2300">
              <a:solidFill>
                <a:srgbClr val="000000"/>
              </a:solidFill>
              <a:latin typeface="Fira Sans" panose="020B0503050000020004" pitchFamily="34" charset="0"/>
            </a:endParaRPr>
          </a:p>
        </p:txBody>
      </p:sp>
    </p:spTree>
    <p:custDataLst>
      <p:tags r:id="rId1"/>
    </p:custDataLst>
    <p:extLst>
      <p:ext uri="{BB962C8B-B14F-4D97-AF65-F5344CB8AC3E}">
        <p14:creationId xmlns:p14="http://schemas.microsoft.com/office/powerpoint/2010/main" val="32709133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C72E7-F2FD-1494-7B3F-5CF7CE138469}"/>
              </a:ext>
            </a:extLst>
          </p:cNvPr>
          <p:cNvSpPr>
            <a:spLocks noGrp="1"/>
          </p:cNvSpPr>
          <p:nvPr>
            <p:ph type="title"/>
          </p:nvPr>
        </p:nvSpPr>
        <p:spPr>
          <a:xfrm>
            <a:off x="1359736" y="2962032"/>
            <a:ext cx="7716032" cy="933935"/>
          </a:xfrm>
        </p:spPr>
        <p:txBody>
          <a:bodyPr lIns="91440" tIns="0" rIns="0" bIns="0" anchor="t"/>
          <a:lstStyle/>
          <a:p>
            <a:pPr>
              <a:spcAft>
                <a:spcPts val="700"/>
              </a:spcAft>
            </a:pPr>
            <a:r>
              <a:rPr lang="en-US" sz="4800" dirty="0">
                <a:solidFill>
                  <a:srgbClr val="FFFFFF"/>
                </a:solidFill>
                <a:latin typeface="Fira Sans Light" panose="020B0403050000020004" pitchFamily="34" charset="0"/>
              </a:rPr>
              <a:t>Thank you</a:t>
            </a:r>
          </a:p>
        </p:txBody>
      </p:sp>
    </p:spTree>
    <p:custDataLst>
      <p:tags r:id="rId1"/>
    </p:custDataLst>
    <p:extLst>
      <p:ext uri="{BB962C8B-B14F-4D97-AF65-F5344CB8AC3E}">
        <p14:creationId xmlns:p14="http://schemas.microsoft.com/office/powerpoint/2010/main" val="49361774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CHORIGINALSLIDE" val="1"/>
  <p:tag name="WKMESSAGETREATMENT" val="cover"/>
</p:tagLst>
</file>

<file path=ppt/tags/tag2.xml><?xml version="1.0" encoding="utf-8"?>
<p:tagLst xmlns:a="http://schemas.openxmlformats.org/drawingml/2006/main" xmlns:r="http://schemas.openxmlformats.org/officeDocument/2006/relationships" xmlns:p="http://schemas.openxmlformats.org/presentationml/2006/main">
  <p:tag name="WKMESSAGETREATMENT" val="overview"/>
</p:tagLst>
</file>

<file path=ppt/tags/tag3.xml><?xml version="1.0" encoding="utf-8"?>
<p:tagLst xmlns:a="http://schemas.openxmlformats.org/drawingml/2006/main" xmlns:r="http://schemas.openxmlformats.org/officeDocument/2006/relationships" xmlns:p="http://schemas.openxmlformats.org/presentationml/2006/main">
  <p:tag name="CCHORIGINALSLIDE" val="3"/>
  <p:tag name="WKMESSAGETREATMENT" val="agenda"/>
</p:tagLst>
</file>

<file path=ppt/tags/tag4.xml><?xml version="1.0" encoding="utf-8"?>
<p:tagLst xmlns:a="http://schemas.openxmlformats.org/drawingml/2006/main" xmlns:r="http://schemas.openxmlformats.org/officeDocument/2006/relationships" xmlns:p="http://schemas.openxmlformats.org/presentationml/2006/main">
  <p:tag name="WKMESSAGETREATMENT" val="speakers"/>
</p:tagLst>
</file>

<file path=ppt/tags/tag5.xml><?xml version="1.0" encoding="utf-8"?>
<p:tagLst xmlns:a="http://schemas.openxmlformats.org/drawingml/2006/main" xmlns:r="http://schemas.openxmlformats.org/officeDocument/2006/relationships" xmlns:p="http://schemas.openxmlformats.org/presentationml/2006/main">
  <p:tag name="CCHORIGINALSLIDE" val="2"/>
  <p:tag name="WKMESSAGETREATMENT" val="four-grid"/>
</p:tagLst>
</file>

<file path=ppt/tags/tag6.xml><?xml version="1.0" encoding="utf-8"?>
<p:tagLst xmlns:a="http://schemas.openxmlformats.org/drawingml/2006/main" xmlns:r="http://schemas.openxmlformats.org/officeDocument/2006/relationships" xmlns:p="http://schemas.openxmlformats.org/presentationml/2006/main">
  <p:tag name="CCHORIGINALSLIDE" val="10"/>
  <p:tag name="WKMESSAGETREATMENT" val="three-columns"/>
</p:tagLst>
</file>

<file path=ppt/tags/tag7.xml><?xml version="1.0" encoding="utf-8"?>
<p:tagLst xmlns:a="http://schemas.openxmlformats.org/drawingml/2006/main" xmlns:r="http://schemas.openxmlformats.org/officeDocument/2006/relationships" xmlns:p="http://schemas.openxmlformats.org/presentationml/2006/main">
  <p:tag name="CCHORIGINALSLIDE" val="9"/>
  <p:tag name="WKMESSAGETREATMENT" val="four-grid"/>
</p:tagLst>
</file>

<file path=ppt/tags/tag8.xml><?xml version="1.0" encoding="utf-8"?>
<p:tagLst xmlns:a="http://schemas.openxmlformats.org/drawingml/2006/main" xmlns:r="http://schemas.openxmlformats.org/officeDocument/2006/relationships" xmlns:p="http://schemas.openxmlformats.org/presentationml/2006/main">
  <p:tag name="CCHORIGINALSLIDE" val="5"/>
  <p:tag name="WKMESSAGETREATMENT" val="poll"/>
</p:tagLst>
</file>

<file path=ppt/tags/tag9.xml><?xml version="1.0" encoding="utf-8"?>
<p:tagLst xmlns:a="http://schemas.openxmlformats.org/drawingml/2006/main" xmlns:r="http://schemas.openxmlformats.org/officeDocument/2006/relationships" xmlns:p="http://schemas.openxmlformats.org/presentationml/2006/main">
  <p:tag name="CCHORIGINALSLIDE" val="2"/>
  <p:tag name="WKMESSAGETREATMENT" val="four-grid"/>
</p:tagLst>
</file>

<file path=ppt/tags/tag10.xml><?xml version="1.0" encoding="utf-8"?>
<p:tagLst xmlns:a="http://schemas.openxmlformats.org/drawingml/2006/main" xmlns:r="http://schemas.openxmlformats.org/officeDocument/2006/relationships" xmlns:p="http://schemas.openxmlformats.org/presentationml/2006/main">
  <p:tag name="CCHORIGINALSLIDE" val="7"/>
  <p:tag name="WKMESSAGETREATMENT" val="four-grid"/>
</p:tagLst>
</file>

<file path=ppt/tags/tag11.xml><?xml version="1.0" encoding="utf-8"?>
<p:tagLst xmlns:a="http://schemas.openxmlformats.org/drawingml/2006/main" xmlns:r="http://schemas.openxmlformats.org/officeDocument/2006/relationships" xmlns:p="http://schemas.openxmlformats.org/presentationml/2006/main">
  <p:tag name="CCHORIGINALSLIDE" val="2"/>
  <p:tag name="WKMESSAGETREATMENT" val="four-grid"/>
</p:tagLst>
</file>

<file path=ppt/tags/tag12.xml><?xml version="1.0" encoding="utf-8"?>
<p:tagLst xmlns:a="http://schemas.openxmlformats.org/drawingml/2006/main" xmlns:r="http://schemas.openxmlformats.org/officeDocument/2006/relationships" xmlns:p="http://schemas.openxmlformats.org/presentationml/2006/main">
  <p:tag name="CCHORIGINALSLIDE" val="4"/>
  <p:tag name="WKMESSAGETREATMENT" val="comparison"/>
</p:tagLst>
</file>

<file path=ppt/tags/tag13.xml><?xml version="1.0" encoding="utf-8"?>
<p:tagLst xmlns:a="http://schemas.openxmlformats.org/drawingml/2006/main" xmlns:r="http://schemas.openxmlformats.org/officeDocument/2006/relationships" xmlns:p="http://schemas.openxmlformats.org/presentationml/2006/main">
  <p:tag name="CCHORIGINALSLIDE" val="6"/>
  <p:tag name="WKMESSAGETREATMENT" val="flow"/>
</p:tagLst>
</file>

<file path=ppt/tags/tag14.xml><?xml version="1.0" encoding="utf-8"?>
<p:tagLst xmlns:a="http://schemas.openxmlformats.org/drawingml/2006/main" xmlns:r="http://schemas.openxmlformats.org/officeDocument/2006/relationships" xmlns:p="http://schemas.openxmlformats.org/presentationml/2006/main">
  <p:tag name="CCHORIGINALSLIDE" val="8"/>
  <p:tag name="WKMESSAGETREATMENT" val="three-columns"/>
</p:tagLst>
</file>

<file path=ppt/tags/tag15.xml><?xml version="1.0" encoding="utf-8"?>
<p:tagLst xmlns:a="http://schemas.openxmlformats.org/drawingml/2006/main" xmlns:r="http://schemas.openxmlformats.org/officeDocument/2006/relationships" xmlns:p="http://schemas.openxmlformats.org/presentationml/2006/main">
  <p:tag name="CCHORIGINALSLIDE" val="11"/>
  <p:tag name="WKMESSAGETREATMENT" val="demo"/>
</p:tagLst>
</file>

<file path=ppt/tags/tag16.xml><?xml version="1.0" encoding="utf-8"?>
<p:tagLst xmlns:a="http://schemas.openxmlformats.org/drawingml/2006/main" xmlns:r="http://schemas.openxmlformats.org/officeDocument/2006/relationships" xmlns:p="http://schemas.openxmlformats.org/presentationml/2006/main">
  <p:tag name="CCHORIGINALSLIDE" val="31"/>
  <p:tag name="WKMESSAGETREATMENT" val="three-columns"/>
</p:tagLst>
</file>

<file path=ppt/tags/tag17.xml><?xml version="1.0" encoding="utf-8"?>
<p:tagLst xmlns:a="http://schemas.openxmlformats.org/drawingml/2006/main" xmlns:r="http://schemas.openxmlformats.org/officeDocument/2006/relationships" xmlns:p="http://schemas.openxmlformats.org/presentationml/2006/main">
  <p:tag name="CCHORIGINALSLIDE" val="12"/>
  <p:tag name="WKMESSAGETREATMENT" val="flow"/>
</p:tagLst>
</file>

<file path=ppt/tags/tag18.xml><?xml version="1.0" encoding="utf-8"?>
<p:tagLst xmlns:a="http://schemas.openxmlformats.org/drawingml/2006/main" xmlns:r="http://schemas.openxmlformats.org/officeDocument/2006/relationships" xmlns:p="http://schemas.openxmlformats.org/presentationml/2006/main">
  <p:tag name="CCHORIGINALSLIDE" val="13"/>
  <p:tag name="WKMESSAGETREATMENT" val="flow"/>
</p:tagLst>
</file>

<file path=ppt/tags/tag19.xml><?xml version="1.0" encoding="utf-8"?>
<p:tagLst xmlns:a="http://schemas.openxmlformats.org/drawingml/2006/main" xmlns:r="http://schemas.openxmlformats.org/officeDocument/2006/relationships" xmlns:p="http://schemas.openxmlformats.org/presentationml/2006/main">
  <p:tag name="CCHORIGINALSLIDE" val="14"/>
  <p:tag name="WKMESSAGETREATMENT" val="three-columns"/>
</p:tagLst>
</file>

<file path=ppt/tags/tag20.xml><?xml version="1.0" encoding="utf-8"?>
<p:tagLst xmlns:a="http://schemas.openxmlformats.org/drawingml/2006/main" xmlns:r="http://schemas.openxmlformats.org/officeDocument/2006/relationships" xmlns:p="http://schemas.openxmlformats.org/presentationml/2006/main">
  <p:tag name="CCHORIGINALSLIDE" val="15"/>
  <p:tag name="WKMESSAGETREATMENT" val="three-columns"/>
</p:tagLst>
</file>

<file path=ppt/tags/tag21.xml><?xml version="1.0" encoding="utf-8"?>
<p:tagLst xmlns:a="http://schemas.openxmlformats.org/drawingml/2006/main" xmlns:r="http://schemas.openxmlformats.org/officeDocument/2006/relationships" xmlns:p="http://schemas.openxmlformats.org/presentationml/2006/main">
  <p:tag name="CCHORIGINALSLIDE" val="16"/>
  <p:tag name="WKMESSAGETREATMENT" val="comparison"/>
</p:tagLst>
</file>

<file path=ppt/tags/tag22.xml><?xml version="1.0" encoding="utf-8"?>
<p:tagLst xmlns:a="http://schemas.openxmlformats.org/drawingml/2006/main" xmlns:r="http://schemas.openxmlformats.org/officeDocument/2006/relationships" xmlns:p="http://schemas.openxmlformats.org/presentationml/2006/main">
  <p:tag name="CCHORIGINALSLIDE" val="17"/>
  <p:tag name="WKMESSAGETREATMENT" val="comparison"/>
</p:tagLst>
</file>

<file path=ppt/tags/tag23.xml><?xml version="1.0" encoding="utf-8"?>
<p:tagLst xmlns:a="http://schemas.openxmlformats.org/drawingml/2006/main" xmlns:r="http://schemas.openxmlformats.org/officeDocument/2006/relationships" xmlns:p="http://schemas.openxmlformats.org/presentationml/2006/main">
  <p:tag name="CCHORIGINALSLIDE" val="18"/>
  <p:tag name="WKMESSAGETREATMENT" val="four-grid"/>
</p:tagLst>
</file>

<file path=ppt/tags/tag24.xml><?xml version="1.0" encoding="utf-8"?>
<p:tagLst xmlns:a="http://schemas.openxmlformats.org/drawingml/2006/main" xmlns:r="http://schemas.openxmlformats.org/officeDocument/2006/relationships" xmlns:p="http://schemas.openxmlformats.org/presentationml/2006/main">
  <p:tag name="CCHORIGINALSLIDE" val="19"/>
  <p:tag name="WKMESSAGETREATMENT" val="three-columns"/>
</p:tagLst>
</file>

<file path=ppt/tags/tag25.xml><?xml version="1.0" encoding="utf-8"?>
<p:tagLst xmlns:a="http://schemas.openxmlformats.org/drawingml/2006/main" xmlns:r="http://schemas.openxmlformats.org/officeDocument/2006/relationships" xmlns:p="http://schemas.openxmlformats.org/presentationml/2006/main">
  <p:tag name="CCHORIGINALSLIDE" val="20"/>
  <p:tag name="WKMESSAGETREATMENT" val="three-columns"/>
</p:tagLst>
</file>

<file path=ppt/tags/tag26.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7.xml><?xml version="1.0" encoding="utf-8"?>
<p:tagLst xmlns:a="http://schemas.openxmlformats.org/drawingml/2006/main" xmlns:r="http://schemas.openxmlformats.org/officeDocument/2006/relationships" xmlns:p="http://schemas.openxmlformats.org/presentationml/2006/main">
  <p:tag name="CCHORIGINALSLIDE" val="21"/>
  <p:tag name="WKMESSAGETREATMENT" val="four-grid"/>
</p:tagLst>
</file>

<file path=ppt/tags/tag28.xml><?xml version="1.0" encoding="utf-8"?>
<p:tagLst xmlns:a="http://schemas.openxmlformats.org/drawingml/2006/main" xmlns:r="http://schemas.openxmlformats.org/officeDocument/2006/relationships" xmlns:p="http://schemas.openxmlformats.org/presentationml/2006/main">
  <p:tag name="CCHORIGINALSLIDE" val="22"/>
  <p:tag name="WKMESSAGETREATMENT" val="three-columns"/>
</p:tagLst>
</file>

<file path=ppt/tags/tag29.xml><?xml version="1.0" encoding="utf-8"?>
<p:tagLst xmlns:a="http://schemas.openxmlformats.org/drawingml/2006/main" xmlns:r="http://schemas.openxmlformats.org/officeDocument/2006/relationships" xmlns:p="http://schemas.openxmlformats.org/presentationml/2006/main">
  <p:tag name="CCHORIGINALSLIDE" val="23"/>
  <p:tag name="WKMESSAGETREATMENT" val="cycle"/>
</p:tagLst>
</file>

<file path=ppt/tags/tag30.xml><?xml version="1.0" encoding="utf-8"?>
<p:tagLst xmlns:a="http://schemas.openxmlformats.org/drawingml/2006/main" xmlns:r="http://schemas.openxmlformats.org/officeDocument/2006/relationships" xmlns:p="http://schemas.openxmlformats.org/presentationml/2006/main">
  <p:tag name="CCHORIGINALSLIDE" val="24"/>
  <p:tag name="WKMESSAGETREATMENT" val="three-columns"/>
</p:tagLst>
</file>

<file path=ppt/tags/tag31.xml><?xml version="1.0" encoding="utf-8"?>
<p:tagLst xmlns:a="http://schemas.openxmlformats.org/drawingml/2006/main" xmlns:r="http://schemas.openxmlformats.org/officeDocument/2006/relationships" xmlns:p="http://schemas.openxmlformats.org/presentationml/2006/main">
  <p:tag name="CCHORIGINALSLIDE" val="25"/>
  <p:tag name="WKMESSAGETREATMENT" val="prompt"/>
</p:tagLst>
</file>

<file path=ppt/tags/tag32.xml><?xml version="1.0" encoding="utf-8"?>
<p:tagLst xmlns:a="http://schemas.openxmlformats.org/drawingml/2006/main" xmlns:r="http://schemas.openxmlformats.org/officeDocument/2006/relationships" xmlns:p="http://schemas.openxmlformats.org/presentationml/2006/main">
  <p:tag name="CCHORIGINALSLIDE" val="26"/>
  <p:tag name="WKMESSAGETREATMENT" val="checklist"/>
</p:tagLst>
</file>

<file path=ppt/tags/tag33.xml><?xml version="1.0" encoding="utf-8"?>
<p:tagLst xmlns:a="http://schemas.openxmlformats.org/drawingml/2006/main" xmlns:r="http://schemas.openxmlformats.org/officeDocument/2006/relationships" xmlns:p="http://schemas.openxmlformats.org/presentationml/2006/main">
  <p:tag name="CCHORIGINALSLIDE" val="27"/>
  <p:tag name="WKMESSAGETREATMENT" val="demo"/>
</p:tagLst>
</file>

<file path=ppt/tags/tag34.xml><?xml version="1.0" encoding="utf-8"?>
<p:tagLst xmlns:a="http://schemas.openxmlformats.org/drawingml/2006/main" xmlns:r="http://schemas.openxmlformats.org/officeDocument/2006/relationships" xmlns:p="http://schemas.openxmlformats.org/presentationml/2006/main">
  <p:tag name="CCHORIGINALSLIDE" val="28"/>
  <p:tag name="WKMESSAGETREATMENT" val="lab-flow"/>
</p:tagLst>
</file>

<file path=ppt/tags/tag35.xml><?xml version="1.0" encoding="utf-8"?>
<p:tagLst xmlns:a="http://schemas.openxmlformats.org/drawingml/2006/main" xmlns:r="http://schemas.openxmlformats.org/officeDocument/2006/relationships" xmlns:p="http://schemas.openxmlformats.org/presentationml/2006/main">
  <p:tag name="CCHORIGINALSLIDE" val="29"/>
  <p:tag name="WKMESSAGETREATMENT" val="three-columns"/>
</p:tagLst>
</file>

<file path=ppt/tags/tag36.xml><?xml version="1.0" encoding="utf-8"?>
<p:tagLst xmlns:a="http://schemas.openxmlformats.org/drawingml/2006/main" xmlns:r="http://schemas.openxmlformats.org/officeDocument/2006/relationships" xmlns:p="http://schemas.openxmlformats.org/presentationml/2006/main">
  <p:tag name="CCHORIGINALSLIDE" val="32"/>
  <p:tag name="WKMESSAGETREATMENT" val="qa"/>
</p:tagLst>
</file>

<file path=ppt/tags/tag37.xml><?xml version="1.0" encoding="utf-8"?>
<p:tagLst xmlns:a="http://schemas.openxmlformats.org/drawingml/2006/main" xmlns:r="http://schemas.openxmlformats.org/officeDocument/2006/relationships" xmlns:p="http://schemas.openxmlformats.org/presentationml/2006/main">
  <p:tag name="CCHORIGINALSLIDE" val="33"/>
  <p:tag name="WKMESSAGETREATMENT" val="closing"/>
</p:tagLst>
</file>

<file path=ppt/theme/theme1.xml><?xml version="1.0" encoding="utf-8"?>
<a:theme xmlns:a="http://schemas.openxmlformats.org/drawingml/2006/main" name="Wolters Kluwer (2026)">
  <a:themeElements>
    <a:clrScheme name="Wolters Kluwer (2022)">
      <a:dk1>
        <a:srgbClr val="000000"/>
      </a:dk1>
      <a:lt1>
        <a:srgbClr val="FFFFFF"/>
      </a:lt1>
      <a:dk2>
        <a:srgbClr val="000000"/>
      </a:dk2>
      <a:lt2>
        <a:srgbClr val="EDEDED"/>
      </a:lt2>
      <a:accent1>
        <a:srgbClr val="007AC3"/>
      </a:accent1>
      <a:accent2>
        <a:srgbClr val="A6D1EA"/>
      </a:accent2>
      <a:accent3>
        <a:srgbClr val="85BC20"/>
      </a:accent3>
      <a:accent4>
        <a:srgbClr val="C2DD90"/>
      </a:accent4>
      <a:accent5>
        <a:srgbClr val="E5202E"/>
      </a:accent5>
      <a:accent6>
        <a:srgbClr val="FAD2D5"/>
      </a:accent6>
      <a:hlink>
        <a:srgbClr val="007AC3"/>
      </a:hlink>
      <a:folHlink>
        <a:srgbClr val="007AC3"/>
      </a:folHlink>
    </a:clrScheme>
    <a:fontScheme name="Wolters Kluwer">
      <a:majorFont>
        <a:latin typeface="Fira Sans"/>
        <a:ea typeface=""/>
        <a:cs typeface=""/>
      </a:majorFont>
      <a:minorFont>
        <a:latin typeface="Fira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spPr>
      <a:bodyPr tIns="90000" bIns="90000" rtlCol="0" anchor="t"/>
      <a:lstStyle>
        <a:defPPr algn="l">
          <a:defRPr sz="1800" dirty="0">
            <a:solidFill>
              <a:schemeClr val="tx1"/>
            </a:solidFill>
          </a:defRPr>
        </a:defPPr>
      </a:lstStyle>
      <a:style>
        <a:lnRef idx="2">
          <a:schemeClr val="dk1">
            <a:shade val="50000"/>
          </a:schemeClr>
        </a:lnRef>
        <a:fillRef idx="1">
          <a:schemeClr val="dk1"/>
        </a:fillRef>
        <a:effectRef idx="0">
          <a:schemeClr val="dk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9" id="{04D6F9D8-44B8-574A-8405-4FEEB1014C7F}" vid="{5C767C4A-E10C-BF42-9237-82A801C91F0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the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2BCA327B83E3D4192D367C92DD43E4D" ma:contentTypeVersion="14" ma:contentTypeDescription="Create a new document." ma:contentTypeScope="" ma:versionID="e21b940dcd762768d8b62f4b9cdb2dc5">
  <xsd:schema xmlns:xsd="http://www.w3.org/2001/XMLSchema" xmlns:xs="http://www.w3.org/2001/XMLSchema" xmlns:p="http://schemas.microsoft.com/office/2006/metadata/properties" xmlns:ns1="http://schemas.microsoft.com/sharepoint/v3" xmlns:ns2="ea686210-f73d-400f-b88c-9c97a9284eed" targetNamespace="http://schemas.microsoft.com/office/2006/metadata/properties" ma:root="true" ma:fieldsID="c37c4fac5b18985d05e08e2b883883ff" ns1:_="" ns2:_="">
    <xsd:import namespace="http://schemas.microsoft.com/sharepoint/v3"/>
    <xsd:import namespace="ea686210-f73d-400f-b88c-9c97a9284ee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element ref="ns2:lcf76f155ced4ddcb4097134ff3c332f" minOccurs="0"/>
                <xsd:element ref="ns2:MediaServiceOCR"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a686210-f73d-400f-b88c-9c97a9284ee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2dbaa9c1-4c41-47fa-abf7-0ca4ed4052bf"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a686210-f73d-400f-b88c-9c97a9284eed">
      <Terms xmlns="http://schemas.microsoft.com/office/infopath/2007/PartnerControls"/>
    </lcf76f155ced4ddcb4097134ff3c332f>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951CA2D-65C1-429C-9F15-BBAF8995EC1C}">
  <ds:schemaRefs>
    <ds:schemaRef ds:uri="http://schemas.microsoft.com/sharepoint/v3/contenttype/forms"/>
  </ds:schemaRefs>
</ds:datastoreItem>
</file>

<file path=customXml/itemProps2.xml><?xml version="1.0" encoding="utf-8"?>
<ds:datastoreItem xmlns:ds="http://schemas.openxmlformats.org/officeDocument/2006/customXml" ds:itemID="{3C81DF16-6D7F-44B1-98CD-BBBCA59FD32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ea686210-f73d-400f-b88c-9c97a9284ee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BC17EEB-22D9-4605-A8CE-5810827C48BA}">
  <ds:schemaRefs>
    <ds:schemaRef ds:uri="http://schemas.microsoft.com/office/2006/metadata/properties"/>
    <ds:schemaRef ds:uri="http://purl.org/dc/elements/1.1/"/>
    <ds:schemaRef ds:uri="http://schemas.microsoft.com/office/2006/documentManagement/types"/>
    <ds:schemaRef ds:uri="http://schemas.microsoft.com/sharepoint/v3"/>
    <ds:schemaRef ds:uri="http://purl.org/dc/dcmitype/"/>
    <ds:schemaRef ds:uri="http://schemas.openxmlformats.org/package/2006/metadata/core-properties"/>
    <ds:schemaRef ds:uri="ea686210-f73d-400f-b88c-9c97a9284eed"/>
    <ds:schemaRef ds:uri="http://schemas.microsoft.com/office/infopath/2007/PartnerControls"/>
    <ds:schemaRef ds:uri="http://www.w3.org/XML/1998/namespace"/>
    <ds:schemaRef ds:uri="http://purl.org/dc/te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Wolters Kluwer (2024)</Template>
  <TotalTime>653</TotalTime>
  <Words>9364</Words>
  <Application>Microsoft Office PowerPoint</Application>
  <PresentationFormat>Widescreen</PresentationFormat>
  <Paragraphs>778</Paragraphs>
  <Slides>39</Slides>
  <Notes>38</Notes>
  <HiddenSlides>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Fira Sans Medium</vt:lpstr>
      <vt:lpstr>Calibri</vt:lpstr>
      <vt:lpstr>Fira Sans</vt:lpstr>
      <vt:lpstr>Arial</vt:lpstr>
      <vt:lpstr>Fira Sans Light</vt:lpstr>
      <vt:lpstr>Wolters Kluwer (2026)</vt:lpstr>
      <vt:lpstr>AI where you already work</vt:lpstr>
      <vt:lpstr>AI where you already work</vt:lpstr>
      <vt:lpstr>Agenda</vt:lpstr>
      <vt:lpstr>Your speakers</vt:lpstr>
      <vt:lpstr>CCH Axcess APIs open the platform to your tools and agents</vt:lpstr>
      <vt:lpstr>Start with the workflow and the available guidance</vt:lpstr>
      <vt:lpstr>Keep learning with the API Spotlight podcast</vt:lpstr>
      <vt:lpstr>The same API capabilities can serve several tools</vt:lpstr>
      <vt:lpstr>How to put CCH Axcess APIs to work</vt:lpstr>
      <vt:lpstr>Bring one task you would like to improve</vt:lpstr>
      <vt:lpstr>Choosing your first API project</vt:lpstr>
      <vt:lpstr>Choose capabilities around the business task</vt:lpstr>
      <vt:lpstr>Excel-based workflows are a good place to optimize with AI</vt:lpstr>
      <vt:lpstr>Repeated hand-offs are a useful place to start</vt:lpstr>
      <vt:lpstr>An API lets software request information or an action</vt:lpstr>
      <vt:lpstr>Confirm access and licensing before choosing a workflow</vt:lpstr>
      <vt:lpstr>See the workflow before the build</vt:lpstr>
      <vt:lpstr>Use the starter project as the next step</vt:lpstr>
      <vt:lpstr>Make the approval step visible in the demonstration</vt:lpstr>
      <vt:lpstr>Show what guided the build and what people corrected</vt:lpstr>
      <vt:lpstr>Every application combines your expertise, the API and AI</vt:lpstr>
      <vt:lpstr>PowerPoint Presentation</vt:lpstr>
      <vt:lpstr>AI can build your tool, or be a step inside it</vt:lpstr>
      <vt:lpstr>Your expertise, multiplied</vt:lpstr>
      <vt:lpstr>Match the platform to the work you need to do</vt:lpstr>
      <vt:lpstr>GitHub Copilot builds from the API definition</vt:lpstr>
      <vt:lpstr>Copilot Studio turns the API definition into agent tools</vt:lpstr>
      <vt:lpstr>Microsoft Foundry supports custom agents with models and tools</vt:lpstr>
      <vt:lpstr>Foundry agents call the API as an OpenAPI tool</vt:lpstr>
      <vt:lpstr>Agent 365 provides oversight of agents</vt:lpstr>
      <vt:lpstr>The development loop still includes testing and revision</vt:lpstr>
      <vt:lpstr>Give the coding agent the information it needs</vt:lpstr>
      <vt:lpstr>Build Your Own Integration with CCH Axcess APIs</vt:lpstr>
      <vt:lpstr>Review behavior before approving any update</vt:lpstr>
      <vt:lpstr>Watch one request become a reviewed application change</vt:lpstr>
      <vt:lpstr>The lab turns one workflow into a small prototype</vt:lpstr>
      <vt:lpstr>Start with return-status reporting, then add only what is ready</vt:lpstr>
      <vt:lpstr>Q&amp;A</vt:lpstr>
      <vt:lpstr>Thank you</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Babinchak, Keith</dc:creator>
  <cp:lastModifiedBy>Sergey Chernykh</cp:lastModifiedBy>
  <cp:revision>11</cp:revision>
  <cp:lastPrinted>2020-01-31T13:19:22Z</cp:lastPrinted>
  <dcterms:created xsi:type="dcterms:W3CDTF">2024-12-03T17:18:01Z</dcterms:created>
  <dcterms:modified xsi:type="dcterms:W3CDTF">2026-10-26T04:45:29Z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0x01010002BCA327B83E3D4192D367C92DD43E4D</vt:lpwstr>
  </property>
  <property fmtid="{D5CDD505-2E9C-101B-9397-08002B2CF9AE}" pid="3" name="MediaServiceImageTags">
    <vt:lpwstr/>
  </property>
  <property fmtid="{D5CDD505-2E9C-101B-9397-08002B2CF9AE}" pid="4" name="MSIP_Label_fe6ee112-9e5c-4f16-b63d-fcad06e1707e_Enabled">
    <vt:lpwstr>true</vt:lpwstr>
  </property>
  <property fmtid="{D5CDD505-2E9C-101B-9397-08002B2CF9AE}" pid="5" name="MSIP_Label_fe6ee112-9e5c-4f16-b63d-fcad06e1707e_SetDate">
    <vt:lpwstr>2025-12-10T13:09:23Z</vt:lpwstr>
  </property>
  <property fmtid="{D5CDD505-2E9C-101B-9397-08002B2CF9AE}" pid="6" name="MSIP_Label_fe6ee112-9e5c-4f16-b63d-fcad06e1707e_Method">
    <vt:lpwstr>Standard</vt:lpwstr>
  </property>
  <property fmtid="{D5CDD505-2E9C-101B-9397-08002B2CF9AE}" pid="7" name="MSIP_Label_fe6ee112-9e5c-4f16-b63d-fcad06e1707e_Name">
    <vt:lpwstr>Internal Use</vt:lpwstr>
  </property>
  <property fmtid="{D5CDD505-2E9C-101B-9397-08002B2CF9AE}" pid="8" name="MSIP_Label_fe6ee112-9e5c-4f16-b63d-fcad06e1707e_SiteId">
    <vt:lpwstr>8ac76c91-e7f1-41ff-a89c-3553b2da2c17</vt:lpwstr>
  </property>
  <property fmtid="{D5CDD505-2E9C-101B-9397-08002B2CF9AE}" pid="9" name="MSIP_Label_fe6ee112-9e5c-4f16-b63d-fcad06e1707e_ActionId">
    <vt:lpwstr>83dc69d2-54ec-458c-8ac7-dd4eceb0bb90</vt:lpwstr>
  </property>
  <property fmtid="{D5CDD505-2E9C-101B-9397-08002B2CF9AE}" pid="10" name="MSIP_Label_fe6ee112-9e5c-4f16-b63d-fcad06e1707e_ContentBits">
    <vt:lpwstr>0</vt:lpwstr>
  </property>
  <property fmtid="{D5CDD505-2E9C-101B-9397-08002B2CF9AE}" pid="11" name="MSIP_Label_fe6ee112-9e5c-4f16-b63d-fcad06e1707e_Tag">
    <vt:lpwstr>50, 3, 0, 1</vt:lpwstr>
  </property>
</Properties>
</file>