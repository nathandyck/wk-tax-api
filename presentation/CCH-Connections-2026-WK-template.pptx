
<file path=[Content_Types].xml><?xml version="1.0" encoding="utf-8"?>
<Types xmlns="http://schemas.openxmlformats.org/package/2006/content-types">
  <Default Extension="fntdata" ContentType="application/x-fontdata"/>
  <Default Extension="jfif"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tags/tag10.xml" ContentType="application/vnd.openxmlformats-officedocument.presentationml.tags+xml"/>
  <Override PartName="/ppt/notesSlides/notesSlide11.xml" ContentType="application/vnd.openxmlformats-officedocument.presentationml.notesSlide+xml"/>
  <Override PartName="/ppt/tags/tag11.xml" ContentType="application/vnd.openxmlformats-officedocument.presentationml.tags+xml"/>
  <Override PartName="/ppt/notesSlides/notesSlide12.xml" ContentType="application/vnd.openxmlformats-officedocument.presentationml.notesSlide+xml"/>
  <Override PartName="/ppt/tags/tag12.xml" ContentType="application/vnd.openxmlformats-officedocument.presentationml.tags+xml"/>
  <Override PartName="/ppt/notesSlides/notesSlide13.xml" ContentType="application/vnd.openxmlformats-officedocument.presentationml.notesSlide+xml"/>
  <Override PartName="/ppt/tags/tag13.xml" ContentType="application/vnd.openxmlformats-officedocument.presentationml.tags+xml"/>
  <Override PartName="/ppt/notesSlides/notesSlide14.xml" ContentType="application/vnd.openxmlformats-officedocument.presentationml.notesSlide+xml"/>
  <Override PartName="/ppt/tags/tag14.xml" ContentType="application/vnd.openxmlformats-officedocument.presentationml.tags+xml"/>
  <Override PartName="/ppt/notesSlides/notesSlide15.xml" ContentType="application/vnd.openxmlformats-officedocument.presentationml.notesSlide+xml"/>
  <Override PartName="/ppt/tags/tag15.xml" ContentType="application/vnd.openxmlformats-officedocument.presentationml.tags+xml"/>
  <Override PartName="/ppt/notesSlides/notesSlide16.xml" ContentType="application/vnd.openxmlformats-officedocument.presentationml.notesSlide+xml"/>
  <Override PartName="/ppt/tags/tag16.xml" ContentType="application/vnd.openxmlformats-officedocument.presentationml.tags+xml"/>
  <Override PartName="/ppt/notesSlides/notesSlide17.xml" ContentType="application/vnd.openxmlformats-officedocument.presentationml.notesSlide+xml"/>
  <Override PartName="/ppt/tags/tag17.xml" ContentType="application/vnd.openxmlformats-officedocument.presentationml.tags+xml"/>
  <Override PartName="/ppt/notesSlides/notesSlide18.xml" ContentType="application/vnd.openxmlformats-officedocument.presentationml.notesSlide+xml"/>
  <Override PartName="/ppt/tags/tag18.xml" ContentType="application/vnd.openxmlformats-officedocument.presentationml.tags+xml"/>
  <Override PartName="/ppt/notesSlides/notesSlide19.xml" ContentType="application/vnd.openxmlformats-officedocument.presentationml.notesSlide+xml"/>
  <Override PartName="/ppt/tags/tag19.xml" ContentType="application/vnd.openxmlformats-officedocument.presentationml.tags+xml"/>
  <Override PartName="/ppt/notesSlides/notesSlide20.xml" ContentType="application/vnd.openxmlformats-officedocument.presentationml.notesSlide+xml"/>
  <Override PartName="/ppt/tags/tag20.xml" ContentType="application/vnd.openxmlformats-officedocument.presentationml.tags+xml"/>
  <Override PartName="/ppt/notesSlides/notesSlide21.xml" ContentType="application/vnd.openxmlformats-officedocument.presentationml.notesSlide+xml"/>
  <Override PartName="/ppt/tags/tag21.xml" ContentType="application/vnd.openxmlformats-officedocument.presentationml.tags+xml"/>
  <Override PartName="/ppt/notesSlides/notesSlide22.xml" ContentType="application/vnd.openxmlformats-officedocument.presentationml.notesSlide+xml"/>
  <Override PartName="/ppt/tags/tag22.xml" ContentType="application/vnd.openxmlformats-officedocument.presentationml.tags+xml"/>
  <Override PartName="/ppt/notesSlides/notesSlide23.xml" ContentType="application/vnd.openxmlformats-officedocument.presentationml.notesSlide+xml"/>
  <Override PartName="/ppt/tags/tag23.xml" ContentType="application/vnd.openxmlformats-officedocument.presentationml.tags+xml"/>
  <Override PartName="/ppt/notesSlides/notesSlide24.xml" ContentType="application/vnd.openxmlformats-officedocument.presentationml.notesSlide+xml"/>
  <Override PartName="/ppt/tags/tag24.xml" ContentType="application/vnd.openxmlformats-officedocument.presentationml.tags+xml"/>
  <Override PartName="/ppt/notesSlides/notesSlide25.xml" ContentType="application/vnd.openxmlformats-officedocument.presentationml.notesSlide+xml"/>
  <Override PartName="/ppt/tags/tag25.xml" ContentType="application/vnd.openxmlformats-officedocument.presentationml.tags+xml"/>
  <Override PartName="/ppt/notesSlides/notesSlide26.xml" ContentType="application/vnd.openxmlformats-officedocument.presentationml.notesSlide+xml"/>
  <Override PartName="/ppt/tags/tag26.xml" ContentType="application/vnd.openxmlformats-officedocument.presentationml.tags+xml"/>
  <Override PartName="/ppt/notesSlides/notesSlide27.xml" ContentType="application/vnd.openxmlformats-officedocument.presentationml.notesSlide+xml"/>
  <Override PartName="/ppt/tags/tag27.xml" ContentType="application/vnd.openxmlformats-officedocument.presentationml.tags+xml"/>
  <Override PartName="/ppt/notesSlides/notesSlide28.xml" ContentType="application/vnd.openxmlformats-officedocument.presentationml.notesSlide+xml"/>
  <Override PartName="/ppt/tags/tag28.xml" ContentType="application/vnd.openxmlformats-officedocument.presentationml.tags+xml"/>
  <Override PartName="/ppt/notesSlides/notesSlide29.xml" ContentType="application/vnd.openxmlformats-officedocument.presentationml.notesSlide+xml"/>
  <Override PartName="/ppt/tags/tag29.xml" ContentType="application/vnd.openxmlformats-officedocument.presentationml.tags+xml"/>
  <Override PartName="/ppt/notesSlides/notesSlide30.xml" ContentType="application/vnd.openxmlformats-officedocument.presentationml.notesSlide+xml"/>
  <Override PartName="/ppt/tags/tag30.xml" ContentType="application/vnd.openxmlformats-officedocument.presentationml.tags+xml"/>
  <Override PartName="/ppt/notesSlides/notesSlide31.xml" ContentType="application/vnd.openxmlformats-officedocument.presentationml.notesSlide+xml"/>
  <Override PartName="/ppt/tags/tag31.xml" ContentType="application/vnd.openxmlformats-officedocument.presentationml.tags+xml"/>
  <Override PartName="/ppt/notesSlides/notesSlide32.xml" ContentType="application/vnd.openxmlformats-officedocument.presentationml.notesSlide+xml"/>
  <Override PartName="/ppt/tags/tag32.xml" ContentType="application/vnd.openxmlformats-officedocument.presentationml.tags+xml"/>
  <Override PartName="/ppt/notesSlides/notesSlide33.xml" ContentType="application/vnd.openxmlformats-officedocument.presentationml.notesSlide+xml"/>
  <Override PartName="/ppt/tags/tag33.xml" ContentType="application/vnd.openxmlformats-officedocument.presentationml.tags+xml"/>
  <Override PartName="/ppt/notesSlides/notesSlide34.xml" ContentType="application/vnd.openxmlformats-officedocument.presentationml.notesSlide+xml"/>
  <Override PartName="/ppt/tags/tag34.xml" ContentType="application/vnd.openxmlformats-officedocument.presentationml.tags+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4"/>
  </p:sldMasterIdLst>
  <p:notesMasterIdLst>
    <p:notesMasterId r:id="rId41"/>
  </p:notesMasterIdLst>
  <p:handoutMasterIdLst>
    <p:handoutMasterId r:id="rId42"/>
  </p:handoutMasterIdLst>
  <p:sldIdLst>
    <p:sldId id="291" r:id="rId5"/>
    <p:sldId id="292" r:id="rId6"/>
    <p:sldId id="294" r:id="rId7"/>
    <p:sldId id="293" r:id="rId8"/>
    <p:sldId id="295" r:id="rId9"/>
    <p:sldId id="302" r:id="rId10"/>
    <p:sldId id="268" r:id="rId11"/>
    <p:sldId id="301" r:id="rId12"/>
    <p:sldId id="332" r:id="rId13"/>
    <p:sldId id="297" r:id="rId14"/>
    <p:sldId id="330" r:id="rId15"/>
    <p:sldId id="299" r:id="rId16"/>
    <p:sldId id="333" r:id="rId17"/>
    <p:sldId id="303" r:id="rId18"/>
    <p:sldId id="341" r:id="rId19"/>
    <p:sldId id="336" r:id="rId20"/>
    <p:sldId id="335" r:id="rId21"/>
    <p:sldId id="307" r:id="rId22"/>
    <p:sldId id="308" r:id="rId23"/>
    <p:sldId id="309" r:id="rId24"/>
    <p:sldId id="337" r:id="rId25"/>
    <p:sldId id="310" r:id="rId26"/>
    <p:sldId id="311" r:id="rId27"/>
    <p:sldId id="312" r:id="rId28"/>
    <p:sldId id="313" r:id="rId29"/>
    <p:sldId id="340" r:id="rId30"/>
    <p:sldId id="339" r:id="rId31"/>
    <p:sldId id="331" r:id="rId32"/>
    <p:sldId id="314" r:id="rId33"/>
    <p:sldId id="338" r:id="rId34"/>
    <p:sldId id="342" r:id="rId35"/>
    <p:sldId id="343" r:id="rId36"/>
    <p:sldId id="316" r:id="rId37"/>
    <p:sldId id="334" r:id="rId38"/>
    <p:sldId id="324" r:id="rId39"/>
    <p:sldId id="325" r:id="rId40"/>
  </p:sldIdLst>
  <p:sldSz cx="12192000" cy="6858000"/>
  <p:notesSz cx="6669088" cy="9872663"/>
  <p:embeddedFontLst>
    <p:embeddedFont>
      <p:font typeface="Fira Sans" panose="020B0503050000020004" pitchFamily="34" charset="0"/>
      <p:regular r:id="rId43"/>
      <p:bold r:id="rId44"/>
      <p:italic r:id="rId45"/>
      <p:boldItalic r:id="rId46"/>
    </p:embeddedFont>
    <p:embeddedFont>
      <p:font typeface="Fira Sans Light" panose="020B0403050000020004" pitchFamily="34" charset="0"/>
      <p:regular r:id="rId47"/>
      <p:italic r:id="rId48"/>
    </p:embeddedFont>
    <p:embeddedFont>
      <p:font typeface="Fira Sans Medium" panose="020B0603050000020004" pitchFamily="34" charset="0"/>
      <p:regular r:id="rId49"/>
      <p:italic r:id="rId50"/>
    </p:embeddedFont>
    <p:embeddedFont>
      <p:font typeface="Segoe Sans Display" pitchFamily="2" charset="0"/>
      <p:regular r:id="rId51"/>
      <p:bold r:id="rId52"/>
      <p:italic r:id="rId53"/>
      <p:boldItalic r:id="rId54"/>
    </p:embeddedFont>
    <p:embeddedFont>
      <p:font typeface="Segoe Sans Display Semibold" pitchFamily="2" charset="0"/>
      <p:bold r:id="rId55"/>
      <p:boldItalic r:id="rId56"/>
    </p:embeddedFont>
    <p:embeddedFont>
      <p:font typeface="Segoe UI Semibold" panose="020B0702040204020203" pitchFamily="34" charset="0"/>
      <p:bold r:id="rId57"/>
      <p:boldItalic r:id="rId5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Sanmiguel, Andrea" initials="SA" lastIdx="6" clrIdx="6"/>
  <p:cmAuthor id="1" name="Dérogée - Pikaar, Annemarije" initials="D-PA" lastIdx="30" clrIdx="0"/>
  <p:cmAuthor id="2" name="Van Holten, Lauren" initials="VHL" lastIdx="8" clrIdx="1"/>
  <p:cmAuthor id="3" name="Griesheimer, Marlijn" initials="GM" lastIdx="10" clrIdx="2"/>
  <p:cmAuthor id="4" name="Annemarije Dérogée - Pikaar" initials="AD-P" lastIdx="18" clrIdx="3"/>
  <p:cmAuthor id="5" name="Joyal, Ann" initials="JA" lastIdx="8" clrIdx="4"/>
  <p:cmAuthor id="6" name="Bonacum, Leslie" initials="BL" lastIdx="6" clrIdx="5"/>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1B8A"/>
    <a:srgbClr val="85BC20"/>
    <a:srgbClr val="E5202E"/>
    <a:srgbClr val="000000"/>
    <a:srgbClr val="005C92"/>
    <a:srgbClr val="80BDE1"/>
    <a:srgbClr val="F6F6F6"/>
    <a:srgbClr val="EDEDED"/>
    <a:srgbClr val="DADADA"/>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A3624C-CDA8-4781-9FF5-A9DC2C95B43D}" v="59" dt="2026-10-26T13:09:27.1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Stijl, gemiddeld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Stijl, lich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Stijl, gemiddeld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B344D84-9AFB-497E-A393-DC336BA19D2E}" styleName="Stijl, gemiddeld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8034E78-7F5D-4C2E-B375-FC64B27BC917}" styleName="Stijl, donker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Geen stijl, tabel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74"/>
    <p:restoredTop sz="76112" autoAdjust="0"/>
  </p:normalViewPr>
  <p:slideViewPr>
    <p:cSldViewPr snapToGrid="0">
      <p:cViewPr varScale="1">
        <p:scale>
          <a:sx n="88" d="100"/>
          <a:sy n="88" d="100"/>
        </p:scale>
        <p:origin x="220" y="60"/>
      </p:cViewPr>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0"/>
    </p:cViewPr>
  </p:sorterViewPr>
  <p:notesViewPr>
    <p:cSldViewPr snapToGrid="0">
      <p:cViewPr varScale="1">
        <p:scale>
          <a:sx n="56" d="100"/>
          <a:sy n="56" d="100"/>
        </p:scale>
        <p:origin x="2558" y="3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font" Target="fonts/font16.fntdata"/><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font" Target="fonts/font14.fntdata"/><Relationship Id="rId64"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font" Target="fonts/font9.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4.fntdata"/><Relationship Id="rId59"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notesMaster" Target="notesMasters/notesMaster1.xml"/><Relationship Id="rId54" Type="http://schemas.openxmlformats.org/officeDocument/2006/relationships/font" Target="fonts/font12.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7.fntdata"/><Relationship Id="rId57" Type="http://schemas.openxmlformats.org/officeDocument/2006/relationships/font" Target="fonts/font15.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2.fntdata"/><Relationship Id="rId52" Type="http://schemas.openxmlformats.org/officeDocument/2006/relationships/font" Target="fonts/font10.fntdata"/><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rgey Chernykh" userId="c7c135f1-59ad-450e-b071-fa08415b0072" providerId="ADAL" clId="{E2C2CDDD-CAC9-4783-87D1-CAEB4364208D}"/>
    <pc:docChg chg="undo redo custSel addSld delSld modSld sldOrd addSection delSection modSection">
      <pc:chgData name="Sergey Chernykh" userId="c7c135f1-59ad-450e-b071-fa08415b0072" providerId="ADAL" clId="{E2C2CDDD-CAC9-4783-87D1-CAEB4364208D}" dt="2026-10-26T13:15:32.646" v="1509" actId="6549"/>
      <pc:docMkLst>
        <pc:docMk/>
      </pc:docMkLst>
      <pc:sldChg chg="add del">
        <pc:chgData name="Sergey Chernykh" userId="c7c135f1-59ad-450e-b071-fa08415b0072" providerId="ADAL" clId="{E2C2CDDD-CAC9-4783-87D1-CAEB4364208D}" dt="2026-10-26T12:30:25.742" v="1010" actId="47"/>
        <pc:sldMkLst>
          <pc:docMk/>
          <pc:sldMk cId="1168943729" sldId="260"/>
        </pc:sldMkLst>
      </pc:sldChg>
      <pc:sldChg chg="add">
        <pc:chgData name="Sergey Chernykh" userId="c7c135f1-59ad-450e-b071-fa08415b0072" providerId="ADAL" clId="{E2C2CDDD-CAC9-4783-87D1-CAEB4364208D}" dt="2026-10-26T03:06:29.781" v="770"/>
        <pc:sldMkLst>
          <pc:docMk/>
          <pc:sldMk cId="3024103401" sldId="268"/>
        </pc:sldMkLst>
      </pc:sldChg>
      <pc:sldChg chg="add del">
        <pc:chgData name="Sergey Chernykh" userId="c7c135f1-59ad-450e-b071-fa08415b0072" providerId="ADAL" clId="{E2C2CDDD-CAC9-4783-87D1-CAEB4364208D}" dt="2026-10-26T04:09:54.378" v="801"/>
        <pc:sldMkLst>
          <pc:docMk/>
          <pc:sldMk cId="959782416" sldId="269"/>
        </pc:sldMkLst>
      </pc:sldChg>
      <pc:sldChg chg="add del">
        <pc:chgData name="Sergey Chernykh" userId="c7c135f1-59ad-450e-b071-fa08415b0072" providerId="ADAL" clId="{E2C2CDDD-CAC9-4783-87D1-CAEB4364208D}" dt="2026-10-26T12:51:40.218" v="1289"/>
        <pc:sldMkLst>
          <pc:docMk/>
          <pc:sldMk cId="2602242720" sldId="274"/>
        </pc:sldMkLst>
      </pc:sldChg>
      <pc:sldChg chg="modSp mod modNotesTx">
        <pc:chgData name="Sergey Chernykh" userId="c7c135f1-59ad-450e-b071-fa08415b0072" providerId="ADAL" clId="{E2C2CDDD-CAC9-4783-87D1-CAEB4364208D}" dt="2026-10-26T13:13:13.629" v="1473" actId="6549"/>
        <pc:sldMkLst>
          <pc:docMk/>
          <pc:sldMk cId="1344011167" sldId="291"/>
        </pc:sldMkLst>
        <pc:spChg chg="mod">
          <ac:chgData name="Sergey Chernykh" userId="c7c135f1-59ad-450e-b071-fa08415b0072" providerId="ADAL" clId="{E2C2CDDD-CAC9-4783-87D1-CAEB4364208D}" dt="2026-10-25T22:36:31.446" v="9" actId="20577"/>
          <ac:spMkLst>
            <pc:docMk/>
            <pc:sldMk cId="1344011167" sldId="291"/>
            <ac:spMk id="10" creationId="{55960AD4-2E12-918C-22CF-4349766BFCB9}"/>
          </ac:spMkLst>
        </pc:spChg>
      </pc:sldChg>
      <pc:sldChg chg="delSp modSp mod ord modNotesTx">
        <pc:chgData name="Sergey Chernykh" userId="c7c135f1-59ad-450e-b071-fa08415b0072" providerId="ADAL" clId="{E2C2CDDD-CAC9-4783-87D1-CAEB4364208D}" dt="2026-10-26T13:13:17.932" v="1474" actId="6549"/>
        <pc:sldMkLst>
          <pc:docMk/>
          <pc:sldMk cId="4160826144" sldId="292"/>
        </pc:sldMkLst>
        <pc:spChg chg="mod">
          <ac:chgData name="Sergey Chernykh" userId="c7c135f1-59ad-450e-b071-fa08415b0072" providerId="ADAL" clId="{E2C2CDDD-CAC9-4783-87D1-CAEB4364208D}" dt="2026-10-25T22:46:22.366" v="17" actId="1076"/>
          <ac:spMkLst>
            <pc:docMk/>
            <pc:sldMk cId="4160826144" sldId="292"/>
            <ac:spMk id="10" creationId="{B2DF443E-F787-518D-9DA0-2A57F5BA9F2C}"/>
          </ac:spMkLst>
        </pc:spChg>
        <pc:spChg chg="del">
          <ac:chgData name="Sergey Chernykh" userId="c7c135f1-59ad-450e-b071-fa08415b0072" providerId="ADAL" clId="{E2C2CDDD-CAC9-4783-87D1-CAEB4364208D}" dt="2026-10-25T22:37:01.115" v="10" actId="478"/>
          <ac:spMkLst>
            <pc:docMk/>
            <pc:sldMk cId="4160826144" sldId="292"/>
            <ac:spMk id="11" creationId="{AE83E046-0FE6-B7F4-59EC-A0972D807F66}"/>
          </ac:spMkLst>
        </pc:spChg>
      </pc:sldChg>
      <pc:sldChg chg="addSp delSp modSp mod ord modNotesTx">
        <pc:chgData name="Sergey Chernykh" userId="c7c135f1-59ad-450e-b071-fa08415b0072" providerId="ADAL" clId="{E2C2CDDD-CAC9-4783-87D1-CAEB4364208D}" dt="2026-10-26T13:13:24.320" v="1476" actId="6549"/>
        <pc:sldMkLst>
          <pc:docMk/>
          <pc:sldMk cId="334743729" sldId="293"/>
        </pc:sldMkLst>
        <pc:spChg chg="del">
          <ac:chgData name="Sergey Chernykh" userId="c7c135f1-59ad-450e-b071-fa08415b0072" providerId="ADAL" clId="{E2C2CDDD-CAC9-4783-87D1-CAEB4364208D}" dt="2026-10-25T22:30:40.071" v="1" actId="931"/>
          <ac:spMkLst>
            <pc:docMk/>
            <pc:sldMk cId="334743729" sldId="293"/>
            <ac:spMk id="6" creationId="{C663AD24-0BD7-6742-B2F6-6A9CB8FF8803}"/>
          </ac:spMkLst>
        </pc:spChg>
        <pc:spChg chg="del">
          <ac:chgData name="Sergey Chernykh" userId="c7c135f1-59ad-450e-b071-fa08415b0072" providerId="ADAL" clId="{E2C2CDDD-CAC9-4783-87D1-CAEB4364208D}" dt="2026-10-25T22:35:54.169" v="2" actId="931"/>
          <ac:spMkLst>
            <pc:docMk/>
            <pc:sldMk cId="334743729" sldId="293"/>
            <ac:spMk id="9" creationId="{82FCBFF5-2125-DF40-5FDE-8E9040FAB1FA}"/>
          </ac:spMkLst>
        </pc:spChg>
        <pc:spChg chg="del">
          <ac:chgData name="Sergey Chernykh" userId="c7c135f1-59ad-450e-b071-fa08415b0072" providerId="ADAL" clId="{E2C2CDDD-CAC9-4783-87D1-CAEB4364208D}" dt="2026-10-25T22:36:00.900" v="3" actId="478"/>
          <ac:spMkLst>
            <pc:docMk/>
            <pc:sldMk cId="334743729" sldId="293"/>
            <ac:spMk id="11" creationId="{56B5E045-6195-3923-D60D-721465E3D6D9}"/>
          </ac:spMkLst>
        </pc:spChg>
        <pc:spChg chg="del">
          <ac:chgData name="Sergey Chernykh" userId="c7c135f1-59ad-450e-b071-fa08415b0072" providerId="ADAL" clId="{E2C2CDDD-CAC9-4783-87D1-CAEB4364208D}" dt="2026-10-25T22:36:04.827" v="4" actId="478"/>
          <ac:spMkLst>
            <pc:docMk/>
            <pc:sldMk cId="334743729" sldId="293"/>
            <ac:spMk id="12" creationId="{65E3003A-4F7D-AE4D-74B3-4E0188380C69}"/>
          </ac:spMkLst>
        </pc:spChg>
        <pc:picChg chg="add mod ord">
          <ac:chgData name="Sergey Chernykh" userId="c7c135f1-59ad-450e-b071-fa08415b0072" providerId="ADAL" clId="{E2C2CDDD-CAC9-4783-87D1-CAEB4364208D}" dt="2026-10-25T22:30:40.071" v="1" actId="931"/>
          <ac:picMkLst>
            <pc:docMk/>
            <pc:sldMk cId="334743729" sldId="293"/>
            <ac:picMk id="14" creationId="{A6D291BF-BD36-EBE0-1956-7456BAF4AE53}"/>
          </ac:picMkLst>
        </pc:picChg>
        <pc:picChg chg="add mod ord">
          <ac:chgData name="Sergey Chernykh" userId="c7c135f1-59ad-450e-b071-fa08415b0072" providerId="ADAL" clId="{E2C2CDDD-CAC9-4783-87D1-CAEB4364208D}" dt="2026-10-25T22:35:54.169" v="2" actId="931"/>
          <ac:picMkLst>
            <pc:docMk/>
            <pc:sldMk cId="334743729" sldId="293"/>
            <ac:picMk id="16" creationId="{071CD074-E540-E468-2B1A-025A73A4C4F7}"/>
          </ac:picMkLst>
        </pc:picChg>
      </pc:sldChg>
      <pc:sldChg chg="delSp mod ord modNotesTx">
        <pc:chgData name="Sergey Chernykh" userId="c7c135f1-59ad-450e-b071-fa08415b0072" providerId="ADAL" clId="{E2C2CDDD-CAC9-4783-87D1-CAEB4364208D}" dt="2026-10-26T13:13:21.112" v="1475" actId="6549"/>
        <pc:sldMkLst>
          <pc:docMk/>
          <pc:sldMk cId="1087991492" sldId="294"/>
        </pc:sldMkLst>
        <pc:spChg chg="del">
          <ac:chgData name="Sergey Chernykh" userId="c7c135f1-59ad-450e-b071-fa08415b0072" providerId="ADAL" clId="{E2C2CDDD-CAC9-4783-87D1-CAEB4364208D}" dt="2026-10-25T22:46:49.078" v="18" actId="478"/>
          <ac:spMkLst>
            <pc:docMk/>
            <pc:sldMk cId="1087991492" sldId="294"/>
            <ac:spMk id="8" creationId="{F2054B0C-BA3F-AF48-B39D-0BAEF5229A89}"/>
          </ac:spMkLst>
        </pc:spChg>
      </pc:sldChg>
      <pc:sldChg chg="addSp delSp modSp mod modNotesTx">
        <pc:chgData name="Sergey Chernykh" userId="c7c135f1-59ad-450e-b071-fa08415b0072" providerId="ADAL" clId="{E2C2CDDD-CAC9-4783-87D1-CAEB4364208D}" dt="2026-10-26T13:13:27.205" v="1477" actId="6549"/>
        <pc:sldMkLst>
          <pc:docMk/>
          <pc:sldMk cId="3510840233" sldId="295"/>
        </pc:sldMkLst>
        <pc:spChg chg="add del mod">
          <ac:chgData name="Sergey Chernykh" userId="c7c135f1-59ad-450e-b071-fa08415b0072" providerId="ADAL" clId="{E2C2CDDD-CAC9-4783-87D1-CAEB4364208D}" dt="2026-10-26T02:20:51.411" v="362" actId="478"/>
          <ac:spMkLst>
            <pc:docMk/>
            <pc:sldMk cId="3510840233" sldId="295"/>
            <ac:spMk id="3" creationId="{024E10F2-F699-BD59-44D5-7B2765433324}"/>
          </ac:spMkLst>
        </pc:spChg>
        <pc:spChg chg="del">
          <ac:chgData name="Sergey Chernykh" userId="c7c135f1-59ad-450e-b071-fa08415b0072" providerId="ADAL" clId="{E2C2CDDD-CAC9-4783-87D1-CAEB4364208D}" dt="2026-10-26T02:20:44.982" v="357" actId="478"/>
          <ac:spMkLst>
            <pc:docMk/>
            <pc:sldMk cId="3510840233" sldId="295"/>
            <ac:spMk id="4" creationId="{21ABAE9B-1AFF-2031-1494-AB304D5B0DBF}"/>
          </ac:spMkLst>
        </pc:spChg>
        <pc:spChg chg="del">
          <ac:chgData name="Sergey Chernykh" userId="c7c135f1-59ad-450e-b071-fa08415b0072" providerId="ADAL" clId="{E2C2CDDD-CAC9-4783-87D1-CAEB4364208D}" dt="2026-10-26T02:20:44.982" v="357" actId="478"/>
          <ac:spMkLst>
            <pc:docMk/>
            <pc:sldMk cId="3510840233" sldId="295"/>
            <ac:spMk id="7" creationId="{06C5865F-670B-EDFA-A119-65A5F6454F72}"/>
          </ac:spMkLst>
        </pc:spChg>
        <pc:spChg chg="del">
          <ac:chgData name="Sergey Chernykh" userId="c7c135f1-59ad-450e-b071-fa08415b0072" providerId="ADAL" clId="{E2C2CDDD-CAC9-4783-87D1-CAEB4364208D}" dt="2026-10-26T02:20:44.982" v="357" actId="478"/>
          <ac:spMkLst>
            <pc:docMk/>
            <pc:sldMk cId="3510840233" sldId="295"/>
            <ac:spMk id="8" creationId="{9823DF8A-1A83-98F2-7D4E-ED117A157607}"/>
          </ac:spMkLst>
        </pc:spChg>
        <pc:spChg chg="del">
          <ac:chgData name="Sergey Chernykh" userId="c7c135f1-59ad-450e-b071-fa08415b0072" providerId="ADAL" clId="{E2C2CDDD-CAC9-4783-87D1-CAEB4364208D}" dt="2026-10-26T02:20:44.982" v="357" actId="478"/>
          <ac:spMkLst>
            <pc:docMk/>
            <pc:sldMk cId="3510840233" sldId="295"/>
            <ac:spMk id="9" creationId="{887687A5-8524-BE80-6407-48BD473E74C7}"/>
          </ac:spMkLst>
        </pc:spChg>
        <pc:spChg chg="del">
          <ac:chgData name="Sergey Chernykh" userId="c7c135f1-59ad-450e-b071-fa08415b0072" providerId="ADAL" clId="{E2C2CDDD-CAC9-4783-87D1-CAEB4364208D}" dt="2026-10-26T02:20:44.982" v="357" actId="478"/>
          <ac:spMkLst>
            <pc:docMk/>
            <pc:sldMk cId="3510840233" sldId="295"/>
            <ac:spMk id="10" creationId="{ADC61493-E039-BA6E-E23B-DB9D71E77370}"/>
          </ac:spMkLst>
        </pc:spChg>
        <pc:spChg chg="del">
          <ac:chgData name="Sergey Chernykh" userId="c7c135f1-59ad-450e-b071-fa08415b0072" providerId="ADAL" clId="{E2C2CDDD-CAC9-4783-87D1-CAEB4364208D}" dt="2026-10-26T02:20:44.982" v="357" actId="478"/>
          <ac:spMkLst>
            <pc:docMk/>
            <pc:sldMk cId="3510840233" sldId="295"/>
            <ac:spMk id="11" creationId="{D6D566A6-3C86-6AD0-13A9-401FA5D3A4A0}"/>
          </ac:spMkLst>
        </pc:spChg>
        <pc:spChg chg="del">
          <ac:chgData name="Sergey Chernykh" userId="c7c135f1-59ad-450e-b071-fa08415b0072" providerId="ADAL" clId="{E2C2CDDD-CAC9-4783-87D1-CAEB4364208D}" dt="2026-10-26T02:20:44.982" v="357" actId="478"/>
          <ac:spMkLst>
            <pc:docMk/>
            <pc:sldMk cId="3510840233" sldId="295"/>
            <ac:spMk id="12" creationId="{35B2249C-468B-68A0-BC5B-D206A9F924CA}"/>
          </ac:spMkLst>
        </pc:spChg>
        <pc:spChg chg="del">
          <ac:chgData name="Sergey Chernykh" userId="c7c135f1-59ad-450e-b071-fa08415b0072" providerId="ADAL" clId="{E2C2CDDD-CAC9-4783-87D1-CAEB4364208D}" dt="2026-10-26T02:20:44.982" v="357" actId="478"/>
          <ac:spMkLst>
            <pc:docMk/>
            <pc:sldMk cId="3510840233" sldId="295"/>
            <ac:spMk id="13" creationId="{9C0F8C02-294B-D9F2-6D86-9CEFFA858EDB}"/>
          </ac:spMkLst>
        </pc:spChg>
        <pc:spChg chg="del">
          <ac:chgData name="Sergey Chernykh" userId="c7c135f1-59ad-450e-b071-fa08415b0072" providerId="ADAL" clId="{E2C2CDDD-CAC9-4783-87D1-CAEB4364208D}" dt="2026-10-26T02:20:44.982" v="357" actId="478"/>
          <ac:spMkLst>
            <pc:docMk/>
            <pc:sldMk cId="3510840233" sldId="295"/>
            <ac:spMk id="14" creationId="{B1750428-56EC-4655-AB71-B359A64AD44F}"/>
          </ac:spMkLst>
        </pc:spChg>
        <pc:spChg chg="add mod">
          <ac:chgData name="Sergey Chernykh" userId="c7c135f1-59ad-450e-b071-fa08415b0072" providerId="ADAL" clId="{E2C2CDDD-CAC9-4783-87D1-CAEB4364208D}" dt="2026-10-26T02:20:49.124" v="361"/>
          <ac:spMkLst>
            <pc:docMk/>
            <pc:sldMk cId="3510840233" sldId="295"/>
            <ac:spMk id="15" creationId="{A49A11A8-B6CA-88FC-6B10-E62DA8B72FAB}"/>
          </ac:spMkLst>
        </pc:spChg>
        <pc:spChg chg="add mod">
          <ac:chgData name="Sergey Chernykh" userId="c7c135f1-59ad-450e-b071-fa08415b0072" providerId="ADAL" clId="{E2C2CDDD-CAC9-4783-87D1-CAEB4364208D}" dt="2026-10-26T02:20:48.086" v="358"/>
          <ac:spMkLst>
            <pc:docMk/>
            <pc:sldMk cId="3510840233" sldId="295"/>
            <ac:spMk id="16" creationId="{2596A6D9-EFDB-0AE8-5EF2-52D7533793F5}"/>
          </ac:spMkLst>
        </pc:spChg>
        <pc:spChg chg="add mod">
          <ac:chgData name="Sergey Chernykh" userId="c7c135f1-59ad-450e-b071-fa08415b0072" providerId="ADAL" clId="{E2C2CDDD-CAC9-4783-87D1-CAEB4364208D}" dt="2026-10-26T02:20:48.086" v="358"/>
          <ac:spMkLst>
            <pc:docMk/>
            <pc:sldMk cId="3510840233" sldId="295"/>
            <ac:spMk id="17" creationId="{7897AE5F-CE8B-419E-8DB5-75F5E24982D3}"/>
          </ac:spMkLst>
        </pc:spChg>
        <pc:spChg chg="add mod">
          <ac:chgData name="Sergey Chernykh" userId="c7c135f1-59ad-450e-b071-fa08415b0072" providerId="ADAL" clId="{E2C2CDDD-CAC9-4783-87D1-CAEB4364208D}" dt="2026-10-26T02:20:48.086" v="358"/>
          <ac:spMkLst>
            <pc:docMk/>
            <pc:sldMk cId="3510840233" sldId="295"/>
            <ac:spMk id="18" creationId="{D98267C2-8D36-713E-F5C6-56652CB47867}"/>
          </ac:spMkLst>
        </pc:spChg>
        <pc:spChg chg="add mod">
          <ac:chgData name="Sergey Chernykh" userId="c7c135f1-59ad-450e-b071-fa08415b0072" providerId="ADAL" clId="{E2C2CDDD-CAC9-4783-87D1-CAEB4364208D}" dt="2026-10-26T02:20:48.086" v="358"/>
          <ac:spMkLst>
            <pc:docMk/>
            <pc:sldMk cId="3510840233" sldId="295"/>
            <ac:spMk id="19" creationId="{D702B008-9DB7-AA66-FAC5-6C27AD47F81F}"/>
          </ac:spMkLst>
        </pc:spChg>
        <pc:spChg chg="add mod">
          <ac:chgData name="Sergey Chernykh" userId="c7c135f1-59ad-450e-b071-fa08415b0072" providerId="ADAL" clId="{E2C2CDDD-CAC9-4783-87D1-CAEB4364208D}" dt="2026-10-26T02:20:48.086" v="358"/>
          <ac:spMkLst>
            <pc:docMk/>
            <pc:sldMk cId="3510840233" sldId="295"/>
            <ac:spMk id="20" creationId="{AA3F46BF-5E8E-C3FC-BB52-1A80B40D3787}"/>
          </ac:spMkLst>
        </pc:spChg>
        <pc:spChg chg="add mod">
          <ac:chgData name="Sergey Chernykh" userId="c7c135f1-59ad-450e-b071-fa08415b0072" providerId="ADAL" clId="{E2C2CDDD-CAC9-4783-87D1-CAEB4364208D}" dt="2026-10-26T02:20:48.086" v="358"/>
          <ac:spMkLst>
            <pc:docMk/>
            <pc:sldMk cId="3510840233" sldId="295"/>
            <ac:spMk id="21" creationId="{9FA9EEA3-D884-18DA-8761-3554904B107A}"/>
          </ac:spMkLst>
        </pc:spChg>
        <pc:spChg chg="add mod">
          <ac:chgData name="Sergey Chernykh" userId="c7c135f1-59ad-450e-b071-fa08415b0072" providerId="ADAL" clId="{E2C2CDDD-CAC9-4783-87D1-CAEB4364208D}" dt="2026-10-26T02:20:48.086" v="358"/>
          <ac:spMkLst>
            <pc:docMk/>
            <pc:sldMk cId="3510840233" sldId="295"/>
            <ac:spMk id="22" creationId="{BEB63BAE-FC88-FC6B-CF72-FCDB87029617}"/>
          </ac:spMkLst>
        </pc:spChg>
        <pc:spChg chg="add mod">
          <ac:chgData name="Sergey Chernykh" userId="c7c135f1-59ad-450e-b071-fa08415b0072" providerId="ADAL" clId="{E2C2CDDD-CAC9-4783-87D1-CAEB4364208D}" dt="2026-10-26T02:20:48.086" v="358"/>
          <ac:spMkLst>
            <pc:docMk/>
            <pc:sldMk cId="3510840233" sldId="295"/>
            <ac:spMk id="23" creationId="{4FBBB711-6D1B-9B6A-E35F-483848C0DEA0}"/>
          </ac:spMkLst>
        </pc:spChg>
        <pc:spChg chg="add mod">
          <ac:chgData name="Sergey Chernykh" userId="c7c135f1-59ad-450e-b071-fa08415b0072" providerId="ADAL" clId="{E2C2CDDD-CAC9-4783-87D1-CAEB4364208D}" dt="2026-10-26T02:20:52.306" v="364" actId="27636"/>
          <ac:spMkLst>
            <pc:docMk/>
            <pc:sldMk cId="3510840233" sldId="295"/>
            <ac:spMk id="24" creationId="{17C76AD4-7AC8-3E3E-F490-F551F5D66D56}"/>
          </ac:spMkLst>
        </pc:spChg>
        <pc:spChg chg="add mod">
          <ac:chgData name="Sergey Chernykh" userId="c7c135f1-59ad-450e-b071-fa08415b0072" providerId="ADAL" clId="{E2C2CDDD-CAC9-4783-87D1-CAEB4364208D}" dt="2026-10-26T02:20:52.209" v="363"/>
          <ac:spMkLst>
            <pc:docMk/>
            <pc:sldMk cId="3510840233" sldId="295"/>
            <ac:spMk id="25" creationId="{9C5B4C00-C403-83ED-218D-7846D3CDF6BB}"/>
          </ac:spMkLst>
        </pc:spChg>
        <pc:spChg chg="add mod">
          <ac:chgData name="Sergey Chernykh" userId="c7c135f1-59ad-450e-b071-fa08415b0072" providerId="ADAL" clId="{E2C2CDDD-CAC9-4783-87D1-CAEB4364208D}" dt="2026-10-26T02:23:17.801" v="374" actId="20577"/>
          <ac:spMkLst>
            <pc:docMk/>
            <pc:sldMk cId="3510840233" sldId="295"/>
            <ac:spMk id="26" creationId="{77831082-0BEE-617D-E86A-158AF1F2A1C7}"/>
          </ac:spMkLst>
        </pc:spChg>
        <pc:spChg chg="add mod">
          <ac:chgData name="Sergey Chernykh" userId="c7c135f1-59ad-450e-b071-fa08415b0072" providerId="ADAL" clId="{E2C2CDDD-CAC9-4783-87D1-CAEB4364208D}" dt="2026-10-26T02:20:52.209" v="363"/>
          <ac:spMkLst>
            <pc:docMk/>
            <pc:sldMk cId="3510840233" sldId="295"/>
            <ac:spMk id="27" creationId="{8613DD05-C17C-4D7B-A973-29E4D9B46846}"/>
          </ac:spMkLst>
        </pc:spChg>
        <pc:spChg chg="add mod">
          <ac:chgData name="Sergey Chernykh" userId="c7c135f1-59ad-450e-b071-fa08415b0072" providerId="ADAL" clId="{E2C2CDDD-CAC9-4783-87D1-CAEB4364208D}" dt="2026-10-26T02:20:52.209" v="363"/>
          <ac:spMkLst>
            <pc:docMk/>
            <pc:sldMk cId="3510840233" sldId="295"/>
            <ac:spMk id="28" creationId="{55E65D40-89C1-3BFF-B8FA-E1A3381BD8D7}"/>
          </ac:spMkLst>
        </pc:spChg>
        <pc:spChg chg="add mod">
          <ac:chgData name="Sergey Chernykh" userId="c7c135f1-59ad-450e-b071-fa08415b0072" providerId="ADAL" clId="{E2C2CDDD-CAC9-4783-87D1-CAEB4364208D}" dt="2026-10-26T02:20:52.209" v="363"/>
          <ac:spMkLst>
            <pc:docMk/>
            <pc:sldMk cId="3510840233" sldId="295"/>
            <ac:spMk id="29" creationId="{44CE9C49-DFEA-B8D6-888A-13612D1E4E30}"/>
          </ac:spMkLst>
        </pc:spChg>
        <pc:spChg chg="add mod">
          <ac:chgData name="Sergey Chernykh" userId="c7c135f1-59ad-450e-b071-fa08415b0072" providerId="ADAL" clId="{E2C2CDDD-CAC9-4783-87D1-CAEB4364208D}" dt="2026-10-26T02:28:41.453" v="440" actId="20577"/>
          <ac:spMkLst>
            <pc:docMk/>
            <pc:sldMk cId="3510840233" sldId="295"/>
            <ac:spMk id="30" creationId="{013F1C9C-5AE2-0FB7-803C-E8EA935E45B4}"/>
          </ac:spMkLst>
        </pc:spChg>
        <pc:spChg chg="add mod">
          <ac:chgData name="Sergey Chernykh" userId="c7c135f1-59ad-450e-b071-fa08415b0072" providerId="ADAL" clId="{E2C2CDDD-CAC9-4783-87D1-CAEB4364208D}" dt="2026-10-26T02:28:21.196" v="429" actId="1076"/>
          <ac:spMkLst>
            <pc:docMk/>
            <pc:sldMk cId="3510840233" sldId="295"/>
            <ac:spMk id="31" creationId="{BA944B5A-84F1-A90D-9C7E-82909B02E025}"/>
          </ac:spMkLst>
        </pc:spChg>
        <pc:spChg chg="add del mod">
          <ac:chgData name="Sergey Chernykh" userId="c7c135f1-59ad-450e-b071-fa08415b0072" providerId="ADAL" clId="{E2C2CDDD-CAC9-4783-87D1-CAEB4364208D}" dt="2026-10-26T02:20:57.129" v="365" actId="478"/>
          <ac:spMkLst>
            <pc:docMk/>
            <pc:sldMk cId="3510840233" sldId="295"/>
            <ac:spMk id="32" creationId="{D00DB594-27E7-F063-2E25-9FED0DDEE1B6}"/>
          </ac:spMkLst>
        </pc:spChg>
      </pc:sldChg>
      <pc:sldChg chg="del mod modShow">
        <pc:chgData name="Sergey Chernykh" userId="c7c135f1-59ad-450e-b071-fa08415b0072" providerId="ADAL" clId="{E2C2CDDD-CAC9-4783-87D1-CAEB4364208D}" dt="2026-10-26T13:14:08.013" v="1484" actId="47"/>
        <pc:sldMkLst>
          <pc:docMk/>
          <pc:sldMk cId="556479087" sldId="296"/>
        </pc:sldMkLst>
      </pc:sldChg>
      <pc:sldChg chg="ord modNotesTx">
        <pc:chgData name="Sergey Chernykh" userId="c7c135f1-59ad-450e-b071-fa08415b0072" providerId="ADAL" clId="{E2C2CDDD-CAC9-4783-87D1-CAEB4364208D}" dt="2026-10-26T13:13:49.860" v="1480" actId="6549"/>
        <pc:sldMkLst>
          <pc:docMk/>
          <pc:sldMk cId="4268572031" sldId="297"/>
        </pc:sldMkLst>
      </pc:sldChg>
      <pc:sldChg chg="del mod modShow">
        <pc:chgData name="Sergey Chernykh" userId="c7c135f1-59ad-450e-b071-fa08415b0072" providerId="ADAL" clId="{E2C2CDDD-CAC9-4783-87D1-CAEB4364208D}" dt="2026-10-26T13:14:09.376" v="1485" actId="47"/>
        <pc:sldMkLst>
          <pc:docMk/>
          <pc:sldMk cId="770993880" sldId="298"/>
        </pc:sldMkLst>
      </pc:sldChg>
      <pc:sldChg chg="ord modNotesTx">
        <pc:chgData name="Sergey Chernykh" userId="c7c135f1-59ad-450e-b071-fa08415b0072" providerId="ADAL" clId="{E2C2CDDD-CAC9-4783-87D1-CAEB4364208D}" dt="2026-10-26T13:13:55.514" v="1482" actId="6549"/>
        <pc:sldMkLst>
          <pc:docMk/>
          <pc:sldMk cId="4175374521" sldId="299"/>
        </pc:sldMkLst>
      </pc:sldChg>
      <pc:sldChg chg="del mod modShow">
        <pc:chgData name="Sergey Chernykh" userId="c7c135f1-59ad-450e-b071-fa08415b0072" providerId="ADAL" clId="{E2C2CDDD-CAC9-4783-87D1-CAEB4364208D}" dt="2026-10-26T13:14:10.971" v="1486" actId="47"/>
        <pc:sldMkLst>
          <pc:docMk/>
          <pc:sldMk cId="1748006234" sldId="300"/>
        </pc:sldMkLst>
      </pc:sldChg>
      <pc:sldChg chg="ord modNotesTx">
        <pc:chgData name="Sergey Chernykh" userId="c7c135f1-59ad-450e-b071-fa08415b0072" providerId="ADAL" clId="{E2C2CDDD-CAC9-4783-87D1-CAEB4364208D}" dt="2026-10-26T13:13:44.656" v="1479" actId="6549"/>
        <pc:sldMkLst>
          <pc:docMk/>
          <pc:sldMk cId="3682894225" sldId="301"/>
        </pc:sldMkLst>
      </pc:sldChg>
      <pc:sldChg chg="addSp delSp modSp mod ord modNotesTx">
        <pc:chgData name="Sergey Chernykh" userId="c7c135f1-59ad-450e-b071-fa08415b0072" providerId="ADAL" clId="{E2C2CDDD-CAC9-4783-87D1-CAEB4364208D}" dt="2026-10-26T13:13:30.569" v="1478" actId="6549"/>
        <pc:sldMkLst>
          <pc:docMk/>
          <pc:sldMk cId="1156037737" sldId="302"/>
        </pc:sldMkLst>
        <pc:spChg chg="add del mod">
          <ac:chgData name="Sergey Chernykh" userId="c7c135f1-59ad-450e-b071-fa08415b0072" providerId="ADAL" clId="{E2C2CDDD-CAC9-4783-87D1-CAEB4364208D}" dt="2026-10-26T04:10:05.695" v="802" actId="478"/>
          <ac:spMkLst>
            <pc:docMk/>
            <pc:sldMk cId="1156037737" sldId="302"/>
            <ac:spMk id="3" creationId="{C775476F-EF17-BCF1-79BF-44A768234F2C}"/>
          </ac:spMkLst>
        </pc:spChg>
        <pc:spChg chg="add mod">
          <ac:chgData name="Sergey Chernykh" userId="c7c135f1-59ad-450e-b071-fa08415b0072" providerId="ADAL" clId="{E2C2CDDD-CAC9-4783-87D1-CAEB4364208D}" dt="2026-10-26T04:10:06.324" v="803"/>
          <ac:spMkLst>
            <pc:docMk/>
            <pc:sldMk cId="1156037737" sldId="302"/>
            <ac:spMk id="4" creationId="{A9D2D86D-B3EB-CE96-0DA6-388514E18642}"/>
          </ac:spMkLst>
        </pc:spChg>
        <pc:spChg chg="del">
          <ac:chgData name="Sergey Chernykh" userId="c7c135f1-59ad-450e-b071-fa08415b0072" providerId="ADAL" clId="{E2C2CDDD-CAC9-4783-87D1-CAEB4364208D}" dt="2026-10-26T04:09:51.548" v="799" actId="478"/>
          <ac:spMkLst>
            <pc:docMk/>
            <pc:sldMk cId="1156037737" sldId="302"/>
            <ac:spMk id="5" creationId="{D5DCE19D-7A63-2DE9-6E3E-31BE39517A48}"/>
          </ac:spMkLst>
        </pc:spChg>
        <pc:spChg chg="del">
          <ac:chgData name="Sergey Chernykh" userId="c7c135f1-59ad-450e-b071-fa08415b0072" providerId="ADAL" clId="{E2C2CDDD-CAC9-4783-87D1-CAEB4364208D}" dt="2026-10-26T04:09:51.548" v="799" actId="478"/>
          <ac:spMkLst>
            <pc:docMk/>
            <pc:sldMk cId="1156037737" sldId="302"/>
            <ac:spMk id="8" creationId="{8BE4746F-70CD-DBA7-7F9C-F1659FA46E12}"/>
          </ac:spMkLst>
        </pc:spChg>
        <pc:spChg chg="del">
          <ac:chgData name="Sergey Chernykh" userId="c7c135f1-59ad-450e-b071-fa08415b0072" providerId="ADAL" clId="{E2C2CDDD-CAC9-4783-87D1-CAEB4364208D}" dt="2026-10-26T04:09:51.548" v="799" actId="478"/>
          <ac:spMkLst>
            <pc:docMk/>
            <pc:sldMk cId="1156037737" sldId="302"/>
            <ac:spMk id="9" creationId="{18049C1B-9574-4518-3E1C-2ECEE411CB74}"/>
          </ac:spMkLst>
        </pc:spChg>
        <pc:spChg chg="del">
          <ac:chgData name="Sergey Chernykh" userId="c7c135f1-59ad-450e-b071-fa08415b0072" providerId="ADAL" clId="{E2C2CDDD-CAC9-4783-87D1-CAEB4364208D}" dt="2026-10-26T04:09:51.548" v="799" actId="478"/>
          <ac:spMkLst>
            <pc:docMk/>
            <pc:sldMk cId="1156037737" sldId="302"/>
            <ac:spMk id="10" creationId="{CF41CC7D-85C8-6ECE-7016-11AB88E0F33F}"/>
          </ac:spMkLst>
        </pc:spChg>
        <pc:spChg chg="del">
          <ac:chgData name="Sergey Chernykh" userId="c7c135f1-59ad-450e-b071-fa08415b0072" providerId="ADAL" clId="{E2C2CDDD-CAC9-4783-87D1-CAEB4364208D}" dt="2026-10-26T04:09:51.548" v="799" actId="478"/>
          <ac:spMkLst>
            <pc:docMk/>
            <pc:sldMk cId="1156037737" sldId="302"/>
            <ac:spMk id="11" creationId="{5A9FED95-E099-69D3-E348-DA02558BB482}"/>
          </ac:spMkLst>
        </pc:spChg>
        <pc:spChg chg="del">
          <ac:chgData name="Sergey Chernykh" userId="c7c135f1-59ad-450e-b071-fa08415b0072" providerId="ADAL" clId="{E2C2CDDD-CAC9-4783-87D1-CAEB4364208D}" dt="2026-10-26T04:09:51.548" v="799" actId="478"/>
          <ac:spMkLst>
            <pc:docMk/>
            <pc:sldMk cId="1156037737" sldId="302"/>
            <ac:spMk id="12" creationId="{183D0D41-B43A-7F00-6142-47F37CEA2324}"/>
          </ac:spMkLst>
        </pc:spChg>
        <pc:spChg chg="del">
          <ac:chgData name="Sergey Chernykh" userId="c7c135f1-59ad-450e-b071-fa08415b0072" providerId="ADAL" clId="{E2C2CDDD-CAC9-4783-87D1-CAEB4364208D}" dt="2026-10-26T04:09:51.548" v="799" actId="478"/>
          <ac:spMkLst>
            <pc:docMk/>
            <pc:sldMk cId="1156037737" sldId="302"/>
            <ac:spMk id="13" creationId="{E067ED19-AD2C-3CA8-67D2-11D473EBB0EB}"/>
          </ac:spMkLst>
        </pc:spChg>
        <pc:spChg chg="add mod">
          <ac:chgData name="Sergey Chernykh" userId="c7c135f1-59ad-450e-b071-fa08415b0072" providerId="ADAL" clId="{E2C2CDDD-CAC9-4783-87D1-CAEB4364208D}" dt="2026-10-26T04:10:06.324" v="803"/>
          <ac:spMkLst>
            <pc:docMk/>
            <pc:sldMk cId="1156037737" sldId="302"/>
            <ac:spMk id="14" creationId="{42111788-F5CB-EA1D-F77F-0C5BA02F653C}"/>
          </ac:spMkLst>
        </pc:spChg>
        <pc:spChg chg="add mod">
          <ac:chgData name="Sergey Chernykh" userId="c7c135f1-59ad-450e-b071-fa08415b0072" providerId="ADAL" clId="{E2C2CDDD-CAC9-4783-87D1-CAEB4364208D}" dt="2026-10-26T04:10:06.324" v="803"/>
          <ac:spMkLst>
            <pc:docMk/>
            <pc:sldMk cId="1156037737" sldId="302"/>
            <ac:spMk id="15" creationId="{4168C871-F280-BD0E-4D71-BF84C7D458B0}"/>
          </ac:spMkLst>
        </pc:spChg>
        <pc:spChg chg="add mod">
          <ac:chgData name="Sergey Chernykh" userId="c7c135f1-59ad-450e-b071-fa08415b0072" providerId="ADAL" clId="{E2C2CDDD-CAC9-4783-87D1-CAEB4364208D}" dt="2026-10-26T04:10:06.324" v="803"/>
          <ac:spMkLst>
            <pc:docMk/>
            <pc:sldMk cId="1156037737" sldId="302"/>
            <ac:spMk id="16" creationId="{E67E699C-76FE-1433-469C-53D14308F524}"/>
          </ac:spMkLst>
        </pc:spChg>
        <pc:spChg chg="add mod">
          <ac:chgData name="Sergey Chernykh" userId="c7c135f1-59ad-450e-b071-fa08415b0072" providerId="ADAL" clId="{E2C2CDDD-CAC9-4783-87D1-CAEB4364208D}" dt="2026-10-26T04:10:06.324" v="803"/>
          <ac:spMkLst>
            <pc:docMk/>
            <pc:sldMk cId="1156037737" sldId="302"/>
            <ac:spMk id="17" creationId="{4D15A6F6-8290-18BD-6F26-20853D368A09}"/>
          </ac:spMkLst>
        </pc:spChg>
        <pc:spChg chg="add mod">
          <ac:chgData name="Sergey Chernykh" userId="c7c135f1-59ad-450e-b071-fa08415b0072" providerId="ADAL" clId="{E2C2CDDD-CAC9-4783-87D1-CAEB4364208D}" dt="2026-10-26T04:10:06.324" v="803"/>
          <ac:spMkLst>
            <pc:docMk/>
            <pc:sldMk cId="1156037737" sldId="302"/>
            <ac:spMk id="18" creationId="{80ADFF7B-5682-323A-13BD-62C757DF3876}"/>
          </ac:spMkLst>
        </pc:spChg>
        <pc:spChg chg="add mod">
          <ac:chgData name="Sergey Chernykh" userId="c7c135f1-59ad-450e-b071-fa08415b0072" providerId="ADAL" clId="{E2C2CDDD-CAC9-4783-87D1-CAEB4364208D}" dt="2026-10-26T04:10:06.324" v="803"/>
          <ac:spMkLst>
            <pc:docMk/>
            <pc:sldMk cId="1156037737" sldId="302"/>
            <ac:spMk id="19" creationId="{ED6812A5-4198-DFA7-063A-EBADFE78C8B0}"/>
          </ac:spMkLst>
        </pc:spChg>
        <pc:spChg chg="add mod">
          <ac:chgData name="Sergey Chernykh" userId="c7c135f1-59ad-450e-b071-fa08415b0072" providerId="ADAL" clId="{E2C2CDDD-CAC9-4783-87D1-CAEB4364208D}" dt="2026-10-26T04:10:06.324" v="803"/>
          <ac:spMkLst>
            <pc:docMk/>
            <pc:sldMk cId="1156037737" sldId="302"/>
            <ac:spMk id="20" creationId="{85BE7FF0-997B-5D19-672A-7621E5D3666B}"/>
          </ac:spMkLst>
        </pc:spChg>
      </pc:sldChg>
      <pc:sldChg chg="addSp delSp modSp mod modNotesTx">
        <pc:chgData name="Sergey Chernykh" userId="c7c135f1-59ad-450e-b071-fa08415b0072" providerId="ADAL" clId="{E2C2CDDD-CAC9-4783-87D1-CAEB4364208D}" dt="2026-10-26T13:14:13.004" v="1487" actId="6549"/>
        <pc:sldMkLst>
          <pc:docMk/>
          <pc:sldMk cId="1670777820" sldId="303"/>
        </pc:sldMkLst>
        <pc:spChg chg="mod">
          <ac:chgData name="Sergey Chernykh" userId="c7c135f1-59ad-450e-b071-fa08415b0072" providerId="ADAL" clId="{E2C2CDDD-CAC9-4783-87D1-CAEB4364208D}" dt="2026-10-26T13:05:18.150" v="1445" actId="20577"/>
          <ac:spMkLst>
            <pc:docMk/>
            <pc:sldMk cId="1670777820" sldId="303"/>
            <ac:spMk id="4" creationId="{C0FF2ED9-BC0A-B0A8-6583-5496A1529DFB}"/>
          </ac:spMkLst>
        </pc:spChg>
        <pc:spChg chg="mod">
          <ac:chgData name="Sergey Chernykh" userId="c7c135f1-59ad-450e-b071-fa08415b0072" providerId="ADAL" clId="{E2C2CDDD-CAC9-4783-87D1-CAEB4364208D}" dt="2026-10-26T13:05:35.572" v="1459" actId="20577"/>
          <ac:spMkLst>
            <pc:docMk/>
            <pc:sldMk cId="1670777820" sldId="303"/>
            <ac:spMk id="6" creationId="{A14BCAA9-2BB0-7C18-CFEE-E02A5A61733A}"/>
          </ac:spMkLst>
        </pc:spChg>
        <pc:spChg chg="del">
          <ac:chgData name="Sergey Chernykh" userId="c7c135f1-59ad-450e-b071-fa08415b0072" providerId="ADAL" clId="{E2C2CDDD-CAC9-4783-87D1-CAEB4364208D}" dt="2026-10-26T03:29:38.982" v="795" actId="478"/>
          <ac:spMkLst>
            <pc:docMk/>
            <pc:sldMk cId="1670777820" sldId="303"/>
            <ac:spMk id="7" creationId="{F20CC5A5-0869-6A63-3C92-AD306F94826E}"/>
          </ac:spMkLst>
        </pc:spChg>
        <pc:picChg chg="add mod">
          <ac:chgData name="Sergey Chernykh" userId="c7c135f1-59ad-450e-b071-fa08415b0072" providerId="ADAL" clId="{E2C2CDDD-CAC9-4783-87D1-CAEB4364208D}" dt="2026-10-26T13:04:24.793" v="1364" actId="1076"/>
          <ac:picMkLst>
            <pc:docMk/>
            <pc:sldMk cId="1670777820" sldId="303"/>
            <ac:picMk id="7" creationId="{3B90DC22-6897-3DF2-34D9-8010EBBE8555}"/>
          </ac:picMkLst>
        </pc:picChg>
      </pc:sldChg>
      <pc:sldChg chg="delSp del mod modShow">
        <pc:chgData name="Sergey Chernykh" userId="c7c135f1-59ad-450e-b071-fa08415b0072" providerId="ADAL" clId="{E2C2CDDD-CAC9-4783-87D1-CAEB4364208D}" dt="2026-10-26T13:03:52.379" v="1355" actId="47"/>
        <pc:sldMkLst>
          <pc:docMk/>
          <pc:sldMk cId="838937433" sldId="304"/>
        </pc:sldMkLst>
        <pc:spChg chg="del">
          <ac:chgData name="Sergey Chernykh" userId="c7c135f1-59ad-450e-b071-fa08415b0072" providerId="ADAL" clId="{E2C2CDDD-CAC9-4783-87D1-CAEB4364208D}" dt="2026-10-25T23:48:21.121" v="21" actId="478"/>
          <ac:spMkLst>
            <pc:docMk/>
            <pc:sldMk cId="838937433" sldId="304"/>
            <ac:spMk id="25" creationId="{880E4C0A-58AD-2C44-EBB7-B8AD3732B4F4}"/>
          </ac:spMkLst>
        </pc:spChg>
      </pc:sldChg>
      <pc:sldChg chg="del mod modShow">
        <pc:chgData name="Sergey Chernykh" userId="c7c135f1-59ad-450e-b071-fa08415b0072" providerId="ADAL" clId="{E2C2CDDD-CAC9-4783-87D1-CAEB4364208D}" dt="2026-10-26T13:03:54.742" v="1356" actId="47"/>
        <pc:sldMkLst>
          <pc:docMk/>
          <pc:sldMk cId="4067118353" sldId="305"/>
        </pc:sldMkLst>
      </pc:sldChg>
      <pc:sldChg chg="addSp delSp modSp del mod">
        <pc:chgData name="Sergey Chernykh" userId="c7c135f1-59ad-450e-b071-fa08415b0072" providerId="ADAL" clId="{E2C2CDDD-CAC9-4783-87D1-CAEB4364208D}" dt="2026-10-26T12:12:26.423" v="959" actId="47"/>
        <pc:sldMkLst>
          <pc:docMk/>
          <pc:sldMk cId="3550309643" sldId="306"/>
        </pc:sldMkLst>
        <pc:spChg chg="add del mod">
          <ac:chgData name="Sergey Chernykh" userId="c7c135f1-59ad-450e-b071-fa08415b0072" providerId="ADAL" clId="{E2C2CDDD-CAC9-4783-87D1-CAEB4364208D}" dt="2026-10-26T00:37:09.748" v="309" actId="478"/>
          <ac:spMkLst>
            <pc:docMk/>
            <pc:sldMk cId="3550309643" sldId="306"/>
            <ac:spMk id="3" creationId="{5CBF5C5D-798A-EB52-DE56-D4C4C7A71B62}"/>
          </ac:spMkLst>
        </pc:spChg>
        <pc:spChg chg="add del">
          <ac:chgData name="Sergey Chernykh" userId="c7c135f1-59ad-450e-b071-fa08415b0072" providerId="ADAL" clId="{E2C2CDDD-CAC9-4783-87D1-CAEB4364208D}" dt="2026-10-26T12:10:33.986" v="947" actId="478"/>
          <ac:spMkLst>
            <pc:docMk/>
            <pc:sldMk cId="3550309643" sldId="306"/>
            <ac:spMk id="3" creationId="{D07C6C74-71CA-EF42-2285-D019BF2546F7}"/>
          </ac:spMkLst>
        </pc:spChg>
        <pc:spChg chg="add del mod">
          <ac:chgData name="Sergey Chernykh" userId="c7c135f1-59ad-450e-b071-fa08415b0072" providerId="ADAL" clId="{E2C2CDDD-CAC9-4783-87D1-CAEB4364208D}" dt="2026-10-26T12:10:15.604" v="943" actId="478"/>
          <ac:spMkLst>
            <pc:docMk/>
            <pc:sldMk cId="3550309643" sldId="306"/>
            <ac:spMk id="4" creationId="{4F8BF423-BFC8-0566-59CC-8D3FCE6F0523}"/>
          </ac:spMkLst>
        </pc:spChg>
        <pc:spChg chg="del">
          <ac:chgData name="Sergey Chernykh" userId="c7c135f1-59ad-450e-b071-fa08415b0072" providerId="ADAL" clId="{E2C2CDDD-CAC9-4783-87D1-CAEB4364208D}" dt="2026-10-26T00:37:05.275" v="308" actId="478"/>
          <ac:spMkLst>
            <pc:docMk/>
            <pc:sldMk cId="3550309643" sldId="306"/>
            <ac:spMk id="5" creationId="{21FD4221-89D0-D188-01CC-62DED701B3DE}"/>
          </ac:spMkLst>
        </pc:spChg>
        <pc:spChg chg="add mod">
          <ac:chgData name="Sergey Chernykh" userId="c7c135f1-59ad-450e-b071-fa08415b0072" providerId="ADAL" clId="{E2C2CDDD-CAC9-4783-87D1-CAEB4364208D}" dt="2026-10-26T12:10:19.449" v="945"/>
          <ac:spMkLst>
            <pc:docMk/>
            <pc:sldMk cId="3550309643" sldId="306"/>
            <ac:spMk id="5" creationId="{349BCB0B-985A-A9D0-12E6-174D122843C0}"/>
          </ac:spMkLst>
        </pc:spChg>
        <pc:spChg chg="del">
          <ac:chgData name="Sergey Chernykh" userId="c7c135f1-59ad-450e-b071-fa08415b0072" providerId="ADAL" clId="{E2C2CDDD-CAC9-4783-87D1-CAEB4364208D}" dt="2026-10-26T00:37:05.275" v="308" actId="478"/>
          <ac:spMkLst>
            <pc:docMk/>
            <pc:sldMk cId="3550309643" sldId="306"/>
            <ac:spMk id="8" creationId="{1AD8B51B-8FFA-A377-7E10-573895061434}"/>
          </ac:spMkLst>
        </pc:spChg>
        <pc:spChg chg="add mod">
          <ac:chgData name="Sergey Chernykh" userId="c7c135f1-59ad-450e-b071-fa08415b0072" providerId="ADAL" clId="{E2C2CDDD-CAC9-4783-87D1-CAEB4364208D}" dt="2026-10-26T12:10:19.449" v="945"/>
          <ac:spMkLst>
            <pc:docMk/>
            <pc:sldMk cId="3550309643" sldId="306"/>
            <ac:spMk id="8" creationId="{BC75A489-8260-6AD0-B206-E3776523166B}"/>
          </ac:spMkLst>
        </pc:spChg>
        <pc:spChg chg="del">
          <ac:chgData name="Sergey Chernykh" userId="c7c135f1-59ad-450e-b071-fa08415b0072" providerId="ADAL" clId="{E2C2CDDD-CAC9-4783-87D1-CAEB4364208D}" dt="2026-10-26T00:37:05.275" v="308" actId="478"/>
          <ac:spMkLst>
            <pc:docMk/>
            <pc:sldMk cId="3550309643" sldId="306"/>
            <ac:spMk id="9" creationId="{8D936EF1-BAE4-5D0F-D12C-F7137005E5C3}"/>
          </ac:spMkLst>
        </pc:spChg>
        <pc:spChg chg="del">
          <ac:chgData name="Sergey Chernykh" userId="c7c135f1-59ad-450e-b071-fa08415b0072" providerId="ADAL" clId="{E2C2CDDD-CAC9-4783-87D1-CAEB4364208D}" dt="2026-10-26T00:37:05.275" v="308" actId="478"/>
          <ac:spMkLst>
            <pc:docMk/>
            <pc:sldMk cId="3550309643" sldId="306"/>
            <ac:spMk id="10" creationId="{E9DA6728-EB00-53D9-A849-A50452B390E5}"/>
          </ac:spMkLst>
        </pc:spChg>
        <pc:spChg chg="del">
          <ac:chgData name="Sergey Chernykh" userId="c7c135f1-59ad-450e-b071-fa08415b0072" providerId="ADAL" clId="{E2C2CDDD-CAC9-4783-87D1-CAEB4364208D}" dt="2026-10-26T00:37:05.275" v="308" actId="478"/>
          <ac:spMkLst>
            <pc:docMk/>
            <pc:sldMk cId="3550309643" sldId="306"/>
            <ac:spMk id="11" creationId="{40B8C7B8-7483-9771-80B9-9A83E2C81C57}"/>
          </ac:spMkLst>
        </pc:spChg>
        <pc:spChg chg="del">
          <ac:chgData name="Sergey Chernykh" userId="c7c135f1-59ad-450e-b071-fa08415b0072" providerId="ADAL" clId="{E2C2CDDD-CAC9-4783-87D1-CAEB4364208D}" dt="2026-10-26T00:37:05.275" v="308" actId="478"/>
          <ac:spMkLst>
            <pc:docMk/>
            <pc:sldMk cId="3550309643" sldId="306"/>
            <ac:spMk id="12" creationId="{8690D200-B977-A7D8-EE95-2A02B4AF02BA}"/>
          </ac:spMkLst>
        </pc:spChg>
        <pc:spChg chg="add mod">
          <ac:chgData name="Sergey Chernykh" userId="c7c135f1-59ad-450e-b071-fa08415b0072" providerId="ADAL" clId="{E2C2CDDD-CAC9-4783-87D1-CAEB4364208D}" dt="2026-10-26T12:10:19.449" v="945"/>
          <ac:spMkLst>
            <pc:docMk/>
            <pc:sldMk cId="3550309643" sldId="306"/>
            <ac:spMk id="12" creationId="{C3BBC44E-B004-7233-0E49-6635D807FC85}"/>
          </ac:spMkLst>
        </pc:spChg>
        <pc:spChg chg="del">
          <ac:chgData name="Sergey Chernykh" userId="c7c135f1-59ad-450e-b071-fa08415b0072" providerId="ADAL" clId="{E2C2CDDD-CAC9-4783-87D1-CAEB4364208D}" dt="2026-10-26T00:37:05.275" v="308" actId="478"/>
          <ac:spMkLst>
            <pc:docMk/>
            <pc:sldMk cId="3550309643" sldId="306"/>
            <ac:spMk id="13" creationId="{E1F82091-EF9E-72BE-5363-835C8E51C81D}"/>
          </ac:spMkLst>
        </pc:spChg>
        <pc:spChg chg="add del mod">
          <ac:chgData name="Sergey Chernykh" userId="c7c135f1-59ad-450e-b071-fa08415b0072" providerId="ADAL" clId="{E2C2CDDD-CAC9-4783-87D1-CAEB4364208D}" dt="2026-10-26T12:10:15.604" v="943" actId="478"/>
          <ac:spMkLst>
            <pc:docMk/>
            <pc:sldMk cId="3550309643" sldId="306"/>
            <ac:spMk id="14" creationId="{A06B4A92-BB7A-2F54-58DC-57FCD3D86F81}"/>
          </ac:spMkLst>
        </pc:spChg>
        <pc:spChg chg="add del mod">
          <ac:chgData name="Sergey Chernykh" userId="c7c135f1-59ad-450e-b071-fa08415b0072" providerId="ADAL" clId="{E2C2CDDD-CAC9-4783-87D1-CAEB4364208D}" dt="2026-10-26T12:10:15.604" v="943" actId="478"/>
          <ac:spMkLst>
            <pc:docMk/>
            <pc:sldMk cId="3550309643" sldId="306"/>
            <ac:spMk id="15" creationId="{650BB764-A2EF-9445-F04B-AE686BEB6483}"/>
          </ac:spMkLst>
        </pc:spChg>
        <pc:spChg chg="add del mod">
          <ac:chgData name="Sergey Chernykh" userId="c7c135f1-59ad-450e-b071-fa08415b0072" providerId="ADAL" clId="{E2C2CDDD-CAC9-4783-87D1-CAEB4364208D}" dt="2026-10-26T12:10:15.604" v="943" actId="478"/>
          <ac:spMkLst>
            <pc:docMk/>
            <pc:sldMk cId="3550309643" sldId="306"/>
            <ac:spMk id="16" creationId="{E57C1BC9-791F-078C-E372-6E8782CD0875}"/>
          </ac:spMkLst>
        </pc:spChg>
        <pc:spChg chg="add del mod">
          <ac:chgData name="Sergey Chernykh" userId="c7c135f1-59ad-450e-b071-fa08415b0072" providerId="ADAL" clId="{E2C2CDDD-CAC9-4783-87D1-CAEB4364208D}" dt="2026-10-26T12:10:15.604" v="943" actId="478"/>
          <ac:spMkLst>
            <pc:docMk/>
            <pc:sldMk cId="3550309643" sldId="306"/>
            <ac:spMk id="17" creationId="{9907D54F-F8A0-4108-2E90-880CF42929D7}"/>
          </ac:spMkLst>
        </pc:spChg>
        <pc:spChg chg="add del mod">
          <ac:chgData name="Sergey Chernykh" userId="c7c135f1-59ad-450e-b071-fa08415b0072" providerId="ADAL" clId="{E2C2CDDD-CAC9-4783-87D1-CAEB4364208D}" dt="2026-10-26T12:10:15.604" v="943" actId="478"/>
          <ac:spMkLst>
            <pc:docMk/>
            <pc:sldMk cId="3550309643" sldId="306"/>
            <ac:spMk id="18" creationId="{60DF5770-AC59-BF35-3141-8BD89E4865CD}"/>
          </ac:spMkLst>
        </pc:spChg>
        <pc:spChg chg="add del mod">
          <ac:chgData name="Sergey Chernykh" userId="c7c135f1-59ad-450e-b071-fa08415b0072" providerId="ADAL" clId="{E2C2CDDD-CAC9-4783-87D1-CAEB4364208D}" dt="2026-10-26T12:10:15.604" v="943" actId="478"/>
          <ac:spMkLst>
            <pc:docMk/>
            <pc:sldMk cId="3550309643" sldId="306"/>
            <ac:spMk id="19" creationId="{896BAB60-A476-A472-A177-41398CF03E93}"/>
          </ac:spMkLst>
        </pc:spChg>
        <pc:spChg chg="add del mod">
          <ac:chgData name="Sergey Chernykh" userId="c7c135f1-59ad-450e-b071-fa08415b0072" providerId="ADAL" clId="{E2C2CDDD-CAC9-4783-87D1-CAEB4364208D}" dt="2026-10-26T12:10:15.604" v="943" actId="478"/>
          <ac:spMkLst>
            <pc:docMk/>
            <pc:sldMk cId="3550309643" sldId="306"/>
            <ac:spMk id="20" creationId="{31D241C9-025E-64A5-AF98-503E2C30D686}"/>
          </ac:spMkLst>
        </pc:spChg>
        <pc:spChg chg="add del mod">
          <ac:chgData name="Sergey Chernykh" userId="c7c135f1-59ad-450e-b071-fa08415b0072" providerId="ADAL" clId="{E2C2CDDD-CAC9-4783-87D1-CAEB4364208D}" dt="2026-10-26T12:10:15.604" v="943" actId="478"/>
          <ac:spMkLst>
            <pc:docMk/>
            <pc:sldMk cId="3550309643" sldId="306"/>
            <ac:spMk id="21" creationId="{4CF4D59C-1C79-51AB-AF11-27BB50A74C89}"/>
          </ac:spMkLst>
        </pc:spChg>
        <pc:spChg chg="add del mod">
          <ac:chgData name="Sergey Chernykh" userId="c7c135f1-59ad-450e-b071-fa08415b0072" providerId="ADAL" clId="{E2C2CDDD-CAC9-4783-87D1-CAEB4364208D}" dt="2026-10-26T12:10:15.604" v="943" actId="478"/>
          <ac:spMkLst>
            <pc:docMk/>
            <pc:sldMk cId="3550309643" sldId="306"/>
            <ac:spMk id="22" creationId="{A0B74EF6-DB02-EA6E-5B13-35C89C11DB96}"/>
          </ac:spMkLst>
        </pc:spChg>
        <pc:spChg chg="add mod">
          <ac:chgData name="Sergey Chernykh" userId="c7c135f1-59ad-450e-b071-fa08415b0072" providerId="ADAL" clId="{E2C2CDDD-CAC9-4783-87D1-CAEB4364208D}" dt="2026-10-26T12:10:19.449" v="945"/>
          <ac:spMkLst>
            <pc:docMk/>
            <pc:sldMk cId="3550309643" sldId="306"/>
            <ac:spMk id="24" creationId="{C840C8D5-02CE-3A95-9AAD-261786108145}"/>
          </ac:spMkLst>
        </pc:spChg>
        <pc:spChg chg="add mod">
          <ac:chgData name="Sergey Chernykh" userId="c7c135f1-59ad-450e-b071-fa08415b0072" providerId="ADAL" clId="{E2C2CDDD-CAC9-4783-87D1-CAEB4364208D}" dt="2026-10-26T12:10:19.449" v="945"/>
          <ac:spMkLst>
            <pc:docMk/>
            <pc:sldMk cId="3550309643" sldId="306"/>
            <ac:spMk id="28" creationId="{F14BA2A8-3880-D4BF-C128-DDA676C59E11}"/>
          </ac:spMkLst>
        </pc:spChg>
        <pc:spChg chg="add mod">
          <ac:chgData name="Sergey Chernykh" userId="c7c135f1-59ad-450e-b071-fa08415b0072" providerId="ADAL" clId="{E2C2CDDD-CAC9-4783-87D1-CAEB4364208D}" dt="2026-10-26T12:10:19.449" v="945"/>
          <ac:spMkLst>
            <pc:docMk/>
            <pc:sldMk cId="3550309643" sldId="306"/>
            <ac:spMk id="29" creationId="{2D55AAD8-D5C1-53FD-9303-8131ECBC5EFC}"/>
          </ac:spMkLst>
        </pc:spChg>
        <pc:spChg chg="add mod">
          <ac:chgData name="Sergey Chernykh" userId="c7c135f1-59ad-450e-b071-fa08415b0072" providerId="ADAL" clId="{E2C2CDDD-CAC9-4783-87D1-CAEB4364208D}" dt="2026-10-26T12:10:19.449" v="945"/>
          <ac:spMkLst>
            <pc:docMk/>
            <pc:sldMk cId="3550309643" sldId="306"/>
            <ac:spMk id="30" creationId="{8331BE16-1215-DD74-59C1-F922BE047090}"/>
          </ac:spMkLst>
        </pc:spChg>
        <pc:spChg chg="add mod">
          <ac:chgData name="Sergey Chernykh" userId="c7c135f1-59ad-450e-b071-fa08415b0072" providerId="ADAL" clId="{E2C2CDDD-CAC9-4783-87D1-CAEB4364208D}" dt="2026-10-26T12:10:19.449" v="945"/>
          <ac:spMkLst>
            <pc:docMk/>
            <pc:sldMk cId="3550309643" sldId="306"/>
            <ac:spMk id="31" creationId="{72A17F9E-EA35-473F-9534-C9990AEDDFE6}"/>
          </ac:spMkLst>
        </pc:spChg>
        <pc:spChg chg="mod">
          <ac:chgData name="Sergey Chernykh" userId="c7c135f1-59ad-450e-b071-fa08415b0072" providerId="ADAL" clId="{E2C2CDDD-CAC9-4783-87D1-CAEB4364208D}" dt="2026-10-26T12:11:06.502" v="949" actId="207"/>
          <ac:spMkLst>
            <pc:docMk/>
            <pc:sldMk cId="3550309643" sldId="306"/>
            <ac:spMk id="33" creationId="{90A27C3F-07F0-761F-D202-F8D1DC7D7D4C}"/>
          </ac:spMkLst>
        </pc:spChg>
        <pc:spChg chg="add mod">
          <ac:chgData name="Sergey Chernykh" userId="c7c135f1-59ad-450e-b071-fa08415b0072" providerId="ADAL" clId="{E2C2CDDD-CAC9-4783-87D1-CAEB4364208D}" dt="2026-10-26T12:10:19.449" v="945"/>
          <ac:spMkLst>
            <pc:docMk/>
            <pc:sldMk cId="3550309643" sldId="306"/>
            <ac:spMk id="36" creationId="{3C4BC8CD-6CD7-D059-A946-74BD08BE0DA8}"/>
          </ac:spMkLst>
        </pc:spChg>
        <pc:spChg chg="add mod">
          <ac:chgData name="Sergey Chernykh" userId="c7c135f1-59ad-450e-b071-fa08415b0072" providerId="ADAL" clId="{E2C2CDDD-CAC9-4783-87D1-CAEB4364208D}" dt="2026-10-26T12:10:19.449" v="945"/>
          <ac:spMkLst>
            <pc:docMk/>
            <pc:sldMk cId="3550309643" sldId="306"/>
            <ac:spMk id="37" creationId="{A8CA8570-F0FA-53DA-1598-C364737F2743}"/>
          </ac:spMkLst>
        </pc:spChg>
      </pc:sldChg>
      <pc:sldChg chg="addSp delSp modSp mod modNotesTx">
        <pc:chgData name="Sergey Chernykh" userId="c7c135f1-59ad-450e-b071-fa08415b0072" providerId="ADAL" clId="{E2C2CDDD-CAC9-4783-87D1-CAEB4364208D}" dt="2026-10-26T13:14:25.018" v="1491" actId="6549"/>
        <pc:sldMkLst>
          <pc:docMk/>
          <pc:sldMk cId="313492760" sldId="307"/>
        </pc:sldMkLst>
        <pc:spChg chg="add del mod">
          <ac:chgData name="Sergey Chernykh" userId="c7c135f1-59ad-450e-b071-fa08415b0072" providerId="ADAL" clId="{E2C2CDDD-CAC9-4783-87D1-CAEB4364208D}" dt="2026-10-26T00:14:08.661" v="305" actId="478"/>
          <ac:spMkLst>
            <pc:docMk/>
            <pc:sldMk cId="313492760" sldId="307"/>
            <ac:spMk id="3" creationId="{0833674C-7899-A1DC-B378-EDA8C0837DE7}"/>
          </ac:spMkLst>
        </pc:spChg>
        <pc:spChg chg="del mod">
          <ac:chgData name="Sergey Chernykh" userId="c7c135f1-59ad-450e-b071-fa08415b0072" providerId="ADAL" clId="{E2C2CDDD-CAC9-4783-87D1-CAEB4364208D}" dt="2026-10-26T00:14:08.661" v="305" actId="478"/>
          <ac:spMkLst>
            <pc:docMk/>
            <pc:sldMk cId="313492760" sldId="307"/>
            <ac:spMk id="5" creationId="{5754B6A4-83F5-AEBB-C39C-9DF117F5CEDD}"/>
          </ac:spMkLst>
        </pc:spChg>
        <pc:spChg chg="del mod">
          <ac:chgData name="Sergey Chernykh" userId="c7c135f1-59ad-450e-b071-fa08415b0072" providerId="ADAL" clId="{E2C2CDDD-CAC9-4783-87D1-CAEB4364208D}" dt="2026-10-26T00:14:08.661" v="305" actId="478"/>
          <ac:spMkLst>
            <pc:docMk/>
            <pc:sldMk cId="313492760" sldId="307"/>
            <ac:spMk id="8" creationId="{66E0AE32-8186-59BD-61F3-C3177996EC40}"/>
          </ac:spMkLst>
        </pc:spChg>
        <pc:spChg chg="del mod">
          <ac:chgData name="Sergey Chernykh" userId="c7c135f1-59ad-450e-b071-fa08415b0072" providerId="ADAL" clId="{E2C2CDDD-CAC9-4783-87D1-CAEB4364208D}" dt="2026-10-26T00:14:08.661" v="305" actId="478"/>
          <ac:spMkLst>
            <pc:docMk/>
            <pc:sldMk cId="313492760" sldId="307"/>
            <ac:spMk id="9" creationId="{26C4ADBA-9A44-E04D-5509-DDB32661056F}"/>
          </ac:spMkLst>
        </pc:spChg>
        <pc:spChg chg="del mod">
          <ac:chgData name="Sergey Chernykh" userId="c7c135f1-59ad-450e-b071-fa08415b0072" providerId="ADAL" clId="{E2C2CDDD-CAC9-4783-87D1-CAEB4364208D}" dt="2026-10-26T00:14:08.661" v="305" actId="478"/>
          <ac:spMkLst>
            <pc:docMk/>
            <pc:sldMk cId="313492760" sldId="307"/>
            <ac:spMk id="10" creationId="{757E04B9-E598-36E5-39F1-1973229B68FA}"/>
          </ac:spMkLst>
        </pc:spChg>
        <pc:spChg chg="mod">
          <ac:chgData name="Sergey Chernykh" userId="c7c135f1-59ad-450e-b071-fa08415b0072" providerId="ADAL" clId="{E2C2CDDD-CAC9-4783-87D1-CAEB4364208D}" dt="2026-10-26T00:09:32.376" v="253" actId="1035"/>
          <ac:spMkLst>
            <pc:docMk/>
            <pc:sldMk cId="313492760" sldId="307"/>
            <ac:spMk id="11" creationId="{546A6B29-17A6-E39C-D59D-D3B16AD592EA}"/>
          </ac:spMkLst>
        </pc:spChg>
        <pc:spChg chg="del mod">
          <ac:chgData name="Sergey Chernykh" userId="c7c135f1-59ad-450e-b071-fa08415b0072" providerId="ADAL" clId="{E2C2CDDD-CAC9-4783-87D1-CAEB4364208D}" dt="2026-10-26T00:14:08.661" v="305" actId="478"/>
          <ac:spMkLst>
            <pc:docMk/>
            <pc:sldMk cId="313492760" sldId="307"/>
            <ac:spMk id="12" creationId="{376F319A-09A4-7BCD-2FE2-6D30570FA195}"/>
          </ac:spMkLst>
        </pc:spChg>
        <pc:spChg chg="mod">
          <ac:chgData name="Sergey Chernykh" userId="c7c135f1-59ad-450e-b071-fa08415b0072" providerId="ADAL" clId="{E2C2CDDD-CAC9-4783-87D1-CAEB4364208D}" dt="2026-10-26T00:09:32.376" v="253" actId="1035"/>
          <ac:spMkLst>
            <pc:docMk/>
            <pc:sldMk cId="313492760" sldId="307"/>
            <ac:spMk id="13" creationId="{E863441A-3A76-41F4-2C02-E4CCD62FF82D}"/>
          </ac:spMkLst>
        </pc:spChg>
        <pc:spChg chg="add mod">
          <ac:chgData name="Sergey Chernykh" userId="c7c135f1-59ad-450e-b071-fa08415b0072" providerId="ADAL" clId="{E2C2CDDD-CAC9-4783-87D1-CAEB4364208D}" dt="2026-10-26T00:09:49.713" v="289" actId="1035"/>
          <ac:spMkLst>
            <pc:docMk/>
            <pc:sldMk cId="313492760" sldId="307"/>
            <ac:spMk id="14" creationId="{B9E7654A-2E30-6932-A592-3A0FB8DBAC0A}"/>
          </ac:spMkLst>
        </pc:spChg>
        <pc:spChg chg="add del mod">
          <ac:chgData name="Sergey Chernykh" userId="c7c135f1-59ad-450e-b071-fa08415b0072" providerId="ADAL" clId="{E2C2CDDD-CAC9-4783-87D1-CAEB4364208D}" dt="2026-10-26T00:14:08.661" v="305" actId="478"/>
          <ac:spMkLst>
            <pc:docMk/>
            <pc:sldMk cId="313492760" sldId="307"/>
            <ac:spMk id="16" creationId="{97DDDA57-634F-A1B4-1D54-B2F6FBE8E79D}"/>
          </ac:spMkLst>
        </pc:spChg>
        <pc:spChg chg="add del">
          <ac:chgData name="Sergey Chernykh" userId="c7c135f1-59ad-450e-b071-fa08415b0072" providerId="ADAL" clId="{E2C2CDDD-CAC9-4783-87D1-CAEB4364208D}" dt="2026-10-26T00:08:04.152" v="29" actId="22"/>
          <ac:spMkLst>
            <pc:docMk/>
            <pc:sldMk cId="313492760" sldId="307"/>
            <ac:spMk id="18" creationId="{4BE66162-6D68-36AE-8A24-B1632195C36F}"/>
          </ac:spMkLst>
        </pc:spChg>
        <pc:spChg chg="add del">
          <ac:chgData name="Sergey Chernykh" userId="c7c135f1-59ad-450e-b071-fa08415b0072" providerId="ADAL" clId="{E2C2CDDD-CAC9-4783-87D1-CAEB4364208D}" dt="2026-10-26T00:08:04.152" v="29" actId="22"/>
          <ac:spMkLst>
            <pc:docMk/>
            <pc:sldMk cId="313492760" sldId="307"/>
            <ac:spMk id="20" creationId="{9815A047-0867-53E8-CAD5-E52C2ECDD777}"/>
          </ac:spMkLst>
        </pc:spChg>
        <pc:spChg chg="add del">
          <ac:chgData name="Sergey Chernykh" userId="c7c135f1-59ad-450e-b071-fa08415b0072" providerId="ADAL" clId="{E2C2CDDD-CAC9-4783-87D1-CAEB4364208D}" dt="2026-10-26T00:08:04.152" v="29" actId="22"/>
          <ac:spMkLst>
            <pc:docMk/>
            <pc:sldMk cId="313492760" sldId="307"/>
            <ac:spMk id="22" creationId="{B1E327FE-C28F-AB3B-890F-A2E26BF46177}"/>
          </ac:spMkLst>
        </pc:spChg>
        <pc:spChg chg="add del mod">
          <ac:chgData name="Sergey Chernykh" userId="c7c135f1-59ad-450e-b071-fa08415b0072" providerId="ADAL" clId="{E2C2CDDD-CAC9-4783-87D1-CAEB4364208D}" dt="2026-10-26T00:08:35.289" v="176" actId="22"/>
          <ac:spMkLst>
            <pc:docMk/>
            <pc:sldMk cId="313492760" sldId="307"/>
            <ac:spMk id="24" creationId="{65C6253C-8D30-4609-8E95-80CD9B380957}"/>
          </ac:spMkLst>
        </pc:spChg>
        <pc:spChg chg="add del mod">
          <ac:chgData name="Sergey Chernykh" userId="c7c135f1-59ad-450e-b071-fa08415b0072" providerId="ADAL" clId="{E2C2CDDD-CAC9-4783-87D1-CAEB4364208D}" dt="2026-10-26T00:08:35.289" v="176" actId="22"/>
          <ac:spMkLst>
            <pc:docMk/>
            <pc:sldMk cId="313492760" sldId="307"/>
            <ac:spMk id="26" creationId="{BEBA8FE9-8996-E196-4E1C-83A0AFFF6F2C}"/>
          </ac:spMkLst>
        </pc:spChg>
        <pc:spChg chg="add del mod">
          <ac:chgData name="Sergey Chernykh" userId="c7c135f1-59ad-450e-b071-fa08415b0072" providerId="ADAL" clId="{E2C2CDDD-CAC9-4783-87D1-CAEB4364208D}" dt="2026-10-26T00:08:35.289" v="176" actId="22"/>
          <ac:spMkLst>
            <pc:docMk/>
            <pc:sldMk cId="313492760" sldId="307"/>
            <ac:spMk id="28" creationId="{26949AAB-EE2E-6E78-60AF-952BB591E0B4}"/>
          </ac:spMkLst>
        </pc:spChg>
        <pc:spChg chg="add del mod">
          <ac:chgData name="Sergey Chernykh" userId="c7c135f1-59ad-450e-b071-fa08415b0072" providerId="ADAL" clId="{E2C2CDDD-CAC9-4783-87D1-CAEB4364208D}" dt="2026-10-26T00:14:08.661" v="305" actId="478"/>
          <ac:spMkLst>
            <pc:docMk/>
            <pc:sldMk cId="313492760" sldId="307"/>
            <ac:spMk id="30" creationId="{273F11BC-D308-3097-0830-6C45CD721DF4}"/>
          </ac:spMkLst>
        </pc:spChg>
        <pc:spChg chg="add mod">
          <ac:chgData name="Sergey Chernykh" userId="c7c135f1-59ad-450e-b071-fa08415b0072" providerId="ADAL" clId="{E2C2CDDD-CAC9-4783-87D1-CAEB4364208D}" dt="2026-10-26T00:10:09.547" v="304" actId="1036"/>
          <ac:spMkLst>
            <pc:docMk/>
            <pc:sldMk cId="313492760" sldId="307"/>
            <ac:spMk id="32" creationId="{85DEF8C7-A783-7922-55DB-9963456E3512}"/>
          </ac:spMkLst>
        </pc:spChg>
        <pc:spChg chg="add del mod">
          <ac:chgData name="Sergey Chernykh" userId="c7c135f1-59ad-450e-b071-fa08415b0072" providerId="ADAL" clId="{E2C2CDDD-CAC9-4783-87D1-CAEB4364208D}" dt="2026-10-26T00:14:08.661" v="305" actId="478"/>
          <ac:spMkLst>
            <pc:docMk/>
            <pc:sldMk cId="313492760" sldId="307"/>
            <ac:spMk id="34" creationId="{861D1BEB-6EE8-EA72-0C89-51206A62CB60}"/>
          </ac:spMkLst>
        </pc:spChg>
        <pc:spChg chg="add del mod">
          <ac:chgData name="Sergey Chernykh" userId="c7c135f1-59ad-450e-b071-fa08415b0072" providerId="ADAL" clId="{E2C2CDDD-CAC9-4783-87D1-CAEB4364208D}" dt="2026-10-26T00:14:18.087" v="307" actId="478"/>
          <ac:spMkLst>
            <pc:docMk/>
            <pc:sldMk cId="313492760" sldId="307"/>
            <ac:spMk id="36" creationId="{8FADC9C6-5248-F1AA-46A0-06B57FBC893E}"/>
          </ac:spMkLst>
        </pc:spChg>
        <pc:spChg chg="add mod">
          <ac:chgData name="Sergey Chernykh" userId="c7c135f1-59ad-450e-b071-fa08415b0072" providerId="ADAL" clId="{E2C2CDDD-CAC9-4783-87D1-CAEB4364208D}" dt="2026-10-26T00:14:14.169" v="306"/>
          <ac:spMkLst>
            <pc:docMk/>
            <pc:sldMk cId="313492760" sldId="307"/>
            <ac:spMk id="37" creationId="{41C79F93-194D-3B5B-4570-5784E9B9E9E3}"/>
          </ac:spMkLst>
        </pc:spChg>
        <pc:spChg chg="add mod">
          <ac:chgData name="Sergey Chernykh" userId="c7c135f1-59ad-450e-b071-fa08415b0072" providerId="ADAL" clId="{E2C2CDDD-CAC9-4783-87D1-CAEB4364208D}" dt="2026-10-26T00:14:14.169" v="306"/>
          <ac:spMkLst>
            <pc:docMk/>
            <pc:sldMk cId="313492760" sldId="307"/>
            <ac:spMk id="38" creationId="{EED70542-5148-4A01-4DDB-55ECC3A758B0}"/>
          </ac:spMkLst>
        </pc:spChg>
        <pc:spChg chg="add mod">
          <ac:chgData name="Sergey Chernykh" userId="c7c135f1-59ad-450e-b071-fa08415b0072" providerId="ADAL" clId="{E2C2CDDD-CAC9-4783-87D1-CAEB4364208D}" dt="2026-10-26T00:14:14.169" v="306"/>
          <ac:spMkLst>
            <pc:docMk/>
            <pc:sldMk cId="313492760" sldId="307"/>
            <ac:spMk id="39" creationId="{7268D568-A241-282A-A7A2-A858E5A7A91C}"/>
          </ac:spMkLst>
        </pc:spChg>
        <pc:spChg chg="add mod">
          <ac:chgData name="Sergey Chernykh" userId="c7c135f1-59ad-450e-b071-fa08415b0072" providerId="ADAL" clId="{E2C2CDDD-CAC9-4783-87D1-CAEB4364208D}" dt="2026-10-26T00:14:14.169" v="306"/>
          <ac:spMkLst>
            <pc:docMk/>
            <pc:sldMk cId="313492760" sldId="307"/>
            <ac:spMk id="40" creationId="{1E080DA9-2D93-F67C-9DCC-8B04B73C6949}"/>
          </ac:spMkLst>
        </pc:spChg>
        <pc:spChg chg="add mod">
          <ac:chgData name="Sergey Chernykh" userId="c7c135f1-59ad-450e-b071-fa08415b0072" providerId="ADAL" clId="{E2C2CDDD-CAC9-4783-87D1-CAEB4364208D}" dt="2026-10-26T00:14:14.169" v="306"/>
          <ac:spMkLst>
            <pc:docMk/>
            <pc:sldMk cId="313492760" sldId="307"/>
            <ac:spMk id="41" creationId="{E9AA0703-E0E5-DC7E-4386-82C711BAF7E0}"/>
          </ac:spMkLst>
        </pc:spChg>
        <pc:spChg chg="add mod">
          <ac:chgData name="Sergey Chernykh" userId="c7c135f1-59ad-450e-b071-fa08415b0072" providerId="ADAL" clId="{E2C2CDDD-CAC9-4783-87D1-CAEB4364208D}" dt="2026-10-26T00:14:14.169" v="306"/>
          <ac:spMkLst>
            <pc:docMk/>
            <pc:sldMk cId="313492760" sldId="307"/>
            <ac:spMk id="42" creationId="{4A33EAA2-EF27-280C-3364-668F7FDCD0AA}"/>
          </ac:spMkLst>
        </pc:spChg>
        <pc:spChg chg="add mod">
          <ac:chgData name="Sergey Chernykh" userId="c7c135f1-59ad-450e-b071-fa08415b0072" providerId="ADAL" clId="{E2C2CDDD-CAC9-4783-87D1-CAEB4364208D}" dt="2026-10-26T00:14:14.169" v="306"/>
          <ac:spMkLst>
            <pc:docMk/>
            <pc:sldMk cId="313492760" sldId="307"/>
            <ac:spMk id="43" creationId="{9F3D1A11-181F-D4C1-DAA3-E9C4536BA8F4}"/>
          </ac:spMkLst>
        </pc:spChg>
        <pc:spChg chg="add mod">
          <ac:chgData name="Sergey Chernykh" userId="c7c135f1-59ad-450e-b071-fa08415b0072" providerId="ADAL" clId="{E2C2CDDD-CAC9-4783-87D1-CAEB4364208D}" dt="2026-10-26T00:14:14.169" v="306"/>
          <ac:spMkLst>
            <pc:docMk/>
            <pc:sldMk cId="313492760" sldId="307"/>
            <ac:spMk id="44" creationId="{5A7322C1-54F9-0519-4435-60E2E13EB922}"/>
          </ac:spMkLst>
        </pc:spChg>
        <pc:spChg chg="add mod">
          <ac:chgData name="Sergey Chernykh" userId="c7c135f1-59ad-450e-b071-fa08415b0072" providerId="ADAL" clId="{E2C2CDDD-CAC9-4783-87D1-CAEB4364208D}" dt="2026-10-26T00:14:14.169" v="306"/>
          <ac:spMkLst>
            <pc:docMk/>
            <pc:sldMk cId="313492760" sldId="307"/>
            <ac:spMk id="45" creationId="{E2AB8B70-5F7C-644B-CB52-C0EB2954B38C}"/>
          </ac:spMkLst>
        </pc:spChg>
        <pc:spChg chg="add mod">
          <ac:chgData name="Sergey Chernykh" userId="c7c135f1-59ad-450e-b071-fa08415b0072" providerId="ADAL" clId="{E2C2CDDD-CAC9-4783-87D1-CAEB4364208D}" dt="2026-10-26T00:14:14.169" v="306"/>
          <ac:spMkLst>
            <pc:docMk/>
            <pc:sldMk cId="313492760" sldId="307"/>
            <ac:spMk id="46" creationId="{397C87D9-CB29-F04C-1ECA-9AE60B67ACEA}"/>
          </ac:spMkLst>
        </pc:spChg>
      </pc:sldChg>
      <pc:sldChg chg="addSp delSp modSp mod modNotesTx">
        <pc:chgData name="Sergey Chernykh" userId="c7c135f1-59ad-450e-b071-fa08415b0072" providerId="ADAL" clId="{E2C2CDDD-CAC9-4783-87D1-CAEB4364208D}" dt="2026-10-26T13:14:28.900" v="1492" actId="6549"/>
        <pc:sldMkLst>
          <pc:docMk/>
          <pc:sldMk cId="714745434" sldId="308"/>
        </pc:sldMkLst>
        <pc:spChg chg="add del mod">
          <ac:chgData name="Sergey Chernykh" userId="c7c135f1-59ad-450e-b071-fa08415b0072" providerId="ADAL" clId="{E2C2CDDD-CAC9-4783-87D1-CAEB4364208D}" dt="2026-10-26T01:01:51.810" v="341" actId="478"/>
          <ac:spMkLst>
            <pc:docMk/>
            <pc:sldMk cId="714745434" sldId="308"/>
            <ac:spMk id="3" creationId="{59D66BF7-A046-C9E6-00FD-358741BADEA9}"/>
          </ac:spMkLst>
        </pc:spChg>
        <pc:spChg chg="del">
          <ac:chgData name="Sergey Chernykh" userId="c7c135f1-59ad-450e-b071-fa08415b0072" providerId="ADAL" clId="{E2C2CDDD-CAC9-4783-87D1-CAEB4364208D}" dt="2026-10-26T01:01:47.959" v="338" actId="478"/>
          <ac:spMkLst>
            <pc:docMk/>
            <pc:sldMk cId="714745434" sldId="308"/>
            <ac:spMk id="4" creationId="{D71FE599-CDD5-7F01-4C22-C2F26CCFF03E}"/>
          </ac:spMkLst>
        </pc:spChg>
        <pc:spChg chg="del">
          <ac:chgData name="Sergey Chernykh" userId="c7c135f1-59ad-450e-b071-fa08415b0072" providerId="ADAL" clId="{E2C2CDDD-CAC9-4783-87D1-CAEB4364208D}" dt="2026-10-26T01:01:47.959" v="338" actId="478"/>
          <ac:spMkLst>
            <pc:docMk/>
            <pc:sldMk cId="714745434" sldId="308"/>
            <ac:spMk id="7" creationId="{8CEB2BEE-8060-8E1C-CAC1-061FA1B53EC2}"/>
          </ac:spMkLst>
        </pc:spChg>
        <pc:spChg chg="del">
          <ac:chgData name="Sergey Chernykh" userId="c7c135f1-59ad-450e-b071-fa08415b0072" providerId="ADAL" clId="{E2C2CDDD-CAC9-4783-87D1-CAEB4364208D}" dt="2026-10-26T01:01:47.959" v="338" actId="478"/>
          <ac:spMkLst>
            <pc:docMk/>
            <pc:sldMk cId="714745434" sldId="308"/>
            <ac:spMk id="8" creationId="{3FA292B6-618A-C8F5-A9BC-992F6F3B7C88}"/>
          </ac:spMkLst>
        </pc:spChg>
        <pc:spChg chg="del">
          <ac:chgData name="Sergey Chernykh" userId="c7c135f1-59ad-450e-b071-fa08415b0072" providerId="ADAL" clId="{E2C2CDDD-CAC9-4783-87D1-CAEB4364208D}" dt="2026-10-26T01:01:47.959" v="338" actId="478"/>
          <ac:spMkLst>
            <pc:docMk/>
            <pc:sldMk cId="714745434" sldId="308"/>
            <ac:spMk id="9" creationId="{B3D40D8B-CB46-983A-8837-71910EC5199D}"/>
          </ac:spMkLst>
        </pc:spChg>
        <pc:spChg chg="del">
          <ac:chgData name="Sergey Chernykh" userId="c7c135f1-59ad-450e-b071-fa08415b0072" providerId="ADAL" clId="{E2C2CDDD-CAC9-4783-87D1-CAEB4364208D}" dt="2026-10-26T01:01:47.959" v="338" actId="478"/>
          <ac:spMkLst>
            <pc:docMk/>
            <pc:sldMk cId="714745434" sldId="308"/>
            <ac:spMk id="10" creationId="{C3CBC7DA-8F56-B83A-A57D-87E53CC6D03B}"/>
          </ac:spMkLst>
        </pc:spChg>
        <pc:spChg chg="add mod">
          <ac:chgData name="Sergey Chernykh" userId="c7c135f1-59ad-450e-b071-fa08415b0072" providerId="ADAL" clId="{E2C2CDDD-CAC9-4783-87D1-CAEB4364208D}" dt="2026-10-26T01:01:49.132" v="340"/>
          <ac:spMkLst>
            <pc:docMk/>
            <pc:sldMk cId="714745434" sldId="308"/>
            <ac:spMk id="11" creationId="{F3203198-72C9-3669-C186-CD88C404D7A0}"/>
          </ac:spMkLst>
        </pc:spChg>
        <pc:spChg chg="add mod">
          <ac:chgData name="Sergey Chernykh" userId="c7c135f1-59ad-450e-b071-fa08415b0072" providerId="ADAL" clId="{E2C2CDDD-CAC9-4783-87D1-CAEB4364208D}" dt="2026-10-26T01:01:48.454" v="339"/>
          <ac:spMkLst>
            <pc:docMk/>
            <pc:sldMk cId="714745434" sldId="308"/>
            <ac:spMk id="12" creationId="{610A2F30-289B-4FA2-5E9C-D8ED22706B04}"/>
          </ac:spMkLst>
        </pc:spChg>
        <pc:spChg chg="add mod">
          <ac:chgData name="Sergey Chernykh" userId="c7c135f1-59ad-450e-b071-fa08415b0072" providerId="ADAL" clId="{E2C2CDDD-CAC9-4783-87D1-CAEB4364208D}" dt="2026-10-26T01:01:48.454" v="339"/>
          <ac:spMkLst>
            <pc:docMk/>
            <pc:sldMk cId="714745434" sldId="308"/>
            <ac:spMk id="13" creationId="{B48DAA24-F9C4-1CF5-0553-4317536BDF2D}"/>
          </ac:spMkLst>
        </pc:spChg>
        <pc:spChg chg="add mod">
          <ac:chgData name="Sergey Chernykh" userId="c7c135f1-59ad-450e-b071-fa08415b0072" providerId="ADAL" clId="{E2C2CDDD-CAC9-4783-87D1-CAEB4364208D}" dt="2026-10-26T01:01:48.454" v="339"/>
          <ac:spMkLst>
            <pc:docMk/>
            <pc:sldMk cId="714745434" sldId="308"/>
            <ac:spMk id="14" creationId="{8986718E-103E-D18B-1B9F-4F05B12CC0E4}"/>
          </ac:spMkLst>
        </pc:spChg>
        <pc:spChg chg="add mod">
          <ac:chgData name="Sergey Chernykh" userId="c7c135f1-59ad-450e-b071-fa08415b0072" providerId="ADAL" clId="{E2C2CDDD-CAC9-4783-87D1-CAEB4364208D}" dt="2026-10-26T01:01:48.454" v="339"/>
          <ac:spMkLst>
            <pc:docMk/>
            <pc:sldMk cId="714745434" sldId="308"/>
            <ac:spMk id="15" creationId="{DD30F4CF-BB04-4A7E-E0A6-449E240FB5B4}"/>
          </ac:spMkLst>
        </pc:spChg>
        <pc:spChg chg="add mod">
          <ac:chgData name="Sergey Chernykh" userId="c7c135f1-59ad-450e-b071-fa08415b0072" providerId="ADAL" clId="{E2C2CDDD-CAC9-4783-87D1-CAEB4364208D}" dt="2026-10-26T01:01:48.454" v="339"/>
          <ac:spMkLst>
            <pc:docMk/>
            <pc:sldMk cId="714745434" sldId="308"/>
            <ac:spMk id="16" creationId="{BFA0FE22-A01E-3EA6-38E1-C503AA20DFCB}"/>
          </ac:spMkLst>
        </pc:spChg>
        <pc:spChg chg="add mod">
          <ac:chgData name="Sergey Chernykh" userId="c7c135f1-59ad-450e-b071-fa08415b0072" providerId="ADAL" clId="{E2C2CDDD-CAC9-4783-87D1-CAEB4364208D}" dt="2026-10-26T01:01:48.454" v="339"/>
          <ac:spMkLst>
            <pc:docMk/>
            <pc:sldMk cId="714745434" sldId="308"/>
            <ac:spMk id="17" creationId="{B5EBE022-E56A-EB1A-BA77-C94F44884988}"/>
          </ac:spMkLst>
        </pc:spChg>
        <pc:spChg chg="add mod">
          <ac:chgData name="Sergey Chernykh" userId="c7c135f1-59ad-450e-b071-fa08415b0072" providerId="ADAL" clId="{E2C2CDDD-CAC9-4783-87D1-CAEB4364208D}" dt="2026-10-26T01:01:52.693" v="342"/>
          <ac:spMkLst>
            <pc:docMk/>
            <pc:sldMk cId="714745434" sldId="308"/>
            <ac:spMk id="18" creationId="{695CBA68-BB57-FAD5-4934-12D4E772B0E6}"/>
          </ac:spMkLst>
        </pc:spChg>
        <pc:spChg chg="add mod">
          <ac:chgData name="Sergey Chernykh" userId="c7c135f1-59ad-450e-b071-fa08415b0072" providerId="ADAL" clId="{E2C2CDDD-CAC9-4783-87D1-CAEB4364208D}" dt="2026-10-26T01:01:52.693" v="342"/>
          <ac:spMkLst>
            <pc:docMk/>
            <pc:sldMk cId="714745434" sldId="308"/>
            <ac:spMk id="19" creationId="{E37A749C-AAE8-5927-3C7D-0D52DA462FB5}"/>
          </ac:spMkLst>
        </pc:spChg>
        <pc:spChg chg="add mod">
          <ac:chgData name="Sergey Chernykh" userId="c7c135f1-59ad-450e-b071-fa08415b0072" providerId="ADAL" clId="{E2C2CDDD-CAC9-4783-87D1-CAEB4364208D}" dt="2026-10-26T01:01:52.693" v="342"/>
          <ac:spMkLst>
            <pc:docMk/>
            <pc:sldMk cId="714745434" sldId="308"/>
            <ac:spMk id="20" creationId="{AB884478-FA71-B2FD-781A-929776E24E92}"/>
          </ac:spMkLst>
        </pc:spChg>
        <pc:spChg chg="add mod">
          <ac:chgData name="Sergey Chernykh" userId="c7c135f1-59ad-450e-b071-fa08415b0072" providerId="ADAL" clId="{E2C2CDDD-CAC9-4783-87D1-CAEB4364208D}" dt="2026-10-26T01:01:52.693" v="342"/>
          <ac:spMkLst>
            <pc:docMk/>
            <pc:sldMk cId="714745434" sldId="308"/>
            <ac:spMk id="21" creationId="{B314AB98-C412-6F8A-4EDD-8A4D6BFBF396}"/>
          </ac:spMkLst>
        </pc:spChg>
        <pc:spChg chg="add mod">
          <ac:chgData name="Sergey Chernykh" userId="c7c135f1-59ad-450e-b071-fa08415b0072" providerId="ADAL" clId="{E2C2CDDD-CAC9-4783-87D1-CAEB4364208D}" dt="2026-10-26T01:01:52.693" v="342"/>
          <ac:spMkLst>
            <pc:docMk/>
            <pc:sldMk cId="714745434" sldId="308"/>
            <ac:spMk id="22" creationId="{E302A3D1-AACA-C477-FBBE-68B0FBEB3D37}"/>
          </ac:spMkLst>
        </pc:spChg>
        <pc:spChg chg="add mod">
          <ac:chgData name="Sergey Chernykh" userId="c7c135f1-59ad-450e-b071-fa08415b0072" providerId="ADAL" clId="{E2C2CDDD-CAC9-4783-87D1-CAEB4364208D}" dt="2026-10-26T01:01:52.693" v="342"/>
          <ac:spMkLst>
            <pc:docMk/>
            <pc:sldMk cId="714745434" sldId="308"/>
            <ac:spMk id="23" creationId="{7AD22378-F897-E8BD-958D-D04456D427E6}"/>
          </ac:spMkLst>
        </pc:spChg>
        <pc:spChg chg="add mod">
          <ac:chgData name="Sergey Chernykh" userId="c7c135f1-59ad-450e-b071-fa08415b0072" providerId="ADAL" clId="{E2C2CDDD-CAC9-4783-87D1-CAEB4364208D}" dt="2026-10-26T01:01:52.693" v="342"/>
          <ac:spMkLst>
            <pc:docMk/>
            <pc:sldMk cId="714745434" sldId="308"/>
            <ac:spMk id="24" creationId="{ABA8AFD8-AF06-BEAD-3C87-BD48D3C07B39}"/>
          </ac:spMkLst>
        </pc:spChg>
        <pc:spChg chg="add mod">
          <ac:chgData name="Sergey Chernykh" userId="c7c135f1-59ad-450e-b071-fa08415b0072" providerId="ADAL" clId="{E2C2CDDD-CAC9-4783-87D1-CAEB4364208D}" dt="2026-10-26T01:36:40.314" v="343"/>
          <ac:spMkLst>
            <pc:docMk/>
            <pc:sldMk cId="714745434" sldId="308"/>
            <ac:spMk id="25" creationId="{09389E57-2B23-FE04-62EE-1988D2930F48}"/>
          </ac:spMkLst>
        </pc:spChg>
        <pc:spChg chg="add mod">
          <ac:chgData name="Sergey Chernykh" userId="c7c135f1-59ad-450e-b071-fa08415b0072" providerId="ADAL" clId="{E2C2CDDD-CAC9-4783-87D1-CAEB4364208D}" dt="2026-10-26T01:36:40.314" v="343"/>
          <ac:spMkLst>
            <pc:docMk/>
            <pc:sldMk cId="714745434" sldId="308"/>
            <ac:spMk id="26" creationId="{11C76389-B6E2-376C-05B4-52A4E036A6B0}"/>
          </ac:spMkLst>
        </pc:spChg>
        <pc:spChg chg="add mod">
          <ac:chgData name="Sergey Chernykh" userId="c7c135f1-59ad-450e-b071-fa08415b0072" providerId="ADAL" clId="{E2C2CDDD-CAC9-4783-87D1-CAEB4364208D}" dt="2026-10-26T01:36:40.314" v="343"/>
          <ac:spMkLst>
            <pc:docMk/>
            <pc:sldMk cId="714745434" sldId="308"/>
            <ac:spMk id="27" creationId="{9F4DBB19-D47F-0032-3A31-03C5AF8DE01C}"/>
          </ac:spMkLst>
        </pc:spChg>
        <pc:spChg chg="add mod">
          <ac:chgData name="Sergey Chernykh" userId="c7c135f1-59ad-450e-b071-fa08415b0072" providerId="ADAL" clId="{E2C2CDDD-CAC9-4783-87D1-CAEB4364208D}" dt="2026-10-26T01:36:40.314" v="343"/>
          <ac:spMkLst>
            <pc:docMk/>
            <pc:sldMk cId="714745434" sldId="308"/>
            <ac:spMk id="28" creationId="{9BF1EBA5-C1D7-85F3-7B38-CA6079286CB0}"/>
          </ac:spMkLst>
        </pc:spChg>
        <pc:spChg chg="add mod">
          <ac:chgData name="Sergey Chernykh" userId="c7c135f1-59ad-450e-b071-fa08415b0072" providerId="ADAL" clId="{E2C2CDDD-CAC9-4783-87D1-CAEB4364208D}" dt="2026-10-26T01:36:40.314" v="343"/>
          <ac:spMkLst>
            <pc:docMk/>
            <pc:sldMk cId="714745434" sldId="308"/>
            <ac:spMk id="29" creationId="{B6EB8135-1475-3D7A-A659-59A0DCB3D02C}"/>
          </ac:spMkLst>
        </pc:spChg>
        <pc:spChg chg="add mod">
          <ac:chgData name="Sergey Chernykh" userId="c7c135f1-59ad-450e-b071-fa08415b0072" providerId="ADAL" clId="{E2C2CDDD-CAC9-4783-87D1-CAEB4364208D}" dt="2026-10-26T01:36:40.314" v="343"/>
          <ac:spMkLst>
            <pc:docMk/>
            <pc:sldMk cId="714745434" sldId="308"/>
            <ac:spMk id="30" creationId="{E3B10F9C-7794-CD33-C5C4-0A973B6EBFFF}"/>
          </ac:spMkLst>
        </pc:spChg>
        <pc:spChg chg="add mod">
          <ac:chgData name="Sergey Chernykh" userId="c7c135f1-59ad-450e-b071-fa08415b0072" providerId="ADAL" clId="{E2C2CDDD-CAC9-4783-87D1-CAEB4364208D}" dt="2026-10-26T01:36:40.314" v="343"/>
          <ac:spMkLst>
            <pc:docMk/>
            <pc:sldMk cId="714745434" sldId="308"/>
            <ac:spMk id="31" creationId="{71AACDC4-2B66-1440-8E26-5A812D452079}"/>
          </ac:spMkLst>
        </pc:spChg>
      </pc:sldChg>
      <pc:sldChg chg="addSp delSp modSp mod modNotesTx">
        <pc:chgData name="Sergey Chernykh" userId="c7c135f1-59ad-450e-b071-fa08415b0072" providerId="ADAL" clId="{E2C2CDDD-CAC9-4783-87D1-CAEB4364208D}" dt="2026-10-26T13:14:33.342" v="1493" actId="6549"/>
        <pc:sldMkLst>
          <pc:docMk/>
          <pc:sldMk cId="1944402743" sldId="309"/>
        </pc:sldMkLst>
        <pc:spChg chg="add del mod">
          <ac:chgData name="Sergey Chernykh" userId="c7c135f1-59ad-450e-b071-fa08415b0072" providerId="ADAL" clId="{E2C2CDDD-CAC9-4783-87D1-CAEB4364208D}" dt="2026-10-26T01:37:04.236" v="345" actId="478"/>
          <ac:spMkLst>
            <pc:docMk/>
            <pc:sldMk cId="1944402743" sldId="309"/>
            <ac:spMk id="3" creationId="{2FC3A8E4-A075-4A55-D0DD-5A84B0340450}"/>
          </ac:spMkLst>
        </pc:spChg>
        <pc:spChg chg="del">
          <ac:chgData name="Sergey Chernykh" userId="c7c135f1-59ad-450e-b071-fa08415b0072" providerId="ADAL" clId="{E2C2CDDD-CAC9-4783-87D1-CAEB4364208D}" dt="2026-10-26T01:37:00.066" v="344" actId="478"/>
          <ac:spMkLst>
            <pc:docMk/>
            <pc:sldMk cId="1944402743" sldId="309"/>
            <ac:spMk id="4" creationId="{FAE3852A-6094-6E1B-0F30-4D66AFBE91B7}"/>
          </ac:spMkLst>
        </pc:spChg>
        <pc:spChg chg="del">
          <ac:chgData name="Sergey Chernykh" userId="c7c135f1-59ad-450e-b071-fa08415b0072" providerId="ADAL" clId="{E2C2CDDD-CAC9-4783-87D1-CAEB4364208D}" dt="2026-10-26T01:37:00.066" v="344" actId="478"/>
          <ac:spMkLst>
            <pc:docMk/>
            <pc:sldMk cId="1944402743" sldId="309"/>
            <ac:spMk id="7" creationId="{55349FB4-9762-4575-A5DF-F3861B69B920}"/>
          </ac:spMkLst>
        </pc:spChg>
        <pc:spChg chg="del">
          <ac:chgData name="Sergey Chernykh" userId="c7c135f1-59ad-450e-b071-fa08415b0072" providerId="ADAL" clId="{E2C2CDDD-CAC9-4783-87D1-CAEB4364208D}" dt="2026-10-26T01:37:00.066" v="344" actId="478"/>
          <ac:spMkLst>
            <pc:docMk/>
            <pc:sldMk cId="1944402743" sldId="309"/>
            <ac:spMk id="8" creationId="{715C5350-1270-631E-D139-4DA39E28D218}"/>
          </ac:spMkLst>
        </pc:spChg>
        <pc:spChg chg="del">
          <ac:chgData name="Sergey Chernykh" userId="c7c135f1-59ad-450e-b071-fa08415b0072" providerId="ADAL" clId="{E2C2CDDD-CAC9-4783-87D1-CAEB4364208D}" dt="2026-10-26T01:37:00.066" v="344" actId="478"/>
          <ac:spMkLst>
            <pc:docMk/>
            <pc:sldMk cId="1944402743" sldId="309"/>
            <ac:spMk id="9" creationId="{78BABC90-3F48-A565-22DE-A480A2CCE06C}"/>
          </ac:spMkLst>
        </pc:spChg>
        <pc:spChg chg="del">
          <ac:chgData name="Sergey Chernykh" userId="c7c135f1-59ad-450e-b071-fa08415b0072" providerId="ADAL" clId="{E2C2CDDD-CAC9-4783-87D1-CAEB4364208D}" dt="2026-10-26T01:37:00.066" v="344" actId="478"/>
          <ac:spMkLst>
            <pc:docMk/>
            <pc:sldMk cId="1944402743" sldId="309"/>
            <ac:spMk id="10" creationId="{30B8D736-D768-34AE-FA16-787F609E9BFF}"/>
          </ac:spMkLst>
        </pc:spChg>
        <pc:spChg chg="add mod">
          <ac:chgData name="Sergey Chernykh" userId="c7c135f1-59ad-450e-b071-fa08415b0072" providerId="ADAL" clId="{E2C2CDDD-CAC9-4783-87D1-CAEB4364208D}" dt="2026-10-26T01:37:12.976" v="346"/>
          <ac:spMkLst>
            <pc:docMk/>
            <pc:sldMk cId="1944402743" sldId="309"/>
            <ac:spMk id="11" creationId="{2C32AB3B-1092-07C6-640F-615191E6D69B}"/>
          </ac:spMkLst>
        </pc:spChg>
        <pc:spChg chg="add mod">
          <ac:chgData name="Sergey Chernykh" userId="c7c135f1-59ad-450e-b071-fa08415b0072" providerId="ADAL" clId="{E2C2CDDD-CAC9-4783-87D1-CAEB4364208D}" dt="2026-10-26T01:37:12.976" v="346"/>
          <ac:spMkLst>
            <pc:docMk/>
            <pc:sldMk cId="1944402743" sldId="309"/>
            <ac:spMk id="12" creationId="{B3090171-A987-EDF7-4F93-E79D1A59DE54}"/>
          </ac:spMkLst>
        </pc:spChg>
        <pc:spChg chg="add mod">
          <ac:chgData name="Sergey Chernykh" userId="c7c135f1-59ad-450e-b071-fa08415b0072" providerId="ADAL" clId="{E2C2CDDD-CAC9-4783-87D1-CAEB4364208D}" dt="2026-10-26T01:37:12.976" v="346"/>
          <ac:spMkLst>
            <pc:docMk/>
            <pc:sldMk cId="1944402743" sldId="309"/>
            <ac:spMk id="13" creationId="{0BD982E1-1005-E9AD-3AB8-D188176839B8}"/>
          </ac:spMkLst>
        </pc:spChg>
        <pc:spChg chg="add mod">
          <ac:chgData name="Sergey Chernykh" userId="c7c135f1-59ad-450e-b071-fa08415b0072" providerId="ADAL" clId="{E2C2CDDD-CAC9-4783-87D1-CAEB4364208D}" dt="2026-10-26T01:37:12.976" v="346"/>
          <ac:spMkLst>
            <pc:docMk/>
            <pc:sldMk cId="1944402743" sldId="309"/>
            <ac:spMk id="14" creationId="{017AE0D6-1E67-8CDB-307C-3D1D20EC97E2}"/>
          </ac:spMkLst>
        </pc:spChg>
        <pc:spChg chg="add mod">
          <ac:chgData name="Sergey Chernykh" userId="c7c135f1-59ad-450e-b071-fa08415b0072" providerId="ADAL" clId="{E2C2CDDD-CAC9-4783-87D1-CAEB4364208D}" dt="2026-10-26T01:37:12.976" v="346"/>
          <ac:spMkLst>
            <pc:docMk/>
            <pc:sldMk cId="1944402743" sldId="309"/>
            <ac:spMk id="15" creationId="{F01AAE5E-626F-0AE1-814B-DD50CEA3658C}"/>
          </ac:spMkLst>
        </pc:spChg>
        <pc:spChg chg="add mod">
          <ac:chgData name="Sergey Chernykh" userId="c7c135f1-59ad-450e-b071-fa08415b0072" providerId="ADAL" clId="{E2C2CDDD-CAC9-4783-87D1-CAEB4364208D}" dt="2026-10-26T01:37:12.976" v="346"/>
          <ac:spMkLst>
            <pc:docMk/>
            <pc:sldMk cId="1944402743" sldId="309"/>
            <ac:spMk id="16" creationId="{E41ACEB6-7F4D-ED9F-0CB1-069E88F0E87D}"/>
          </ac:spMkLst>
        </pc:spChg>
        <pc:spChg chg="add mod">
          <ac:chgData name="Sergey Chernykh" userId="c7c135f1-59ad-450e-b071-fa08415b0072" providerId="ADAL" clId="{E2C2CDDD-CAC9-4783-87D1-CAEB4364208D}" dt="2026-10-26T01:37:12.976" v="346"/>
          <ac:spMkLst>
            <pc:docMk/>
            <pc:sldMk cId="1944402743" sldId="309"/>
            <ac:spMk id="17" creationId="{01812991-1685-BF1A-E3E5-2780C2F165C2}"/>
          </ac:spMkLst>
        </pc:spChg>
        <pc:spChg chg="add mod">
          <ac:chgData name="Sergey Chernykh" userId="c7c135f1-59ad-450e-b071-fa08415b0072" providerId="ADAL" clId="{E2C2CDDD-CAC9-4783-87D1-CAEB4364208D}" dt="2026-10-26T01:37:12.976" v="346"/>
          <ac:spMkLst>
            <pc:docMk/>
            <pc:sldMk cId="1944402743" sldId="309"/>
            <ac:spMk id="18" creationId="{92B2B65F-64DD-BD32-5695-53D7506C14D1}"/>
          </ac:spMkLst>
        </pc:spChg>
        <pc:spChg chg="add mod">
          <ac:chgData name="Sergey Chernykh" userId="c7c135f1-59ad-450e-b071-fa08415b0072" providerId="ADAL" clId="{E2C2CDDD-CAC9-4783-87D1-CAEB4364208D}" dt="2026-10-26T01:37:12.976" v="346"/>
          <ac:spMkLst>
            <pc:docMk/>
            <pc:sldMk cId="1944402743" sldId="309"/>
            <ac:spMk id="19" creationId="{EF83D8E4-4CB6-84E4-C851-280EC7AC1B6C}"/>
          </ac:spMkLst>
        </pc:spChg>
      </pc:sldChg>
      <pc:sldChg chg="delSp mod ord modNotesTx">
        <pc:chgData name="Sergey Chernykh" userId="c7c135f1-59ad-450e-b071-fa08415b0072" providerId="ADAL" clId="{E2C2CDDD-CAC9-4783-87D1-CAEB4364208D}" dt="2026-10-26T13:14:40.217" v="1495" actId="6549"/>
        <pc:sldMkLst>
          <pc:docMk/>
          <pc:sldMk cId="3787688922" sldId="310"/>
        </pc:sldMkLst>
        <pc:spChg chg="del">
          <ac:chgData name="Sergey Chernykh" userId="c7c135f1-59ad-450e-b071-fa08415b0072" providerId="ADAL" clId="{E2C2CDDD-CAC9-4783-87D1-CAEB4364208D}" dt="2026-10-26T02:42:37.918" v="441" actId="478"/>
          <ac:spMkLst>
            <pc:docMk/>
            <pc:sldMk cId="3787688922" sldId="310"/>
            <ac:spMk id="19" creationId="{EC2171C3-8E14-DD09-2136-B01173AEF450}"/>
          </ac:spMkLst>
        </pc:spChg>
      </pc:sldChg>
      <pc:sldChg chg="addSp delSp modSp mod modNotesTx">
        <pc:chgData name="Sergey Chernykh" userId="c7c135f1-59ad-450e-b071-fa08415b0072" providerId="ADAL" clId="{E2C2CDDD-CAC9-4783-87D1-CAEB4364208D}" dt="2026-10-26T13:14:44.003" v="1496" actId="6549"/>
        <pc:sldMkLst>
          <pc:docMk/>
          <pc:sldMk cId="4185955122" sldId="311"/>
        </pc:sldMkLst>
        <pc:spChg chg="add del mod">
          <ac:chgData name="Sergey Chernykh" userId="c7c135f1-59ad-450e-b071-fa08415b0072" providerId="ADAL" clId="{E2C2CDDD-CAC9-4783-87D1-CAEB4364208D}" dt="2026-10-26T02:17:10.791" v="354" actId="478"/>
          <ac:spMkLst>
            <pc:docMk/>
            <pc:sldMk cId="4185955122" sldId="311"/>
            <ac:spMk id="3" creationId="{7123F38A-6881-3D79-9DE1-81A77742D4BB}"/>
          </ac:spMkLst>
        </pc:spChg>
        <pc:spChg chg="add mod">
          <ac:chgData name="Sergey Chernykh" userId="c7c135f1-59ad-450e-b071-fa08415b0072" providerId="ADAL" clId="{E2C2CDDD-CAC9-4783-87D1-CAEB4364208D}" dt="2026-10-26T02:17:08.369" v="353"/>
          <ac:spMkLst>
            <pc:docMk/>
            <pc:sldMk cId="4185955122" sldId="311"/>
            <ac:spMk id="4" creationId="{6451E1C7-A71C-A746-6E91-78ECDBF0CA3B}"/>
          </ac:spMkLst>
        </pc:spChg>
        <pc:spChg chg="del">
          <ac:chgData name="Sergey Chernykh" userId="c7c135f1-59ad-450e-b071-fa08415b0072" providerId="ADAL" clId="{E2C2CDDD-CAC9-4783-87D1-CAEB4364208D}" dt="2026-10-26T02:17:07.234" v="351" actId="478"/>
          <ac:spMkLst>
            <pc:docMk/>
            <pc:sldMk cId="4185955122" sldId="311"/>
            <ac:spMk id="5" creationId="{2E84BE30-B0EA-59C6-33CB-7B5E9FE4D0E6}"/>
          </ac:spMkLst>
        </pc:spChg>
        <pc:spChg chg="del">
          <ac:chgData name="Sergey Chernykh" userId="c7c135f1-59ad-450e-b071-fa08415b0072" providerId="ADAL" clId="{E2C2CDDD-CAC9-4783-87D1-CAEB4364208D}" dt="2026-10-26T02:17:07.234" v="351" actId="478"/>
          <ac:spMkLst>
            <pc:docMk/>
            <pc:sldMk cId="4185955122" sldId="311"/>
            <ac:spMk id="8" creationId="{CF7788B6-5F60-E6A7-8914-65A4DBCE514C}"/>
          </ac:spMkLst>
        </pc:spChg>
        <pc:spChg chg="del">
          <ac:chgData name="Sergey Chernykh" userId="c7c135f1-59ad-450e-b071-fa08415b0072" providerId="ADAL" clId="{E2C2CDDD-CAC9-4783-87D1-CAEB4364208D}" dt="2026-10-26T02:17:07.234" v="351" actId="478"/>
          <ac:spMkLst>
            <pc:docMk/>
            <pc:sldMk cId="4185955122" sldId="311"/>
            <ac:spMk id="9" creationId="{8F851CB9-D147-10AF-5270-A19D166E42BA}"/>
          </ac:spMkLst>
        </pc:spChg>
        <pc:spChg chg="del">
          <ac:chgData name="Sergey Chernykh" userId="c7c135f1-59ad-450e-b071-fa08415b0072" providerId="ADAL" clId="{E2C2CDDD-CAC9-4783-87D1-CAEB4364208D}" dt="2026-10-26T02:17:07.234" v="351" actId="478"/>
          <ac:spMkLst>
            <pc:docMk/>
            <pc:sldMk cId="4185955122" sldId="311"/>
            <ac:spMk id="10" creationId="{944DCC0B-69C1-03FC-6DBB-0C1D22A6AC85}"/>
          </ac:spMkLst>
        </pc:spChg>
        <pc:spChg chg="del">
          <ac:chgData name="Sergey Chernykh" userId="c7c135f1-59ad-450e-b071-fa08415b0072" providerId="ADAL" clId="{E2C2CDDD-CAC9-4783-87D1-CAEB4364208D}" dt="2026-10-26T02:17:07.234" v="351" actId="478"/>
          <ac:spMkLst>
            <pc:docMk/>
            <pc:sldMk cId="4185955122" sldId="311"/>
            <ac:spMk id="11" creationId="{4FBA1D6E-3D04-B377-7920-4B08BB80061C}"/>
          </ac:spMkLst>
        </pc:spChg>
        <pc:spChg chg="del">
          <ac:chgData name="Sergey Chernykh" userId="c7c135f1-59ad-450e-b071-fa08415b0072" providerId="ADAL" clId="{E2C2CDDD-CAC9-4783-87D1-CAEB4364208D}" dt="2026-10-26T02:17:07.234" v="351" actId="478"/>
          <ac:spMkLst>
            <pc:docMk/>
            <pc:sldMk cId="4185955122" sldId="311"/>
            <ac:spMk id="12" creationId="{F5D55A11-A16F-BD93-2376-0BDF2948AEAE}"/>
          </ac:spMkLst>
        </pc:spChg>
        <pc:spChg chg="del">
          <ac:chgData name="Sergey Chernykh" userId="c7c135f1-59ad-450e-b071-fa08415b0072" providerId="ADAL" clId="{E2C2CDDD-CAC9-4783-87D1-CAEB4364208D}" dt="2026-10-26T02:17:07.234" v="351" actId="478"/>
          <ac:spMkLst>
            <pc:docMk/>
            <pc:sldMk cId="4185955122" sldId="311"/>
            <ac:spMk id="13" creationId="{97849105-4B6D-F544-96AF-4187E1D7D5D8}"/>
          </ac:spMkLst>
        </pc:spChg>
        <pc:spChg chg="add mod">
          <ac:chgData name="Sergey Chernykh" userId="c7c135f1-59ad-450e-b071-fa08415b0072" providerId="ADAL" clId="{E2C2CDDD-CAC9-4783-87D1-CAEB4364208D}" dt="2026-10-26T02:17:07.640" v="352"/>
          <ac:spMkLst>
            <pc:docMk/>
            <pc:sldMk cId="4185955122" sldId="311"/>
            <ac:spMk id="14" creationId="{6DDE5ACC-67CC-8121-92F1-B179ACBB9E83}"/>
          </ac:spMkLst>
        </pc:spChg>
        <pc:spChg chg="add mod">
          <ac:chgData name="Sergey Chernykh" userId="c7c135f1-59ad-450e-b071-fa08415b0072" providerId="ADAL" clId="{E2C2CDDD-CAC9-4783-87D1-CAEB4364208D}" dt="2026-10-26T02:17:07.640" v="352"/>
          <ac:spMkLst>
            <pc:docMk/>
            <pc:sldMk cId="4185955122" sldId="311"/>
            <ac:spMk id="15" creationId="{6A9E11D4-3C7B-1191-5377-7D1825FAB62E}"/>
          </ac:spMkLst>
        </pc:spChg>
        <pc:spChg chg="add mod">
          <ac:chgData name="Sergey Chernykh" userId="c7c135f1-59ad-450e-b071-fa08415b0072" providerId="ADAL" clId="{E2C2CDDD-CAC9-4783-87D1-CAEB4364208D}" dt="2026-10-26T02:17:07.640" v="352"/>
          <ac:spMkLst>
            <pc:docMk/>
            <pc:sldMk cId="4185955122" sldId="311"/>
            <ac:spMk id="16" creationId="{5EC92F7E-3515-E01C-A5A4-779BB6FD57BF}"/>
          </ac:spMkLst>
        </pc:spChg>
        <pc:spChg chg="add mod">
          <ac:chgData name="Sergey Chernykh" userId="c7c135f1-59ad-450e-b071-fa08415b0072" providerId="ADAL" clId="{E2C2CDDD-CAC9-4783-87D1-CAEB4364208D}" dt="2026-10-26T02:17:07.640" v="352"/>
          <ac:spMkLst>
            <pc:docMk/>
            <pc:sldMk cId="4185955122" sldId="311"/>
            <ac:spMk id="17" creationId="{DA0D8039-3A31-FE9A-AAA1-FB003DB2A0F6}"/>
          </ac:spMkLst>
        </pc:spChg>
        <pc:spChg chg="add mod">
          <ac:chgData name="Sergey Chernykh" userId="c7c135f1-59ad-450e-b071-fa08415b0072" providerId="ADAL" clId="{E2C2CDDD-CAC9-4783-87D1-CAEB4364208D}" dt="2026-10-26T02:17:07.640" v="352"/>
          <ac:spMkLst>
            <pc:docMk/>
            <pc:sldMk cId="4185955122" sldId="311"/>
            <ac:spMk id="18" creationId="{E781108C-364D-9813-E3D1-43887115FCB8}"/>
          </ac:spMkLst>
        </pc:spChg>
        <pc:spChg chg="add mod">
          <ac:chgData name="Sergey Chernykh" userId="c7c135f1-59ad-450e-b071-fa08415b0072" providerId="ADAL" clId="{E2C2CDDD-CAC9-4783-87D1-CAEB4364208D}" dt="2026-10-26T02:17:07.640" v="352"/>
          <ac:spMkLst>
            <pc:docMk/>
            <pc:sldMk cId="4185955122" sldId="311"/>
            <ac:spMk id="19" creationId="{166E111A-AE88-EF76-EF6F-80AEF8D53003}"/>
          </ac:spMkLst>
        </pc:spChg>
        <pc:spChg chg="add mod">
          <ac:chgData name="Sergey Chernykh" userId="c7c135f1-59ad-450e-b071-fa08415b0072" providerId="ADAL" clId="{E2C2CDDD-CAC9-4783-87D1-CAEB4364208D}" dt="2026-10-26T02:17:07.640" v="352"/>
          <ac:spMkLst>
            <pc:docMk/>
            <pc:sldMk cId="4185955122" sldId="311"/>
            <ac:spMk id="20" creationId="{20CBC8A6-16A6-81E6-BE74-C9D9C1319F8F}"/>
          </ac:spMkLst>
        </pc:spChg>
        <pc:spChg chg="add mod">
          <ac:chgData name="Sergey Chernykh" userId="c7c135f1-59ad-450e-b071-fa08415b0072" providerId="ADAL" clId="{E2C2CDDD-CAC9-4783-87D1-CAEB4364208D}" dt="2026-10-26T12:39:01.660" v="1164" actId="1035"/>
          <ac:spMkLst>
            <pc:docMk/>
            <pc:sldMk cId="4185955122" sldId="311"/>
            <ac:spMk id="21" creationId="{B165CF6E-AF14-0919-2010-1E5D5B91879B}"/>
          </ac:spMkLst>
        </pc:spChg>
        <pc:spChg chg="add mod">
          <ac:chgData name="Sergey Chernykh" userId="c7c135f1-59ad-450e-b071-fa08415b0072" providerId="ADAL" clId="{E2C2CDDD-CAC9-4783-87D1-CAEB4364208D}" dt="2026-10-26T02:17:11.198" v="355"/>
          <ac:spMkLst>
            <pc:docMk/>
            <pc:sldMk cId="4185955122" sldId="311"/>
            <ac:spMk id="22" creationId="{FD7E507F-E0AE-5281-5613-D5B6EEAA1D1D}"/>
          </ac:spMkLst>
        </pc:spChg>
        <pc:spChg chg="add mod">
          <ac:chgData name="Sergey Chernykh" userId="c7c135f1-59ad-450e-b071-fa08415b0072" providerId="ADAL" clId="{E2C2CDDD-CAC9-4783-87D1-CAEB4364208D}" dt="2026-10-26T02:17:11.198" v="355"/>
          <ac:spMkLst>
            <pc:docMk/>
            <pc:sldMk cId="4185955122" sldId="311"/>
            <ac:spMk id="23" creationId="{BB23FAC6-4749-7CCF-92B4-358AE4110E69}"/>
          </ac:spMkLst>
        </pc:spChg>
        <pc:spChg chg="add mod">
          <ac:chgData name="Sergey Chernykh" userId="c7c135f1-59ad-450e-b071-fa08415b0072" providerId="ADAL" clId="{E2C2CDDD-CAC9-4783-87D1-CAEB4364208D}" dt="2026-10-26T02:17:11.198" v="355"/>
          <ac:spMkLst>
            <pc:docMk/>
            <pc:sldMk cId="4185955122" sldId="311"/>
            <ac:spMk id="24" creationId="{BC993FB6-DD41-2263-16C0-58E75E60CC27}"/>
          </ac:spMkLst>
        </pc:spChg>
        <pc:spChg chg="add mod">
          <ac:chgData name="Sergey Chernykh" userId="c7c135f1-59ad-450e-b071-fa08415b0072" providerId="ADAL" clId="{E2C2CDDD-CAC9-4783-87D1-CAEB4364208D}" dt="2026-10-26T12:37:31.317" v="1106" actId="1076"/>
          <ac:spMkLst>
            <pc:docMk/>
            <pc:sldMk cId="4185955122" sldId="311"/>
            <ac:spMk id="25" creationId="{B486480B-25B1-D402-9866-C58080F9EF32}"/>
          </ac:spMkLst>
        </pc:spChg>
        <pc:spChg chg="add mod">
          <ac:chgData name="Sergey Chernykh" userId="c7c135f1-59ad-450e-b071-fa08415b0072" providerId="ADAL" clId="{E2C2CDDD-CAC9-4783-87D1-CAEB4364208D}" dt="2026-10-26T02:17:11.198" v="355"/>
          <ac:spMkLst>
            <pc:docMk/>
            <pc:sldMk cId="4185955122" sldId="311"/>
            <ac:spMk id="26" creationId="{6B976B96-DC6C-3266-95E3-B40DC64725A6}"/>
          </ac:spMkLst>
        </pc:spChg>
        <pc:spChg chg="add mod">
          <ac:chgData name="Sergey Chernykh" userId="c7c135f1-59ad-450e-b071-fa08415b0072" providerId="ADAL" clId="{E2C2CDDD-CAC9-4783-87D1-CAEB4364208D}" dt="2026-10-26T02:17:11.198" v="355"/>
          <ac:spMkLst>
            <pc:docMk/>
            <pc:sldMk cId="4185955122" sldId="311"/>
            <ac:spMk id="27" creationId="{097DFD5E-A6CE-35D5-B098-49F288BC42F1}"/>
          </ac:spMkLst>
        </pc:spChg>
        <pc:spChg chg="add del mod">
          <ac:chgData name="Sergey Chernykh" userId="c7c135f1-59ad-450e-b071-fa08415b0072" providerId="ADAL" clId="{E2C2CDDD-CAC9-4783-87D1-CAEB4364208D}" dt="2026-10-26T02:48:04.524" v="565" actId="478"/>
          <ac:spMkLst>
            <pc:docMk/>
            <pc:sldMk cId="4185955122" sldId="311"/>
            <ac:spMk id="28" creationId="{516454DE-3C4D-8449-EE69-6E4661A3D156}"/>
          </ac:spMkLst>
        </pc:spChg>
        <pc:picChg chg="add del mod">
          <ac:chgData name="Sergey Chernykh" userId="c7c135f1-59ad-450e-b071-fa08415b0072" providerId="ADAL" clId="{E2C2CDDD-CAC9-4783-87D1-CAEB4364208D}" dt="2026-10-26T13:04:08.166" v="1361" actId="21"/>
          <ac:picMkLst>
            <pc:docMk/>
            <pc:sldMk cId="4185955122" sldId="311"/>
            <ac:picMk id="3" creationId="{8BAE702E-9A8D-5E9A-7781-3C7A1D056C5C}"/>
          </ac:picMkLst>
        </pc:picChg>
        <pc:picChg chg="add del mod">
          <ac:chgData name="Sergey Chernykh" userId="c7c135f1-59ad-450e-b071-fa08415b0072" providerId="ADAL" clId="{E2C2CDDD-CAC9-4783-87D1-CAEB4364208D}" dt="2026-10-26T12:36:08.293" v="1070" actId="478"/>
          <ac:picMkLst>
            <pc:docMk/>
            <pc:sldMk cId="4185955122" sldId="311"/>
            <ac:picMk id="5" creationId="{B34DA70C-84AC-2C09-AE4D-3F7E3151E27F}"/>
          </ac:picMkLst>
        </pc:picChg>
        <pc:picChg chg="add mod">
          <ac:chgData name="Sergey Chernykh" userId="c7c135f1-59ad-450e-b071-fa08415b0072" providerId="ADAL" clId="{E2C2CDDD-CAC9-4783-87D1-CAEB4364208D}" dt="2026-10-26T12:37:55.820" v="1119" actId="1036"/>
          <ac:picMkLst>
            <pc:docMk/>
            <pc:sldMk cId="4185955122" sldId="311"/>
            <ac:picMk id="9" creationId="{2813DA93-FF4E-82D2-FA40-CCE030FA3F31}"/>
          </ac:picMkLst>
        </pc:picChg>
        <pc:picChg chg="add del mod">
          <ac:chgData name="Sergey Chernykh" userId="c7c135f1-59ad-450e-b071-fa08415b0072" providerId="ADAL" clId="{E2C2CDDD-CAC9-4783-87D1-CAEB4364208D}" dt="2026-10-26T12:39:51.518" v="1169" actId="478"/>
          <ac:picMkLst>
            <pc:docMk/>
            <pc:sldMk cId="4185955122" sldId="311"/>
            <ac:picMk id="11" creationId="{2BFF8E93-1577-7B3E-6416-F9512CA5B16C}"/>
          </ac:picMkLst>
        </pc:picChg>
        <pc:picChg chg="add mod">
          <ac:chgData name="Sergey Chernykh" userId="c7c135f1-59ad-450e-b071-fa08415b0072" providerId="ADAL" clId="{E2C2CDDD-CAC9-4783-87D1-CAEB4364208D}" dt="2026-10-26T13:06:59.205" v="1467" actId="1076"/>
          <ac:picMkLst>
            <pc:docMk/>
            <pc:sldMk cId="4185955122" sldId="311"/>
            <ac:picMk id="13" creationId="{AAA913D1-426F-4148-A8DA-DBB29C1A95BE}"/>
          </ac:picMkLst>
        </pc:picChg>
      </pc:sldChg>
      <pc:sldChg chg="addSp delSp modSp mod modNotesTx">
        <pc:chgData name="Sergey Chernykh" userId="c7c135f1-59ad-450e-b071-fa08415b0072" providerId="ADAL" clId="{E2C2CDDD-CAC9-4783-87D1-CAEB4364208D}" dt="2026-10-26T13:14:47.058" v="1497" actId="6549"/>
        <pc:sldMkLst>
          <pc:docMk/>
          <pc:sldMk cId="2876673152" sldId="312"/>
        </pc:sldMkLst>
        <pc:spChg chg="add del mod">
          <ac:chgData name="Sergey Chernykh" userId="c7c135f1-59ad-450e-b071-fa08415b0072" providerId="ADAL" clId="{E2C2CDDD-CAC9-4783-87D1-CAEB4364208D}" dt="2026-10-26T02:46:31.972" v="557" actId="478"/>
          <ac:spMkLst>
            <pc:docMk/>
            <pc:sldMk cId="2876673152" sldId="312"/>
            <ac:spMk id="3" creationId="{DD364582-7059-E6E8-E34A-59DEC667B4FE}"/>
          </ac:spMkLst>
        </pc:spChg>
        <pc:spChg chg="add mod">
          <ac:chgData name="Sergey Chernykh" userId="c7c135f1-59ad-450e-b071-fa08415b0072" providerId="ADAL" clId="{E2C2CDDD-CAC9-4783-87D1-CAEB4364208D}" dt="2026-10-26T12:46:13.585" v="1231" actId="1076"/>
          <ac:spMkLst>
            <pc:docMk/>
            <pc:sldMk cId="2876673152" sldId="312"/>
            <ac:spMk id="4" creationId="{BAB68DD4-F78A-D444-F9DD-D0819CD9278B}"/>
          </ac:spMkLst>
        </pc:spChg>
        <pc:spChg chg="del">
          <ac:chgData name="Sergey Chernykh" userId="c7c135f1-59ad-450e-b071-fa08415b0072" providerId="ADAL" clId="{E2C2CDDD-CAC9-4783-87D1-CAEB4364208D}" dt="2026-10-26T02:46:26.084" v="556" actId="478"/>
          <ac:spMkLst>
            <pc:docMk/>
            <pc:sldMk cId="2876673152" sldId="312"/>
            <ac:spMk id="5" creationId="{0E5D8E96-0421-E5F1-9BDA-C20084309EE5}"/>
          </ac:spMkLst>
        </pc:spChg>
        <pc:spChg chg="del">
          <ac:chgData name="Sergey Chernykh" userId="c7c135f1-59ad-450e-b071-fa08415b0072" providerId="ADAL" clId="{E2C2CDDD-CAC9-4783-87D1-CAEB4364208D}" dt="2026-10-26T12:48:16.648" v="1257" actId="478"/>
          <ac:spMkLst>
            <pc:docMk/>
            <pc:sldMk cId="2876673152" sldId="312"/>
            <ac:spMk id="6" creationId="{B5D00C08-B08C-29A4-122B-A7E2469EC700}"/>
          </ac:spMkLst>
        </pc:spChg>
        <pc:spChg chg="del">
          <ac:chgData name="Sergey Chernykh" userId="c7c135f1-59ad-450e-b071-fa08415b0072" providerId="ADAL" clId="{E2C2CDDD-CAC9-4783-87D1-CAEB4364208D}" dt="2026-10-26T02:46:26.084" v="556" actId="478"/>
          <ac:spMkLst>
            <pc:docMk/>
            <pc:sldMk cId="2876673152" sldId="312"/>
            <ac:spMk id="8" creationId="{AC9C800C-65BB-CD20-FE4E-9B5F5F403E0B}"/>
          </ac:spMkLst>
        </pc:spChg>
        <pc:spChg chg="del">
          <ac:chgData name="Sergey Chernykh" userId="c7c135f1-59ad-450e-b071-fa08415b0072" providerId="ADAL" clId="{E2C2CDDD-CAC9-4783-87D1-CAEB4364208D}" dt="2026-10-26T02:46:26.084" v="556" actId="478"/>
          <ac:spMkLst>
            <pc:docMk/>
            <pc:sldMk cId="2876673152" sldId="312"/>
            <ac:spMk id="9" creationId="{196C0575-811B-112A-2D4F-F043CE3B7320}"/>
          </ac:spMkLst>
        </pc:spChg>
        <pc:spChg chg="del">
          <ac:chgData name="Sergey Chernykh" userId="c7c135f1-59ad-450e-b071-fa08415b0072" providerId="ADAL" clId="{E2C2CDDD-CAC9-4783-87D1-CAEB4364208D}" dt="2026-10-26T02:46:26.084" v="556" actId="478"/>
          <ac:spMkLst>
            <pc:docMk/>
            <pc:sldMk cId="2876673152" sldId="312"/>
            <ac:spMk id="10" creationId="{313FB74A-9ED2-CBB6-2CA5-BE5E92D830E1}"/>
          </ac:spMkLst>
        </pc:spChg>
        <pc:spChg chg="del">
          <ac:chgData name="Sergey Chernykh" userId="c7c135f1-59ad-450e-b071-fa08415b0072" providerId="ADAL" clId="{E2C2CDDD-CAC9-4783-87D1-CAEB4364208D}" dt="2026-10-26T02:46:26.084" v="556" actId="478"/>
          <ac:spMkLst>
            <pc:docMk/>
            <pc:sldMk cId="2876673152" sldId="312"/>
            <ac:spMk id="11" creationId="{6508A47E-E757-65D3-B02C-01D6DA7D543A}"/>
          </ac:spMkLst>
        </pc:spChg>
        <pc:spChg chg="del">
          <ac:chgData name="Sergey Chernykh" userId="c7c135f1-59ad-450e-b071-fa08415b0072" providerId="ADAL" clId="{E2C2CDDD-CAC9-4783-87D1-CAEB4364208D}" dt="2026-10-26T02:46:26.084" v="556" actId="478"/>
          <ac:spMkLst>
            <pc:docMk/>
            <pc:sldMk cId="2876673152" sldId="312"/>
            <ac:spMk id="12" creationId="{FED12B55-43AD-1DF6-40E6-17BEC9A1506C}"/>
          </ac:spMkLst>
        </pc:spChg>
        <pc:spChg chg="del">
          <ac:chgData name="Sergey Chernykh" userId="c7c135f1-59ad-450e-b071-fa08415b0072" providerId="ADAL" clId="{E2C2CDDD-CAC9-4783-87D1-CAEB4364208D}" dt="2026-10-26T02:46:26.084" v="556" actId="478"/>
          <ac:spMkLst>
            <pc:docMk/>
            <pc:sldMk cId="2876673152" sldId="312"/>
            <ac:spMk id="13" creationId="{78EFD345-FEA0-E608-8A27-159477F011BA}"/>
          </ac:spMkLst>
        </pc:spChg>
        <pc:spChg chg="del">
          <ac:chgData name="Sergey Chernykh" userId="c7c135f1-59ad-450e-b071-fa08415b0072" providerId="ADAL" clId="{E2C2CDDD-CAC9-4783-87D1-CAEB4364208D}" dt="2026-10-26T02:46:26.084" v="556" actId="478"/>
          <ac:spMkLst>
            <pc:docMk/>
            <pc:sldMk cId="2876673152" sldId="312"/>
            <ac:spMk id="14" creationId="{584F3209-1B30-ADB9-EEA4-AEB5340D462E}"/>
          </ac:spMkLst>
        </pc:spChg>
        <pc:spChg chg="add mod">
          <ac:chgData name="Sergey Chernykh" userId="c7c135f1-59ad-450e-b071-fa08415b0072" providerId="ADAL" clId="{E2C2CDDD-CAC9-4783-87D1-CAEB4364208D}" dt="2026-10-26T02:46:32.673" v="558"/>
          <ac:spMkLst>
            <pc:docMk/>
            <pc:sldMk cId="2876673152" sldId="312"/>
            <ac:spMk id="15" creationId="{AFF33DE4-118B-71D3-D79E-E756488FC6B5}"/>
          </ac:spMkLst>
        </pc:spChg>
        <pc:spChg chg="add mod">
          <ac:chgData name="Sergey Chernykh" userId="c7c135f1-59ad-450e-b071-fa08415b0072" providerId="ADAL" clId="{E2C2CDDD-CAC9-4783-87D1-CAEB4364208D}" dt="2026-10-26T12:53:32.057" v="1296" actId="1076"/>
          <ac:spMkLst>
            <pc:docMk/>
            <pc:sldMk cId="2876673152" sldId="312"/>
            <ac:spMk id="16" creationId="{57A7F6A7-AB81-B248-AA67-421025DE6058}"/>
          </ac:spMkLst>
        </pc:spChg>
        <pc:spChg chg="add mod">
          <ac:chgData name="Sergey Chernykh" userId="c7c135f1-59ad-450e-b071-fa08415b0072" providerId="ADAL" clId="{E2C2CDDD-CAC9-4783-87D1-CAEB4364208D}" dt="2026-10-26T02:46:32.673" v="558"/>
          <ac:spMkLst>
            <pc:docMk/>
            <pc:sldMk cId="2876673152" sldId="312"/>
            <ac:spMk id="17" creationId="{DCA612CC-683F-D1E9-7633-8EB370F31FD9}"/>
          </ac:spMkLst>
        </pc:spChg>
        <pc:spChg chg="add mod">
          <ac:chgData name="Sergey Chernykh" userId="c7c135f1-59ad-450e-b071-fa08415b0072" providerId="ADAL" clId="{E2C2CDDD-CAC9-4783-87D1-CAEB4364208D}" dt="2026-10-26T02:46:32.673" v="558"/>
          <ac:spMkLst>
            <pc:docMk/>
            <pc:sldMk cId="2876673152" sldId="312"/>
            <ac:spMk id="18" creationId="{AEABEB5F-262D-D312-8B85-90AAC32571EF}"/>
          </ac:spMkLst>
        </pc:spChg>
        <pc:spChg chg="add mod">
          <ac:chgData name="Sergey Chernykh" userId="c7c135f1-59ad-450e-b071-fa08415b0072" providerId="ADAL" clId="{E2C2CDDD-CAC9-4783-87D1-CAEB4364208D}" dt="2026-10-26T02:46:32.673" v="558"/>
          <ac:spMkLst>
            <pc:docMk/>
            <pc:sldMk cId="2876673152" sldId="312"/>
            <ac:spMk id="19" creationId="{5BE2E53F-B535-507D-0F2F-44F88286F06D}"/>
          </ac:spMkLst>
        </pc:spChg>
        <pc:spChg chg="add mod">
          <ac:chgData name="Sergey Chernykh" userId="c7c135f1-59ad-450e-b071-fa08415b0072" providerId="ADAL" clId="{E2C2CDDD-CAC9-4783-87D1-CAEB4364208D}" dt="2026-10-26T02:46:32.673" v="558"/>
          <ac:spMkLst>
            <pc:docMk/>
            <pc:sldMk cId="2876673152" sldId="312"/>
            <ac:spMk id="20" creationId="{341C6904-2A8C-F929-4BB8-03E181F68198}"/>
          </ac:spMkLst>
        </pc:spChg>
        <pc:spChg chg="add del mod">
          <ac:chgData name="Sergey Chernykh" userId="c7c135f1-59ad-450e-b071-fa08415b0072" providerId="ADAL" clId="{E2C2CDDD-CAC9-4783-87D1-CAEB4364208D}" dt="2026-10-26T02:46:38.612" v="559" actId="478"/>
          <ac:spMkLst>
            <pc:docMk/>
            <pc:sldMk cId="2876673152" sldId="312"/>
            <ac:spMk id="21" creationId="{E457B3AB-A2C8-24C8-5061-4D8C7C0A89CE}"/>
          </ac:spMkLst>
        </pc:spChg>
        <pc:picChg chg="add mod">
          <ac:chgData name="Sergey Chernykh" userId="c7c135f1-59ad-450e-b071-fa08415b0072" providerId="ADAL" clId="{E2C2CDDD-CAC9-4783-87D1-CAEB4364208D}" dt="2026-10-26T12:46:36.877" v="1244" actId="1035"/>
          <ac:picMkLst>
            <pc:docMk/>
            <pc:sldMk cId="2876673152" sldId="312"/>
            <ac:picMk id="3" creationId="{1849BDFC-56E1-2CF6-E3EA-B4106D895B3F}"/>
          </ac:picMkLst>
        </pc:picChg>
        <pc:picChg chg="add del mod">
          <ac:chgData name="Sergey Chernykh" userId="c7c135f1-59ad-450e-b071-fa08415b0072" providerId="ADAL" clId="{E2C2CDDD-CAC9-4783-87D1-CAEB4364208D}" dt="2026-10-26T12:47:33.621" v="1251" actId="478"/>
          <ac:picMkLst>
            <pc:docMk/>
            <pc:sldMk cId="2876673152" sldId="312"/>
            <ac:picMk id="8" creationId="{B5A17E2C-F929-7A92-24A6-924FAD1095B6}"/>
          </ac:picMkLst>
        </pc:picChg>
        <pc:picChg chg="add mod ord">
          <ac:chgData name="Sergey Chernykh" userId="c7c135f1-59ad-450e-b071-fa08415b0072" providerId="ADAL" clId="{E2C2CDDD-CAC9-4783-87D1-CAEB4364208D}" dt="2026-10-26T12:53:36.933" v="1297" actId="14100"/>
          <ac:picMkLst>
            <pc:docMk/>
            <pc:sldMk cId="2876673152" sldId="312"/>
            <ac:picMk id="10" creationId="{C369D2DB-9D30-2E8D-E4E8-AD8304C2BA80}"/>
          </ac:picMkLst>
        </pc:picChg>
      </pc:sldChg>
      <pc:sldChg chg="addSp delSp modSp mod modAnim modNotesTx">
        <pc:chgData name="Sergey Chernykh" userId="c7c135f1-59ad-450e-b071-fa08415b0072" providerId="ADAL" clId="{E2C2CDDD-CAC9-4783-87D1-CAEB4364208D}" dt="2026-10-26T13:14:50.333" v="1498" actId="6549"/>
        <pc:sldMkLst>
          <pc:docMk/>
          <pc:sldMk cId="2730217575" sldId="313"/>
        </pc:sldMkLst>
        <pc:spChg chg="mod">
          <ac:chgData name="Sergey Chernykh" userId="c7c135f1-59ad-450e-b071-fa08415b0072" providerId="ADAL" clId="{E2C2CDDD-CAC9-4783-87D1-CAEB4364208D}" dt="2026-10-26T12:51:13.145" v="1282" actId="1076"/>
          <ac:spMkLst>
            <pc:docMk/>
            <pc:sldMk cId="2730217575" sldId="313"/>
            <ac:spMk id="4" creationId="{9B2E747E-8A4C-559B-BC39-A03C37A8B4C3}"/>
          </ac:spMkLst>
        </pc:spChg>
        <pc:spChg chg="del">
          <ac:chgData name="Sergey Chernykh" userId="c7c135f1-59ad-450e-b071-fa08415b0072" providerId="ADAL" clId="{E2C2CDDD-CAC9-4783-87D1-CAEB4364208D}" dt="2026-10-26T12:51:32.330" v="1286" actId="478"/>
          <ac:spMkLst>
            <pc:docMk/>
            <pc:sldMk cId="2730217575" sldId="313"/>
            <ac:spMk id="7" creationId="{231EE22C-1003-D2BB-3B88-9910F7C418B8}"/>
          </ac:spMkLst>
        </pc:spChg>
        <pc:spChg chg="del">
          <ac:chgData name="Sergey Chernykh" userId="c7c135f1-59ad-450e-b071-fa08415b0072" providerId="ADAL" clId="{E2C2CDDD-CAC9-4783-87D1-CAEB4364208D}" dt="2026-10-26T12:51:32.330" v="1286" actId="478"/>
          <ac:spMkLst>
            <pc:docMk/>
            <pc:sldMk cId="2730217575" sldId="313"/>
            <ac:spMk id="8" creationId="{0499A8E8-6C2D-19E7-F6ED-E42AA7AFAD4D}"/>
          </ac:spMkLst>
        </pc:spChg>
        <pc:spChg chg="del">
          <ac:chgData name="Sergey Chernykh" userId="c7c135f1-59ad-450e-b071-fa08415b0072" providerId="ADAL" clId="{E2C2CDDD-CAC9-4783-87D1-CAEB4364208D}" dt="2026-10-26T12:51:32.330" v="1286" actId="478"/>
          <ac:spMkLst>
            <pc:docMk/>
            <pc:sldMk cId="2730217575" sldId="313"/>
            <ac:spMk id="9" creationId="{163E54B4-DE49-C9E8-AB62-658335268195}"/>
          </ac:spMkLst>
        </pc:spChg>
        <pc:spChg chg="del">
          <ac:chgData name="Sergey Chernykh" userId="c7c135f1-59ad-450e-b071-fa08415b0072" providerId="ADAL" clId="{E2C2CDDD-CAC9-4783-87D1-CAEB4364208D}" dt="2026-10-26T12:51:32.330" v="1286" actId="478"/>
          <ac:spMkLst>
            <pc:docMk/>
            <pc:sldMk cId="2730217575" sldId="313"/>
            <ac:spMk id="11" creationId="{1C4685AD-F950-5F76-BA44-13EF49FD79C7}"/>
          </ac:spMkLst>
        </pc:spChg>
        <pc:spChg chg="del">
          <ac:chgData name="Sergey Chernykh" userId="c7c135f1-59ad-450e-b071-fa08415b0072" providerId="ADAL" clId="{E2C2CDDD-CAC9-4783-87D1-CAEB4364208D}" dt="2026-10-26T12:51:32.330" v="1286" actId="478"/>
          <ac:spMkLst>
            <pc:docMk/>
            <pc:sldMk cId="2730217575" sldId="313"/>
            <ac:spMk id="12" creationId="{65CC3A3B-4FBD-8FF7-DF84-88F9603B9476}"/>
          </ac:spMkLst>
        </pc:spChg>
        <pc:spChg chg="del">
          <ac:chgData name="Sergey Chernykh" userId="c7c135f1-59ad-450e-b071-fa08415b0072" providerId="ADAL" clId="{E2C2CDDD-CAC9-4783-87D1-CAEB4364208D}" dt="2026-10-26T12:51:32.330" v="1286" actId="478"/>
          <ac:spMkLst>
            <pc:docMk/>
            <pc:sldMk cId="2730217575" sldId="313"/>
            <ac:spMk id="13" creationId="{48BAA455-946D-769D-B205-127711F49264}"/>
          </ac:spMkLst>
        </pc:spChg>
        <pc:spChg chg="del">
          <ac:chgData name="Sergey Chernykh" userId="c7c135f1-59ad-450e-b071-fa08415b0072" providerId="ADAL" clId="{E2C2CDDD-CAC9-4783-87D1-CAEB4364208D}" dt="2026-10-26T12:51:32.330" v="1286" actId="478"/>
          <ac:spMkLst>
            <pc:docMk/>
            <pc:sldMk cId="2730217575" sldId="313"/>
            <ac:spMk id="15" creationId="{26EC03D6-EF0A-8C83-4DF5-99A7E5CE6B58}"/>
          </ac:spMkLst>
        </pc:spChg>
        <pc:spChg chg="del">
          <ac:chgData name="Sergey Chernykh" userId="c7c135f1-59ad-450e-b071-fa08415b0072" providerId="ADAL" clId="{E2C2CDDD-CAC9-4783-87D1-CAEB4364208D}" dt="2026-10-26T12:51:32.330" v="1286" actId="478"/>
          <ac:spMkLst>
            <pc:docMk/>
            <pc:sldMk cId="2730217575" sldId="313"/>
            <ac:spMk id="16" creationId="{2FB1AA97-6378-24F7-E20B-E7C3002AC4B6}"/>
          </ac:spMkLst>
        </pc:spChg>
        <pc:spChg chg="del">
          <ac:chgData name="Sergey Chernykh" userId="c7c135f1-59ad-450e-b071-fa08415b0072" providerId="ADAL" clId="{E2C2CDDD-CAC9-4783-87D1-CAEB4364208D}" dt="2026-10-26T12:51:32.330" v="1286" actId="478"/>
          <ac:spMkLst>
            <pc:docMk/>
            <pc:sldMk cId="2730217575" sldId="313"/>
            <ac:spMk id="17" creationId="{F8889C2C-25C9-80D1-E79B-B022A1BE7355}"/>
          </ac:spMkLst>
        </pc:spChg>
        <pc:spChg chg="del">
          <ac:chgData name="Sergey Chernykh" userId="c7c135f1-59ad-450e-b071-fa08415b0072" providerId="ADAL" clId="{E2C2CDDD-CAC9-4783-87D1-CAEB4364208D}" dt="2026-10-26T12:51:32.330" v="1286" actId="478"/>
          <ac:spMkLst>
            <pc:docMk/>
            <pc:sldMk cId="2730217575" sldId="313"/>
            <ac:spMk id="18" creationId="{81E2098A-DD4E-7B5E-396E-D064DA39C5EB}"/>
          </ac:spMkLst>
        </pc:spChg>
        <pc:spChg chg="del">
          <ac:chgData name="Sergey Chernykh" userId="c7c135f1-59ad-450e-b071-fa08415b0072" providerId="ADAL" clId="{E2C2CDDD-CAC9-4783-87D1-CAEB4364208D}" dt="2026-10-26T12:51:34.232" v="1287" actId="478"/>
          <ac:spMkLst>
            <pc:docMk/>
            <pc:sldMk cId="2730217575" sldId="313"/>
            <ac:spMk id="19" creationId="{9EA15856-A7F3-E4D3-EC6D-37AE4DBCC62E}"/>
          </ac:spMkLst>
        </pc:spChg>
        <pc:spChg chg="del">
          <ac:chgData name="Sergey Chernykh" userId="c7c135f1-59ad-450e-b071-fa08415b0072" providerId="ADAL" clId="{E2C2CDDD-CAC9-4783-87D1-CAEB4364208D}" dt="2026-10-26T02:47:58.300" v="564" actId="478"/>
          <ac:spMkLst>
            <pc:docMk/>
            <pc:sldMk cId="2730217575" sldId="313"/>
            <ac:spMk id="19" creationId="{AE60C13C-A857-4816-6678-92768DA4F710}"/>
          </ac:spMkLst>
        </pc:spChg>
        <pc:spChg chg="add del mod">
          <ac:chgData name="Sergey Chernykh" userId="c7c135f1-59ad-450e-b071-fa08415b0072" providerId="ADAL" clId="{E2C2CDDD-CAC9-4783-87D1-CAEB4364208D}" dt="2026-10-26T12:51:51.020" v="1293"/>
          <ac:spMkLst>
            <pc:docMk/>
            <pc:sldMk cId="2730217575" sldId="313"/>
            <ac:spMk id="20" creationId="{6D214158-16A6-47D8-907B-7FC20395819E}"/>
          </ac:spMkLst>
        </pc:spChg>
        <pc:spChg chg="add mod">
          <ac:chgData name="Sergey Chernykh" userId="c7c135f1-59ad-450e-b071-fa08415b0072" providerId="ADAL" clId="{E2C2CDDD-CAC9-4783-87D1-CAEB4364208D}" dt="2026-10-26T12:51:49.573" v="1291"/>
          <ac:spMkLst>
            <pc:docMk/>
            <pc:sldMk cId="2730217575" sldId="313"/>
            <ac:spMk id="21" creationId="{275152F8-ACC8-326B-2FC8-255CB723B408}"/>
          </ac:spMkLst>
        </pc:spChg>
        <pc:spChg chg="add mod">
          <ac:chgData name="Sergey Chernykh" userId="c7c135f1-59ad-450e-b071-fa08415b0072" providerId="ADAL" clId="{E2C2CDDD-CAC9-4783-87D1-CAEB4364208D}" dt="2026-10-26T12:55:34.242" v="1308" actId="207"/>
          <ac:spMkLst>
            <pc:docMk/>
            <pc:sldMk cId="2730217575" sldId="313"/>
            <ac:spMk id="22" creationId="{BE6E3F62-A618-BC9D-96DA-EBF4B51EC4C2}"/>
          </ac:spMkLst>
        </pc:spChg>
        <pc:spChg chg="add mod">
          <ac:chgData name="Sergey Chernykh" userId="c7c135f1-59ad-450e-b071-fa08415b0072" providerId="ADAL" clId="{E2C2CDDD-CAC9-4783-87D1-CAEB4364208D}" dt="2026-10-26T12:51:49.573" v="1291"/>
          <ac:spMkLst>
            <pc:docMk/>
            <pc:sldMk cId="2730217575" sldId="313"/>
            <ac:spMk id="24" creationId="{187C23A5-8721-0443-09E0-5EB2E63D9908}"/>
          </ac:spMkLst>
        </pc:spChg>
        <pc:spChg chg="add mod">
          <ac:chgData name="Sergey Chernykh" userId="c7c135f1-59ad-450e-b071-fa08415b0072" providerId="ADAL" clId="{E2C2CDDD-CAC9-4783-87D1-CAEB4364208D}" dt="2026-10-26T12:51:49.573" v="1291"/>
          <ac:spMkLst>
            <pc:docMk/>
            <pc:sldMk cId="2730217575" sldId="313"/>
            <ac:spMk id="26" creationId="{FC7F1310-0575-9CDB-FD19-9FB143DECC3B}"/>
          </ac:spMkLst>
        </pc:spChg>
        <pc:spChg chg="add mod">
          <ac:chgData name="Sergey Chernykh" userId="c7c135f1-59ad-450e-b071-fa08415b0072" providerId="ADAL" clId="{E2C2CDDD-CAC9-4783-87D1-CAEB4364208D}" dt="2026-10-26T13:10:01.938" v="1472" actId="207"/>
          <ac:spMkLst>
            <pc:docMk/>
            <pc:sldMk cId="2730217575" sldId="313"/>
            <ac:spMk id="27" creationId="{B9084A15-01E5-1C58-F5CD-50E1E6EEE1D8}"/>
          </ac:spMkLst>
        </pc:spChg>
        <pc:spChg chg="add mod">
          <ac:chgData name="Sergey Chernykh" userId="c7c135f1-59ad-450e-b071-fa08415b0072" providerId="ADAL" clId="{E2C2CDDD-CAC9-4783-87D1-CAEB4364208D}" dt="2026-10-26T12:51:49.573" v="1291"/>
          <ac:spMkLst>
            <pc:docMk/>
            <pc:sldMk cId="2730217575" sldId="313"/>
            <ac:spMk id="28" creationId="{9F9DE5D7-BC7C-010A-65C0-09562C299B10}"/>
          </ac:spMkLst>
        </pc:spChg>
        <pc:spChg chg="add mod">
          <ac:chgData name="Sergey Chernykh" userId="c7c135f1-59ad-450e-b071-fa08415b0072" providerId="ADAL" clId="{E2C2CDDD-CAC9-4783-87D1-CAEB4364208D}" dt="2026-10-26T12:51:49.573" v="1291"/>
          <ac:spMkLst>
            <pc:docMk/>
            <pc:sldMk cId="2730217575" sldId="313"/>
            <ac:spMk id="29" creationId="{D64AAB49-4DD3-EECC-DD08-00CC518B9B74}"/>
          </ac:spMkLst>
        </pc:spChg>
        <pc:spChg chg="add mod">
          <ac:chgData name="Sergey Chernykh" userId="c7c135f1-59ad-450e-b071-fa08415b0072" providerId="ADAL" clId="{E2C2CDDD-CAC9-4783-87D1-CAEB4364208D}" dt="2026-10-26T12:51:49.573" v="1291"/>
          <ac:spMkLst>
            <pc:docMk/>
            <pc:sldMk cId="2730217575" sldId="313"/>
            <ac:spMk id="30" creationId="{0EEE82DA-3EB0-DE93-BB29-68C422401D7B}"/>
          </ac:spMkLst>
        </pc:spChg>
        <pc:spChg chg="add mod">
          <ac:chgData name="Sergey Chernykh" userId="c7c135f1-59ad-450e-b071-fa08415b0072" providerId="ADAL" clId="{E2C2CDDD-CAC9-4783-87D1-CAEB4364208D}" dt="2026-10-26T12:51:49.573" v="1291"/>
          <ac:spMkLst>
            <pc:docMk/>
            <pc:sldMk cId="2730217575" sldId="313"/>
            <ac:spMk id="31" creationId="{8011FFBD-69B5-7D20-47CE-100A8229B1CF}"/>
          </ac:spMkLst>
        </pc:spChg>
        <pc:spChg chg="add mod">
          <ac:chgData name="Sergey Chernykh" userId="c7c135f1-59ad-450e-b071-fa08415b0072" providerId="ADAL" clId="{E2C2CDDD-CAC9-4783-87D1-CAEB4364208D}" dt="2026-10-26T12:51:49.573" v="1291"/>
          <ac:spMkLst>
            <pc:docMk/>
            <pc:sldMk cId="2730217575" sldId="313"/>
            <ac:spMk id="32" creationId="{A97C132F-553D-BBF1-0BC4-6F6690F055FB}"/>
          </ac:spMkLst>
        </pc:spChg>
        <pc:spChg chg="mod">
          <ac:chgData name="Sergey Chernykh" userId="c7c135f1-59ad-450e-b071-fa08415b0072" providerId="ADAL" clId="{E2C2CDDD-CAC9-4783-87D1-CAEB4364208D}" dt="2026-10-26T13:09:47.538" v="1470" actId="207"/>
          <ac:spMkLst>
            <pc:docMk/>
            <pc:sldMk cId="2730217575" sldId="313"/>
            <ac:spMk id="33" creationId="{E62567B3-5A60-00CE-64DE-8EF756271349}"/>
          </ac:spMkLst>
        </pc:spChg>
        <pc:spChg chg="mod">
          <ac:chgData name="Sergey Chernykh" userId="c7c135f1-59ad-450e-b071-fa08415b0072" providerId="ADAL" clId="{E2C2CDDD-CAC9-4783-87D1-CAEB4364208D}" dt="2026-10-26T13:09:55.577" v="1471" actId="207"/>
          <ac:spMkLst>
            <pc:docMk/>
            <pc:sldMk cId="2730217575" sldId="313"/>
            <ac:spMk id="34" creationId="{97C57802-1F07-E239-5E5B-90F0B6865FE9}"/>
          </ac:spMkLst>
        </pc:spChg>
        <pc:picChg chg="add del mod">
          <ac:chgData name="Sergey Chernykh" userId="c7c135f1-59ad-450e-b071-fa08415b0072" providerId="ADAL" clId="{E2C2CDDD-CAC9-4783-87D1-CAEB4364208D}" dt="2026-10-26T12:51:15.010" v="1284" actId="478"/>
          <ac:picMkLst>
            <pc:docMk/>
            <pc:sldMk cId="2730217575" sldId="313"/>
            <ac:picMk id="2" creationId="{49648554-F7CE-7B53-CC3C-EA98DF0B7F7F}"/>
          </ac:picMkLst>
        </pc:picChg>
      </pc:sldChg>
      <pc:sldChg chg="addSp delSp modSp mod modNotesTx">
        <pc:chgData name="Sergey Chernykh" userId="c7c135f1-59ad-450e-b071-fa08415b0072" providerId="ADAL" clId="{E2C2CDDD-CAC9-4783-87D1-CAEB4364208D}" dt="2026-10-26T13:15:05.275" v="1502" actId="6549"/>
        <pc:sldMkLst>
          <pc:docMk/>
          <pc:sldMk cId="4092176924" sldId="314"/>
        </pc:sldMkLst>
        <pc:spChg chg="del">
          <ac:chgData name="Sergey Chernykh" userId="c7c135f1-59ad-450e-b071-fa08415b0072" providerId="ADAL" clId="{E2C2CDDD-CAC9-4783-87D1-CAEB4364208D}" dt="2026-10-26T12:59:40.850" v="1323" actId="478"/>
          <ac:spMkLst>
            <pc:docMk/>
            <pc:sldMk cId="4092176924" sldId="314"/>
            <ac:spMk id="5" creationId="{45809E1F-0324-AA14-8900-C04E780BC059}"/>
          </ac:spMkLst>
        </pc:spChg>
        <pc:spChg chg="del">
          <ac:chgData name="Sergey Chernykh" userId="c7c135f1-59ad-450e-b071-fa08415b0072" providerId="ADAL" clId="{E2C2CDDD-CAC9-4783-87D1-CAEB4364208D}" dt="2026-10-26T12:59:40.850" v="1323" actId="478"/>
          <ac:spMkLst>
            <pc:docMk/>
            <pc:sldMk cId="4092176924" sldId="314"/>
            <ac:spMk id="8" creationId="{ABF60E39-9A37-BDE7-16B3-AE0C7BA55D43}"/>
          </ac:spMkLst>
        </pc:spChg>
        <pc:spChg chg="del">
          <ac:chgData name="Sergey Chernykh" userId="c7c135f1-59ad-450e-b071-fa08415b0072" providerId="ADAL" clId="{E2C2CDDD-CAC9-4783-87D1-CAEB4364208D}" dt="2026-10-26T12:59:40.850" v="1323" actId="478"/>
          <ac:spMkLst>
            <pc:docMk/>
            <pc:sldMk cId="4092176924" sldId="314"/>
            <ac:spMk id="9" creationId="{EE41FE4D-0AEC-76AD-6678-1CD8950F9082}"/>
          </ac:spMkLst>
        </pc:spChg>
        <pc:spChg chg="del">
          <ac:chgData name="Sergey Chernykh" userId="c7c135f1-59ad-450e-b071-fa08415b0072" providerId="ADAL" clId="{E2C2CDDD-CAC9-4783-87D1-CAEB4364208D}" dt="2026-10-26T12:59:40.850" v="1323" actId="478"/>
          <ac:spMkLst>
            <pc:docMk/>
            <pc:sldMk cId="4092176924" sldId="314"/>
            <ac:spMk id="10" creationId="{B7F84192-97A0-E318-33C3-06122E27C870}"/>
          </ac:spMkLst>
        </pc:spChg>
        <pc:spChg chg="del">
          <ac:chgData name="Sergey Chernykh" userId="c7c135f1-59ad-450e-b071-fa08415b0072" providerId="ADAL" clId="{E2C2CDDD-CAC9-4783-87D1-CAEB4364208D}" dt="2026-10-26T12:59:40.850" v="1323" actId="478"/>
          <ac:spMkLst>
            <pc:docMk/>
            <pc:sldMk cId="4092176924" sldId="314"/>
            <ac:spMk id="11" creationId="{D798B74C-40CE-343F-8DFA-234EF4839F77}"/>
          </ac:spMkLst>
        </pc:spChg>
        <pc:spChg chg="del">
          <ac:chgData name="Sergey Chernykh" userId="c7c135f1-59ad-450e-b071-fa08415b0072" providerId="ADAL" clId="{E2C2CDDD-CAC9-4783-87D1-CAEB4364208D}" dt="2026-10-26T12:59:40.850" v="1323" actId="478"/>
          <ac:spMkLst>
            <pc:docMk/>
            <pc:sldMk cId="4092176924" sldId="314"/>
            <ac:spMk id="12" creationId="{59011F5D-067A-CB46-E016-549503F94C21}"/>
          </ac:spMkLst>
        </pc:spChg>
        <pc:spChg chg="del">
          <ac:chgData name="Sergey Chernykh" userId="c7c135f1-59ad-450e-b071-fa08415b0072" providerId="ADAL" clId="{E2C2CDDD-CAC9-4783-87D1-CAEB4364208D}" dt="2026-10-26T12:59:40.850" v="1323" actId="478"/>
          <ac:spMkLst>
            <pc:docMk/>
            <pc:sldMk cId="4092176924" sldId="314"/>
            <ac:spMk id="13" creationId="{F66F6ED9-9624-5061-7734-F5BB1F3F61A3}"/>
          </ac:spMkLst>
        </pc:spChg>
        <pc:spChg chg="add del mod">
          <ac:chgData name="Sergey Chernykh" userId="c7c135f1-59ad-450e-b071-fa08415b0072" providerId="ADAL" clId="{E2C2CDDD-CAC9-4783-87D1-CAEB4364208D}" dt="2026-10-26T12:59:43.847" v="1324" actId="478"/>
          <ac:spMkLst>
            <pc:docMk/>
            <pc:sldMk cId="4092176924" sldId="314"/>
            <ac:spMk id="14" creationId="{100EABC9-0951-DE35-450B-4C063231E508}"/>
          </ac:spMkLst>
        </pc:spChg>
        <pc:picChg chg="add mod">
          <ac:chgData name="Sergey Chernykh" userId="c7c135f1-59ad-450e-b071-fa08415b0072" providerId="ADAL" clId="{E2C2CDDD-CAC9-4783-87D1-CAEB4364208D}" dt="2026-10-26T12:59:53.994" v="1328" actId="14100"/>
          <ac:picMkLst>
            <pc:docMk/>
            <pc:sldMk cId="4092176924" sldId="314"/>
            <ac:picMk id="3" creationId="{073AB3AB-F720-AE5E-8990-D8EA2623FCD8}"/>
          </ac:picMkLst>
        </pc:picChg>
      </pc:sldChg>
      <pc:sldChg chg="del">
        <pc:chgData name="Sergey Chernykh" userId="c7c135f1-59ad-450e-b071-fa08415b0072" providerId="ADAL" clId="{E2C2CDDD-CAC9-4783-87D1-CAEB4364208D}" dt="2026-10-26T13:02:25.354" v="1339" actId="47"/>
        <pc:sldMkLst>
          <pc:docMk/>
          <pc:sldMk cId="596250063" sldId="315"/>
        </pc:sldMkLst>
      </pc:sldChg>
      <pc:sldChg chg="addSp delSp modSp mod ord modNotesTx">
        <pc:chgData name="Sergey Chernykh" userId="c7c135f1-59ad-450e-b071-fa08415b0072" providerId="ADAL" clId="{E2C2CDDD-CAC9-4783-87D1-CAEB4364208D}" dt="2026-10-26T13:15:19.592" v="1506" actId="6549"/>
        <pc:sldMkLst>
          <pc:docMk/>
          <pc:sldMk cId="2247297901" sldId="316"/>
        </pc:sldMkLst>
        <pc:spChg chg="add del mod">
          <ac:chgData name="Sergey Chernykh" userId="c7c135f1-59ad-450e-b071-fa08415b0072" providerId="ADAL" clId="{E2C2CDDD-CAC9-4783-87D1-CAEB4364208D}" dt="2026-10-26T13:03:17.574" v="1349" actId="478"/>
          <ac:spMkLst>
            <pc:docMk/>
            <pc:sldMk cId="2247297901" sldId="316"/>
            <ac:spMk id="3" creationId="{42C84D1E-0340-88C5-8945-72D34D270F91}"/>
          </ac:spMkLst>
        </pc:spChg>
        <pc:spChg chg="add mod">
          <ac:chgData name="Sergey Chernykh" userId="c7c135f1-59ad-450e-b071-fa08415b0072" providerId="ADAL" clId="{E2C2CDDD-CAC9-4783-87D1-CAEB4364208D}" dt="2026-10-26T13:03:15.932" v="1348"/>
          <ac:spMkLst>
            <pc:docMk/>
            <pc:sldMk cId="2247297901" sldId="316"/>
            <ac:spMk id="4" creationId="{41648EA5-10CF-D4B5-5C8C-1CD5D04736B0}"/>
          </ac:spMkLst>
        </pc:spChg>
        <pc:spChg chg="del">
          <ac:chgData name="Sergey Chernykh" userId="c7c135f1-59ad-450e-b071-fa08415b0072" providerId="ADAL" clId="{E2C2CDDD-CAC9-4783-87D1-CAEB4364208D}" dt="2026-10-26T13:03:14.916" v="1346" actId="478"/>
          <ac:spMkLst>
            <pc:docMk/>
            <pc:sldMk cId="2247297901" sldId="316"/>
            <ac:spMk id="5" creationId="{66862BB8-DB7A-6E7C-F99B-AF13279E9717}"/>
          </ac:spMkLst>
        </pc:spChg>
        <pc:spChg chg="del">
          <ac:chgData name="Sergey Chernykh" userId="c7c135f1-59ad-450e-b071-fa08415b0072" providerId="ADAL" clId="{E2C2CDDD-CAC9-4783-87D1-CAEB4364208D}" dt="2026-10-26T13:03:14.916" v="1346" actId="478"/>
          <ac:spMkLst>
            <pc:docMk/>
            <pc:sldMk cId="2247297901" sldId="316"/>
            <ac:spMk id="8" creationId="{4E018294-1755-ED4B-3795-D2858A09399C}"/>
          </ac:spMkLst>
        </pc:spChg>
        <pc:spChg chg="del">
          <ac:chgData name="Sergey Chernykh" userId="c7c135f1-59ad-450e-b071-fa08415b0072" providerId="ADAL" clId="{E2C2CDDD-CAC9-4783-87D1-CAEB4364208D}" dt="2026-10-26T13:03:14.916" v="1346" actId="478"/>
          <ac:spMkLst>
            <pc:docMk/>
            <pc:sldMk cId="2247297901" sldId="316"/>
            <ac:spMk id="9" creationId="{872F2A48-66C8-07A9-692E-BC4267DBB67E}"/>
          </ac:spMkLst>
        </pc:spChg>
        <pc:spChg chg="del">
          <ac:chgData name="Sergey Chernykh" userId="c7c135f1-59ad-450e-b071-fa08415b0072" providerId="ADAL" clId="{E2C2CDDD-CAC9-4783-87D1-CAEB4364208D}" dt="2026-10-26T13:03:14.916" v="1346" actId="478"/>
          <ac:spMkLst>
            <pc:docMk/>
            <pc:sldMk cId="2247297901" sldId="316"/>
            <ac:spMk id="10" creationId="{0CF48E4B-96EF-A476-8EA2-09FB188A2594}"/>
          </ac:spMkLst>
        </pc:spChg>
        <pc:spChg chg="del">
          <ac:chgData name="Sergey Chernykh" userId="c7c135f1-59ad-450e-b071-fa08415b0072" providerId="ADAL" clId="{E2C2CDDD-CAC9-4783-87D1-CAEB4364208D}" dt="2026-10-26T13:03:14.916" v="1346" actId="478"/>
          <ac:spMkLst>
            <pc:docMk/>
            <pc:sldMk cId="2247297901" sldId="316"/>
            <ac:spMk id="11" creationId="{D80A2BEE-5EC4-0685-9C8B-F0F85B7B52B4}"/>
          </ac:spMkLst>
        </pc:spChg>
        <pc:spChg chg="del">
          <ac:chgData name="Sergey Chernykh" userId="c7c135f1-59ad-450e-b071-fa08415b0072" providerId="ADAL" clId="{E2C2CDDD-CAC9-4783-87D1-CAEB4364208D}" dt="2026-10-26T13:03:14.916" v="1346" actId="478"/>
          <ac:spMkLst>
            <pc:docMk/>
            <pc:sldMk cId="2247297901" sldId="316"/>
            <ac:spMk id="12" creationId="{4B7FE9C4-2786-E40E-997F-56D3D4A03ADC}"/>
          </ac:spMkLst>
        </pc:spChg>
        <pc:spChg chg="del">
          <ac:chgData name="Sergey Chernykh" userId="c7c135f1-59ad-450e-b071-fa08415b0072" providerId="ADAL" clId="{E2C2CDDD-CAC9-4783-87D1-CAEB4364208D}" dt="2026-10-26T13:03:14.916" v="1346" actId="478"/>
          <ac:spMkLst>
            <pc:docMk/>
            <pc:sldMk cId="2247297901" sldId="316"/>
            <ac:spMk id="13" creationId="{2BFDDC0F-923F-7CC1-184A-8768CAC921EB}"/>
          </ac:spMkLst>
        </pc:spChg>
        <pc:spChg chg="add mod">
          <ac:chgData name="Sergey Chernykh" userId="c7c135f1-59ad-450e-b071-fa08415b0072" providerId="ADAL" clId="{E2C2CDDD-CAC9-4783-87D1-CAEB4364208D}" dt="2026-10-26T13:03:15.346" v="1347"/>
          <ac:spMkLst>
            <pc:docMk/>
            <pc:sldMk cId="2247297901" sldId="316"/>
            <ac:spMk id="14" creationId="{EDE42EE7-174E-5CBA-E670-E232D1D4A8AB}"/>
          </ac:spMkLst>
        </pc:spChg>
        <pc:spChg chg="add mod">
          <ac:chgData name="Sergey Chernykh" userId="c7c135f1-59ad-450e-b071-fa08415b0072" providerId="ADAL" clId="{E2C2CDDD-CAC9-4783-87D1-CAEB4364208D}" dt="2026-10-26T13:03:15.346" v="1347"/>
          <ac:spMkLst>
            <pc:docMk/>
            <pc:sldMk cId="2247297901" sldId="316"/>
            <ac:spMk id="15" creationId="{F0105777-C467-FF79-527C-429DF8A72067}"/>
          </ac:spMkLst>
        </pc:spChg>
        <pc:spChg chg="add mod">
          <ac:chgData name="Sergey Chernykh" userId="c7c135f1-59ad-450e-b071-fa08415b0072" providerId="ADAL" clId="{E2C2CDDD-CAC9-4783-87D1-CAEB4364208D}" dt="2026-10-26T13:03:15.346" v="1347"/>
          <ac:spMkLst>
            <pc:docMk/>
            <pc:sldMk cId="2247297901" sldId="316"/>
            <ac:spMk id="16" creationId="{C8479783-1A3E-1428-ADEB-C4A5D6026CFC}"/>
          </ac:spMkLst>
        </pc:spChg>
        <pc:spChg chg="add mod">
          <ac:chgData name="Sergey Chernykh" userId="c7c135f1-59ad-450e-b071-fa08415b0072" providerId="ADAL" clId="{E2C2CDDD-CAC9-4783-87D1-CAEB4364208D}" dt="2026-10-26T13:03:17.917" v="1350"/>
          <ac:spMkLst>
            <pc:docMk/>
            <pc:sldMk cId="2247297901" sldId="316"/>
            <ac:spMk id="17" creationId="{9164FCCF-39CC-5F9D-4ACB-31DCDFBBC1E3}"/>
          </ac:spMkLst>
        </pc:spChg>
        <pc:spChg chg="add mod">
          <ac:chgData name="Sergey Chernykh" userId="c7c135f1-59ad-450e-b071-fa08415b0072" providerId="ADAL" clId="{E2C2CDDD-CAC9-4783-87D1-CAEB4364208D}" dt="2026-10-26T13:03:17.917" v="1350"/>
          <ac:spMkLst>
            <pc:docMk/>
            <pc:sldMk cId="2247297901" sldId="316"/>
            <ac:spMk id="18" creationId="{6B818492-80B9-1C67-3581-7D9657658CAF}"/>
          </ac:spMkLst>
        </pc:spChg>
        <pc:spChg chg="add mod">
          <ac:chgData name="Sergey Chernykh" userId="c7c135f1-59ad-450e-b071-fa08415b0072" providerId="ADAL" clId="{E2C2CDDD-CAC9-4783-87D1-CAEB4364208D}" dt="2026-10-26T13:03:17.917" v="1350"/>
          <ac:spMkLst>
            <pc:docMk/>
            <pc:sldMk cId="2247297901" sldId="316"/>
            <ac:spMk id="19" creationId="{2E45DDF6-0F53-D5E5-051C-D3871E6B86A9}"/>
          </ac:spMkLst>
        </pc:spChg>
        <pc:spChg chg="add mod">
          <ac:chgData name="Sergey Chernykh" userId="c7c135f1-59ad-450e-b071-fa08415b0072" providerId="ADAL" clId="{E2C2CDDD-CAC9-4783-87D1-CAEB4364208D}" dt="2026-10-26T13:03:17.917" v="1350"/>
          <ac:spMkLst>
            <pc:docMk/>
            <pc:sldMk cId="2247297901" sldId="316"/>
            <ac:spMk id="20" creationId="{025E7559-0D66-6FE8-E368-049693AB1A4F}"/>
          </ac:spMkLst>
        </pc:spChg>
      </pc:sldChg>
      <pc:sldChg chg="modSp del mod">
        <pc:chgData name="Sergey Chernykh" userId="c7c135f1-59ad-450e-b071-fa08415b0072" providerId="ADAL" clId="{E2C2CDDD-CAC9-4783-87D1-CAEB4364208D}" dt="2026-10-26T04:19:50.932" v="929" actId="47"/>
        <pc:sldMkLst>
          <pc:docMk/>
          <pc:sldMk cId="3533661826" sldId="317"/>
        </pc:sldMkLst>
        <pc:spChg chg="mod">
          <ac:chgData name="Sergey Chernykh" userId="c7c135f1-59ad-450e-b071-fa08415b0072" providerId="ADAL" clId="{E2C2CDDD-CAC9-4783-87D1-CAEB4364208D}" dt="2026-10-26T04:18:56.359" v="921" actId="207"/>
          <ac:spMkLst>
            <pc:docMk/>
            <pc:sldMk cId="3533661826" sldId="317"/>
            <ac:spMk id="4" creationId="{BDCC4270-57F1-6389-FAE9-624454914557}"/>
          </ac:spMkLst>
        </pc:spChg>
      </pc:sldChg>
      <pc:sldChg chg="del mod modShow">
        <pc:chgData name="Sergey Chernykh" userId="c7c135f1-59ad-450e-b071-fa08415b0072" providerId="ADAL" clId="{E2C2CDDD-CAC9-4783-87D1-CAEB4364208D}" dt="2026-10-26T13:03:34.810" v="1353" actId="47"/>
        <pc:sldMkLst>
          <pc:docMk/>
          <pc:sldMk cId="1093837885" sldId="318"/>
        </pc:sldMkLst>
      </pc:sldChg>
      <pc:sldChg chg="del mod modShow">
        <pc:chgData name="Sergey Chernykh" userId="c7c135f1-59ad-450e-b071-fa08415b0072" providerId="ADAL" clId="{E2C2CDDD-CAC9-4783-87D1-CAEB4364208D}" dt="2026-10-26T13:03:34.810" v="1353" actId="47"/>
        <pc:sldMkLst>
          <pc:docMk/>
          <pc:sldMk cId="2070966724" sldId="319"/>
        </pc:sldMkLst>
      </pc:sldChg>
      <pc:sldChg chg="del mod modShow">
        <pc:chgData name="Sergey Chernykh" userId="c7c135f1-59ad-450e-b071-fa08415b0072" providerId="ADAL" clId="{E2C2CDDD-CAC9-4783-87D1-CAEB4364208D}" dt="2026-10-26T13:03:34.810" v="1353" actId="47"/>
        <pc:sldMkLst>
          <pc:docMk/>
          <pc:sldMk cId="4112245571" sldId="320"/>
        </pc:sldMkLst>
      </pc:sldChg>
      <pc:sldChg chg="del mod ord modShow">
        <pc:chgData name="Sergey Chernykh" userId="c7c135f1-59ad-450e-b071-fa08415b0072" providerId="ADAL" clId="{E2C2CDDD-CAC9-4783-87D1-CAEB4364208D}" dt="2026-10-26T13:03:34.810" v="1353" actId="47"/>
        <pc:sldMkLst>
          <pc:docMk/>
          <pc:sldMk cId="2186779238" sldId="321"/>
        </pc:sldMkLst>
      </pc:sldChg>
      <pc:sldChg chg="addSp modSp del mod ord">
        <pc:chgData name="Sergey Chernykh" userId="c7c135f1-59ad-450e-b071-fa08415b0072" providerId="ADAL" clId="{E2C2CDDD-CAC9-4783-87D1-CAEB4364208D}" dt="2026-10-26T04:20:48.893" v="939" actId="47"/>
        <pc:sldMkLst>
          <pc:docMk/>
          <pc:sldMk cId="7063318" sldId="322"/>
        </pc:sldMkLst>
        <pc:spChg chg="mod">
          <ac:chgData name="Sergey Chernykh" userId="c7c135f1-59ad-450e-b071-fa08415b0072" providerId="ADAL" clId="{E2C2CDDD-CAC9-4783-87D1-CAEB4364208D}" dt="2026-10-26T02:44:56.006" v="501" actId="20577"/>
          <ac:spMkLst>
            <pc:docMk/>
            <pc:sldMk cId="7063318" sldId="322"/>
            <ac:spMk id="2" creationId="{0C99F002-BE30-9DF5-106A-64CBC80A1BFF}"/>
          </ac:spMkLst>
        </pc:spChg>
        <pc:spChg chg="add mod">
          <ac:chgData name="Sergey Chernykh" userId="c7c135f1-59ad-450e-b071-fa08415b0072" providerId="ADAL" clId="{E2C2CDDD-CAC9-4783-87D1-CAEB4364208D}" dt="2026-10-26T03:43:29.062" v="798" actId="12"/>
          <ac:spMkLst>
            <pc:docMk/>
            <pc:sldMk cId="7063318" sldId="322"/>
            <ac:spMk id="3" creationId="{15DBF764-3F7A-B96B-FDE4-A7EC854822C9}"/>
          </ac:spMkLst>
        </pc:spChg>
        <pc:spChg chg="mod">
          <ac:chgData name="Sergey Chernykh" userId="c7c135f1-59ad-450e-b071-fa08415b0072" providerId="ADAL" clId="{E2C2CDDD-CAC9-4783-87D1-CAEB4364208D}" dt="2026-10-26T03:43:19.281" v="797" actId="404"/>
          <ac:spMkLst>
            <pc:docMk/>
            <pc:sldMk cId="7063318" sldId="322"/>
            <ac:spMk id="6" creationId="{E9624139-3BA1-71CF-4E46-DF8FE4DE5163}"/>
          </ac:spMkLst>
        </pc:spChg>
      </pc:sldChg>
      <pc:sldChg chg="del ord">
        <pc:chgData name="Sergey Chernykh" userId="c7c135f1-59ad-450e-b071-fa08415b0072" providerId="ADAL" clId="{E2C2CDDD-CAC9-4783-87D1-CAEB4364208D}" dt="2026-10-26T13:01:06.840" v="1333" actId="47"/>
        <pc:sldMkLst>
          <pc:docMk/>
          <pc:sldMk cId="354506745" sldId="323"/>
        </pc:sldMkLst>
      </pc:sldChg>
      <pc:sldChg chg="modNotesTx">
        <pc:chgData name="Sergey Chernykh" userId="c7c135f1-59ad-450e-b071-fa08415b0072" providerId="ADAL" clId="{E2C2CDDD-CAC9-4783-87D1-CAEB4364208D}" dt="2026-10-26T13:15:26.283" v="1508" actId="6549"/>
        <pc:sldMkLst>
          <pc:docMk/>
          <pc:sldMk cId="3270913310" sldId="324"/>
        </pc:sldMkLst>
      </pc:sldChg>
      <pc:sldChg chg="delSp modSp mod modNotesTx">
        <pc:chgData name="Sergey Chernykh" userId="c7c135f1-59ad-450e-b071-fa08415b0072" providerId="ADAL" clId="{E2C2CDDD-CAC9-4783-87D1-CAEB4364208D}" dt="2026-10-26T13:15:32.646" v="1509" actId="6549"/>
        <pc:sldMkLst>
          <pc:docMk/>
          <pc:sldMk cId="493617740" sldId="325"/>
        </pc:sldMkLst>
        <pc:spChg chg="mod">
          <ac:chgData name="Sergey Chernykh" userId="c7c135f1-59ad-450e-b071-fa08415b0072" providerId="ADAL" clId="{E2C2CDDD-CAC9-4783-87D1-CAEB4364208D}" dt="2026-10-26T04:20:30.118" v="938" actId="1076"/>
          <ac:spMkLst>
            <pc:docMk/>
            <pc:sldMk cId="493617740" sldId="325"/>
            <ac:spMk id="2" creationId="{0BFC72E7-F2FD-1494-7B3F-5CF7CE138469}"/>
          </ac:spMkLst>
        </pc:spChg>
        <pc:spChg chg="del">
          <ac:chgData name="Sergey Chernykh" userId="c7c135f1-59ad-450e-b071-fa08415b0072" providerId="ADAL" clId="{E2C2CDDD-CAC9-4783-87D1-CAEB4364208D}" dt="2026-10-26T04:20:22.733" v="933" actId="478"/>
          <ac:spMkLst>
            <pc:docMk/>
            <pc:sldMk cId="493617740" sldId="325"/>
            <ac:spMk id="4" creationId="{D94A5D97-99FB-CCFE-DE96-2B428DD5A7BC}"/>
          </ac:spMkLst>
        </pc:spChg>
        <pc:spChg chg="del">
          <ac:chgData name="Sergey Chernykh" userId="c7c135f1-59ad-450e-b071-fa08415b0072" providerId="ADAL" clId="{E2C2CDDD-CAC9-4783-87D1-CAEB4364208D}" dt="2026-10-26T02:54:48.603" v="567" actId="478"/>
          <ac:spMkLst>
            <pc:docMk/>
            <pc:sldMk cId="493617740" sldId="325"/>
            <ac:spMk id="6" creationId="{AA76EBB6-69C8-DAF7-4CDD-DCF1487F0023}"/>
          </ac:spMkLst>
        </pc:spChg>
        <pc:spChg chg="del">
          <ac:chgData name="Sergey Chernykh" userId="c7c135f1-59ad-450e-b071-fa08415b0072" providerId="ADAL" clId="{E2C2CDDD-CAC9-4783-87D1-CAEB4364208D}" dt="2026-10-26T04:20:16.619" v="931" actId="478"/>
          <ac:spMkLst>
            <pc:docMk/>
            <pc:sldMk cId="493617740" sldId="325"/>
            <ac:spMk id="7" creationId="{5043114B-81CC-9152-AE17-1A8DA873E667}"/>
          </ac:spMkLst>
        </pc:spChg>
        <pc:spChg chg="del">
          <ac:chgData name="Sergey Chernykh" userId="c7c135f1-59ad-450e-b071-fa08415b0072" providerId="ADAL" clId="{E2C2CDDD-CAC9-4783-87D1-CAEB4364208D}" dt="2026-10-26T04:20:20.302" v="932" actId="478"/>
          <ac:spMkLst>
            <pc:docMk/>
            <pc:sldMk cId="493617740" sldId="325"/>
            <ac:spMk id="8" creationId="{64091EA8-C3ED-1FE2-38E7-5DB5F13D923F}"/>
          </ac:spMkLst>
        </pc:spChg>
      </pc:sldChg>
      <pc:sldChg chg="del">
        <pc:chgData name="Sergey Chernykh" userId="c7c135f1-59ad-450e-b071-fa08415b0072" providerId="ADAL" clId="{E2C2CDDD-CAC9-4783-87D1-CAEB4364208D}" dt="2026-10-26T02:54:43.940" v="566" actId="47"/>
        <pc:sldMkLst>
          <pc:docMk/>
          <pc:sldMk cId="3517267154" sldId="326"/>
        </pc:sldMkLst>
      </pc:sldChg>
      <pc:sldChg chg="del">
        <pc:chgData name="Sergey Chernykh" userId="c7c135f1-59ad-450e-b071-fa08415b0072" providerId="ADAL" clId="{E2C2CDDD-CAC9-4783-87D1-CAEB4364208D}" dt="2026-10-26T02:54:43.940" v="566" actId="47"/>
        <pc:sldMkLst>
          <pc:docMk/>
          <pc:sldMk cId="632224189" sldId="327"/>
        </pc:sldMkLst>
      </pc:sldChg>
      <pc:sldChg chg="del">
        <pc:chgData name="Sergey Chernykh" userId="c7c135f1-59ad-450e-b071-fa08415b0072" providerId="ADAL" clId="{E2C2CDDD-CAC9-4783-87D1-CAEB4364208D}" dt="2026-10-26T02:54:43.940" v="566" actId="47"/>
        <pc:sldMkLst>
          <pc:docMk/>
          <pc:sldMk cId="2755806455" sldId="328"/>
        </pc:sldMkLst>
      </pc:sldChg>
      <pc:sldChg chg="del">
        <pc:chgData name="Sergey Chernykh" userId="c7c135f1-59ad-450e-b071-fa08415b0072" providerId="ADAL" clId="{E2C2CDDD-CAC9-4783-87D1-CAEB4364208D}" dt="2026-10-26T02:54:43.940" v="566" actId="47"/>
        <pc:sldMkLst>
          <pc:docMk/>
          <pc:sldMk cId="286056030" sldId="329"/>
        </pc:sldMkLst>
      </pc:sldChg>
      <pc:sldChg chg="modSp add mod ord modNotesTx">
        <pc:chgData name="Sergey Chernykh" userId="c7c135f1-59ad-450e-b071-fa08415b0072" providerId="ADAL" clId="{E2C2CDDD-CAC9-4783-87D1-CAEB4364208D}" dt="2026-10-26T13:13:52.783" v="1481" actId="6549"/>
        <pc:sldMkLst>
          <pc:docMk/>
          <pc:sldMk cId="2963907165" sldId="330"/>
        </pc:sldMkLst>
        <pc:spChg chg="mod">
          <ac:chgData name="Sergey Chernykh" userId="c7c135f1-59ad-450e-b071-fa08415b0072" providerId="ADAL" clId="{E2C2CDDD-CAC9-4783-87D1-CAEB4364208D}" dt="2026-10-26T04:15:12.099" v="836" actId="20577"/>
          <ac:spMkLst>
            <pc:docMk/>
            <pc:sldMk cId="2963907165" sldId="330"/>
            <ac:spMk id="4" creationId="{DF66BB83-2448-0EDF-DC88-63C29FFE8AA7}"/>
          </ac:spMkLst>
        </pc:spChg>
        <pc:spChg chg="mod">
          <ac:chgData name="Sergey Chernykh" userId="c7c135f1-59ad-450e-b071-fa08415b0072" providerId="ADAL" clId="{E2C2CDDD-CAC9-4783-87D1-CAEB4364208D}" dt="2026-10-26T03:00:52.287" v="657" actId="20577"/>
          <ac:spMkLst>
            <pc:docMk/>
            <pc:sldMk cId="2963907165" sldId="330"/>
            <ac:spMk id="12" creationId="{E2AD6C19-0CED-A605-B60F-2E29E1EE68E9}"/>
          </ac:spMkLst>
        </pc:spChg>
      </pc:sldChg>
      <pc:sldChg chg="addSp delSp modSp add mod modNotesTx">
        <pc:chgData name="Sergey Chernykh" userId="c7c135f1-59ad-450e-b071-fa08415b0072" providerId="ADAL" clId="{E2C2CDDD-CAC9-4783-87D1-CAEB4364208D}" dt="2026-10-26T13:15:01.675" v="1501" actId="6549"/>
        <pc:sldMkLst>
          <pc:docMk/>
          <pc:sldMk cId="1923728485" sldId="331"/>
        </pc:sldMkLst>
        <pc:spChg chg="del">
          <ac:chgData name="Sergey Chernykh" userId="c7c135f1-59ad-450e-b071-fa08415b0072" providerId="ADAL" clId="{E2C2CDDD-CAC9-4783-87D1-CAEB4364208D}" dt="2026-10-26T02:47:25.205" v="562" actId="478"/>
          <ac:spMkLst>
            <pc:docMk/>
            <pc:sldMk cId="1923728485" sldId="331"/>
            <ac:spMk id="3" creationId="{573F8BFE-C0AB-2149-7FEB-BA412AD515DF}"/>
          </ac:spMkLst>
        </pc:spChg>
        <pc:spChg chg="del">
          <ac:chgData name="Sergey Chernykh" userId="c7c135f1-59ad-450e-b071-fa08415b0072" providerId="ADAL" clId="{E2C2CDDD-CAC9-4783-87D1-CAEB4364208D}" dt="2026-10-26T02:47:20.648" v="561" actId="478"/>
          <ac:spMkLst>
            <pc:docMk/>
            <pc:sldMk cId="1923728485" sldId="331"/>
            <ac:spMk id="4" creationId="{0156C7A2-A2E4-9011-4479-54DD2670FE24}"/>
          </ac:spMkLst>
        </pc:spChg>
        <pc:spChg chg="del">
          <ac:chgData name="Sergey Chernykh" userId="c7c135f1-59ad-450e-b071-fa08415b0072" providerId="ADAL" clId="{E2C2CDDD-CAC9-4783-87D1-CAEB4364208D}" dt="2026-10-26T02:47:20.648" v="561" actId="478"/>
          <ac:spMkLst>
            <pc:docMk/>
            <pc:sldMk cId="1923728485" sldId="331"/>
            <ac:spMk id="7" creationId="{84C0437E-793D-5FB3-1C75-C12A0C91E5EA}"/>
          </ac:spMkLst>
        </pc:spChg>
        <pc:spChg chg="del">
          <ac:chgData name="Sergey Chernykh" userId="c7c135f1-59ad-450e-b071-fa08415b0072" providerId="ADAL" clId="{E2C2CDDD-CAC9-4783-87D1-CAEB4364208D}" dt="2026-10-26T02:47:20.648" v="561" actId="478"/>
          <ac:spMkLst>
            <pc:docMk/>
            <pc:sldMk cId="1923728485" sldId="331"/>
            <ac:spMk id="9" creationId="{1AB30700-9D8B-785A-9DEE-EC051BC70632}"/>
          </ac:spMkLst>
        </pc:spChg>
        <pc:spChg chg="del">
          <ac:chgData name="Sergey Chernykh" userId="c7c135f1-59ad-450e-b071-fa08415b0072" providerId="ADAL" clId="{E2C2CDDD-CAC9-4783-87D1-CAEB4364208D}" dt="2026-10-26T02:47:20.648" v="561" actId="478"/>
          <ac:spMkLst>
            <pc:docMk/>
            <pc:sldMk cId="1923728485" sldId="331"/>
            <ac:spMk id="10" creationId="{8371FB87-5174-F21F-E4DA-D74EF03A0BE4}"/>
          </ac:spMkLst>
        </pc:spChg>
        <pc:spChg chg="del">
          <ac:chgData name="Sergey Chernykh" userId="c7c135f1-59ad-450e-b071-fa08415b0072" providerId="ADAL" clId="{E2C2CDDD-CAC9-4783-87D1-CAEB4364208D}" dt="2026-10-26T02:47:20.648" v="561" actId="478"/>
          <ac:spMkLst>
            <pc:docMk/>
            <pc:sldMk cId="1923728485" sldId="331"/>
            <ac:spMk id="13" creationId="{88ECB2D4-7CF0-7A41-269E-AEB39648DB55}"/>
          </ac:spMkLst>
        </pc:spChg>
        <pc:spChg chg="del">
          <ac:chgData name="Sergey Chernykh" userId="c7c135f1-59ad-450e-b071-fa08415b0072" providerId="ADAL" clId="{E2C2CDDD-CAC9-4783-87D1-CAEB4364208D}" dt="2026-10-26T02:47:20.648" v="561" actId="478"/>
          <ac:spMkLst>
            <pc:docMk/>
            <pc:sldMk cId="1923728485" sldId="331"/>
            <ac:spMk id="15" creationId="{C03F1F38-F5D5-1F0D-6CB5-63938263F03E}"/>
          </ac:spMkLst>
        </pc:spChg>
        <pc:spChg chg="del">
          <ac:chgData name="Sergey Chernykh" userId="c7c135f1-59ad-450e-b071-fa08415b0072" providerId="ADAL" clId="{E2C2CDDD-CAC9-4783-87D1-CAEB4364208D}" dt="2026-10-26T02:47:20.648" v="561" actId="478"/>
          <ac:spMkLst>
            <pc:docMk/>
            <pc:sldMk cId="1923728485" sldId="331"/>
            <ac:spMk id="16" creationId="{BAE60865-F049-EF5A-B835-A859BB9243A7}"/>
          </ac:spMkLst>
        </pc:spChg>
        <pc:spChg chg="del">
          <ac:chgData name="Sergey Chernykh" userId="c7c135f1-59ad-450e-b071-fa08415b0072" providerId="ADAL" clId="{E2C2CDDD-CAC9-4783-87D1-CAEB4364208D}" dt="2026-10-26T02:47:20.648" v="561" actId="478"/>
          <ac:spMkLst>
            <pc:docMk/>
            <pc:sldMk cId="1923728485" sldId="331"/>
            <ac:spMk id="17" creationId="{6E383A97-02A2-493D-AE0A-2C7C50BB6CA9}"/>
          </ac:spMkLst>
        </pc:spChg>
        <pc:spChg chg="del">
          <ac:chgData name="Sergey Chernykh" userId="c7c135f1-59ad-450e-b071-fa08415b0072" providerId="ADAL" clId="{E2C2CDDD-CAC9-4783-87D1-CAEB4364208D}" dt="2026-10-26T02:47:20.648" v="561" actId="478"/>
          <ac:spMkLst>
            <pc:docMk/>
            <pc:sldMk cId="1923728485" sldId="331"/>
            <ac:spMk id="18" creationId="{FA98A342-B985-A2E3-8754-475182FD6839}"/>
          </ac:spMkLst>
        </pc:spChg>
        <pc:spChg chg="del">
          <ac:chgData name="Sergey Chernykh" userId="c7c135f1-59ad-450e-b071-fa08415b0072" providerId="ADAL" clId="{E2C2CDDD-CAC9-4783-87D1-CAEB4364208D}" dt="2026-10-26T02:47:20.648" v="561" actId="478"/>
          <ac:spMkLst>
            <pc:docMk/>
            <pc:sldMk cId="1923728485" sldId="331"/>
            <ac:spMk id="19" creationId="{DF498D21-31DF-038C-FAE1-06172F760A04}"/>
          </ac:spMkLst>
        </pc:spChg>
        <pc:spChg chg="add mod">
          <ac:chgData name="Sergey Chernykh" userId="c7c135f1-59ad-450e-b071-fa08415b0072" providerId="ADAL" clId="{E2C2CDDD-CAC9-4783-87D1-CAEB4364208D}" dt="2026-10-26T02:47:25.872" v="563"/>
          <ac:spMkLst>
            <pc:docMk/>
            <pc:sldMk cId="1923728485" sldId="331"/>
            <ac:spMk id="20" creationId="{BA0F3DCB-7F94-83B2-7534-805F934CC04D}"/>
          </ac:spMkLst>
        </pc:spChg>
        <pc:spChg chg="add mod">
          <ac:chgData name="Sergey Chernykh" userId="c7c135f1-59ad-450e-b071-fa08415b0072" providerId="ADAL" clId="{E2C2CDDD-CAC9-4783-87D1-CAEB4364208D}" dt="2026-10-26T02:47:25.872" v="563"/>
          <ac:spMkLst>
            <pc:docMk/>
            <pc:sldMk cId="1923728485" sldId="331"/>
            <ac:spMk id="21" creationId="{EB7109D1-2EF5-DCE8-1A1B-E8978C3D3D53}"/>
          </ac:spMkLst>
        </pc:spChg>
        <pc:spChg chg="add mod">
          <ac:chgData name="Sergey Chernykh" userId="c7c135f1-59ad-450e-b071-fa08415b0072" providerId="ADAL" clId="{E2C2CDDD-CAC9-4783-87D1-CAEB4364208D}" dt="2026-10-26T02:47:25.872" v="563"/>
          <ac:spMkLst>
            <pc:docMk/>
            <pc:sldMk cId="1923728485" sldId="331"/>
            <ac:spMk id="22" creationId="{BFD4E400-8ACA-B121-5A07-948E7BC359AA}"/>
          </ac:spMkLst>
        </pc:spChg>
        <pc:spChg chg="add mod">
          <ac:chgData name="Sergey Chernykh" userId="c7c135f1-59ad-450e-b071-fa08415b0072" providerId="ADAL" clId="{E2C2CDDD-CAC9-4783-87D1-CAEB4364208D}" dt="2026-10-26T02:47:25.872" v="563"/>
          <ac:spMkLst>
            <pc:docMk/>
            <pc:sldMk cId="1923728485" sldId="331"/>
            <ac:spMk id="23" creationId="{8E54E1B2-45AF-F3F4-A927-3609E3B0420E}"/>
          </ac:spMkLst>
        </pc:spChg>
        <pc:spChg chg="add mod">
          <ac:chgData name="Sergey Chernykh" userId="c7c135f1-59ad-450e-b071-fa08415b0072" providerId="ADAL" clId="{E2C2CDDD-CAC9-4783-87D1-CAEB4364208D}" dt="2026-10-26T12:58:20.787" v="1316" actId="6549"/>
          <ac:spMkLst>
            <pc:docMk/>
            <pc:sldMk cId="1923728485" sldId="331"/>
            <ac:spMk id="24" creationId="{701F4701-E3FD-8ADB-36FF-C5FA8EAB30C6}"/>
          </ac:spMkLst>
        </pc:spChg>
        <pc:spChg chg="add mod">
          <ac:chgData name="Sergey Chernykh" userId="c7c135f1-59ad-450e-b071-fa08415b0072" providerId="ADAL" clId="{E2C2CDDD-CAC9-4783-87D1-CAEB4364208D}" dt="2026-10-26T02:47:25.872" v="563"/>
          <ac:spMkLst>
            <pc:docMk/>
            <pc:sldMk cId="1923728485" sldId="331"/>
            <ac:spMk id="25" creationId="{A4A86A35-20BB-DF31-A2E6-B924B41CB67B}"/>
          </ac:spMkLst>
        </pc:spChg>
        <pc:spChg chg="add mod">
          <ac:chgData name="Sergey Chernykh" userId="c7c135f1-59ad-450e-b071-fa08415b0072" providerId="ADAL" clId="{E2C2CDDD-CAC9-4783-87D1-CAEB4364208D}" dt="2026-10-26T02:47:25.872" v="563"/>
          <ac:spMkLst>
            <pc:docMk/>
            <pc:sldMk cId="1923728485" sldId="331"/>
            <ac:spMk id="26" creationId="{6D9E5020-9C3E-398E-652A-6A16F0336449}"/>
          </ac:spMkLst>
        </pc:spChg>
        <pc:spChg chg="add del mod">
          <ac:chgData name="Sergey Chernykh" userId="c7c135f1-59ad-450e-b071-fa08415b0072" providerId="ADAL" clId="{E2C2CDDD-CAC9-4783-87D1-CAEB4364208D}" dt="2026-10-26T12:57:41.845" v="1311" actId="478"/>
          <ac:spMkLst>
            <pc:docMk/>
            <pc:sldMk cId="1923728485" sldId="331"/>
            <ac:spMk id="27" creationId="{979214B2-69B6-D137-18AE-724098079131}"/>
          </ac:spMkLst>
        </pc:spChg>
        <pc:picChg chg="add mod">
          <ac:chgData name="Sergey Chernykh" userId="c7c135f1-59ad-450e-b071-fa08415b0072" providerId="ADAL" clId="{E2C2CDDD-CAC9-4783-87D1-CAEB4364208D}" dt="2026-10-26T12:58:44.384" v="1319" actId="1076"/>
          <ac:picMkLst>
            <pc:docMk/>
            <pc:sldMk cId="1923728485" sldId="331"/>
            <ac:picMk id="3" creationId="{C2DCB4AB-45BC-0C17-09E9-38D2C9C0C5CA}"/>
          </ac:picMkLst>
        </pc:picChg>
      </pc:sldChg>
      <pc:sldChg chg="addSp delSp modSp new mod">
        <pc:chgData name="Sergey Chernykh" userId="c7c135f1-59ad-450e-b071-fa08415b0072" providerId="ADAL" clId="{E2C2CDDD-CAC9-4783-87D1-CAEB4364208D}" dt="2026-10-26T02:59:03.760" v="608" actId="20577"/>
        <pc:sldMkLst>
          <pc:docMk/>
          <pc:sldMk cId="1916031232" sldId="332"/>
        </pc:sldMkLst>
        <pc:spChg chg="del">
          <ac:chgData name="Sergey Chernykh" userId="c7c135f1-59ad-450e-b071-fa08415b0072" providerId="ADAL" clId="{E2C2CDDD-CAC9-4783-87D1-CAEB4364208D}" dt="2026-10-26T02:55:56.485" v="571" actId="478"/>
          <ac:spMkLst>
            <pc:docMk/>
            <pc:sldMk cId="1916031232" sldId="332"/>
            <ac:spMk id="2" creationId="{420527E9-A99A-7AB0-CEC5-0F524139CF62}"/>
          </ac:spMkLst>
        </pc:spChg>
        <pc:spChg chg="del">
          <ac:chgData name="Sergey Chernykh" userId="c7c135f1-59ad-450e-b071-fa08415b0072" providerId="ADAL" clId="{E2C2CDDD-CAC9-4783-87D1-CAEB4364208D}" dt="2026-10-26T02:55:56.485" v="571" actId="478"/>
          <ac:spMkLst>
            <pc:docMk/>
            <pc:sldMk cId="1916031232" sldId="332"/>
            <ac:spMk id="3" creationId="{5331A4A7-F64A-32DB-C710-F0C8E48D7C46}"/>
          </ac:spMkLst>
        </pc:spChg>
        <pc:spChg chg="del">
          <ac:chgData name="Sergey Chernykh" userId="c7c135f1-59ad-450e-b071-fa08415b0072" providerId="ADAL" clId="{E2C2CDDD-CAC9-4783-87D1-CAEB4364208D}" dt="2026-10-26T02:55:56.485" v="571" actId="478"/>
          <ac:spMkLst>
            <pc:docMk/>
            <pc:sldMk cId="1916031232" sldId="332"/>
            <ac:spMk id="4" creationId="{7320A5E4-C516-0E0C-10FD-5171C4D06A3E}"/>
          </ac:spMkLst>
        </pc:spChg>
        <pc:spChg chg="add mod">
          <ac:chgData name="Sergey Chernykh" userId="c7c135f1-59ad-450e-b071-fa08415b0072" providerId="ADAL" clId="{E2C2CDDD-CAC9-4783-87D1-CAEB4364208D}" dt="2026-10-26T02:59:03.760" v="608" actId="20577"/>
          <ac:spMkLst>
            <pc:docMk/>
            <pc:sldMk cId="1916031232" sldId="332"/>
            <ac:spMk id="7" creationId="{46CB10C2-B261-7FD5-072D-A2A85C771AFE}"/>
          </ac:spMkLst>
        </pc:spChg>
        <pc:spChg chg="add mod">
          <ac:chgData name="Sergey Chernykh" userId="c7c135f1-59ad-450e-b071-fa08415b0072" providerId="ADAL" clId="{E2C2CDDD-CAC9-4783-87D1-CAEB4364208D}" dt="2026-10-26T02:56:01.377" v="572"/>
          <ac:spMkLst>
            <pc:docMk/>
            <pc:sldMk cId="1916031232" sldId="332"/>
            <ac:spMk id="8" creationId="{43D4F315-1B85-0B70-FAE0-BD48787798A6}"/>
          </ac:spMkLst>
        </pc:spChg>
        <pc:spChg chg="add mod">
          <ac:chgData name="Sergey Chernykh" userId="c7c135f1-59ad-450e-b071-fa08415b0072" providerId="ADAL" clId="{E2C2CDDD-CAC9-4783-87D1-CAEB4364208D}" dt="2026-10-26T02:56:01.377" v="572"/>
          <ac:spMkLst>
            <pc:docMk/>
            <pc:sldMk cId="1916031232" sldId="332"/>
            <ac:spMk id="9" creationId="{10D5AAA9-C0C9-394C-EEAF-BF4CBA2421BD}"/>
          </ac:spMkLst>
        </pc:spChg>
        <pc:spChg chg="add mod">
          <ac:chgData name="Sergey Chernykh" userId="c7c135f1-59ad-450e-b071-fa08415b0072" providerId="ADAL" clId="{E2C2CDDD-CAC9-4783-87D1-CAEB4364208D}" dt="2026-10-26T02:56:01.377" v="572"/>
          <ac:spMkLst>
            <pc:docMk/>
            <pc:sldMk cId="1916031232" sldId="332"/>
            <ac:spMk id="10" creationId="{39FD5EF0-49B7-5148-6530-3C60FD9F9133}"/>
          </ac:spMkLst>
        </pc:spChg>
        <pc:spChg chg="add mod">
          <ac:chgData name="Sergey Chernykh" userId="c7c135f1-59ad-450e-b071-fa08415b0072" providerId="ADAL" clId="{E2C2CDDD-CAC9-4783-87D1-CAEB4364208D}" dt="2026-10-26T02:56:01.377" v="572"/>
          <ac:spMkLst>
            <pc:docMk/>
            <pc:sldMk cId="1916031232" sldId="332"/>
            <ac:spMk id="11" creationId="{233D35B9-B5DB-30B5-56F7-062EFFCCB4E4}"/>
          </ac:spMkLst>
        </pc:spChg>
        <pc:spChg chg="add mod">
          <ac:chgData name="Sergey Chernykh" userId="c7c135f1-59ad-450e-b071-fa08415b0072" providerId="ADAL" clId="{E2C2CDDD-CAC9-4783-87D1-CAEB4364208D}" dt="2026-10-26T02:56:01.377" v="572"/>
          <ac:spMkLst>
            <pc:docMk/>
            <pc:sldMk cId="1916031232" sldId="332"/>
            <ac:spMk id="12" creationId="{3A103D8F-711C-A6DE-F093-654F609ED740}"/>
          </ac:spMkLst>
        </pc:spChg>
        <pc:spChg chg="add mod">
          <ac:chgData name="Sergey Chernykh" userId="c7c135f1-59ad-450e-b071-fa08415b0072" providerId="ADAL" clId="{E2C2CDDD-CAC9-4783-87D1-CAEB4364208D}" dt="2026-10-26T02:56:01.377" v="572"/>
          <ac:spMkLst>
            <pc:docMk/>
            <pc:sldMk cId="1916031232" sldId="332"/>
            <ac:spMk id="13" creationId="{20BBA15D-8F72-E768-11F3-6D428D77FFCC}"/>
          </ac:spMkLst>
        </pc:spChg>
        <pc:spChg chg="add mod">
          <ac:chgData name="Sergey Chernykh" userId="c7c135f1-59ad-450e-b071-fa08415b0072" providerId="ADAL" clId="{E2C2CDDD-CAC9-4783-87D1-CAEB4364208D}" dt="2026-10-26T02:56:01.377" v="572"/>
          <ac:spMkLst>
            <pc:docMk/>
            <pc:sldMk cId="1916031232" sldId="332"/>
            <ac:spMk id="14" creationId="{218F80C6-79A0-1BE9-45EB-AD319F261C87}"/>
          </ac:spMkLst>
        </pc:spChg>
        <pc:spChg chg="add mod">
          <ac:chgData name="Sergey Chernykh" userId="c7c135f1-59ad-450e-b071-fa08415b0072" providerId="ADAL" clId="{E2C2CDDD-CAC9-4783-87D1-CAEB4364208D}" dt="2026-10-26T02:56:01.377" v="572"/>
          <ac:spMkLst>
            <pc:docMk/>
            <pc:sldMk cId="1916031232" sldId="332"/>
            <ac:spMk id="15" creationId="{B93DADF3-A79C-F4FF-3FE2-F77E1879A62D}"/>
          </ac:spMkLst>
        </pc:spChg>
        <pc:spChg chg="add mod">
          <ac:chgData name="Sergey Chernykh" userId="c7c135f1-59ad-450e-b071-fa08415b0072" providerId="ADAL" clId="{E2C2CDDD-CAC9-4783-87D1-CAEB4364208D}" dt="2026-10-26T02:56:01.377" v="572"/>
          <ac:spMkLst>
            <pc:docMk/>
            <pc:sldMk cId="1916031232" sldId="332"/>
            <ac:spMk id="16" creationId="{620C9F4A-415D-49E0-AC16-5FA424040A04}"/>
          </ac:spMkLst>
        </pc:spChg>
      </pc:sldChg>
      <pc:sldChg chg="addSp delSp modSp add mod modNotesTx">
        <pc:chgData name="Sergey Chernykh" userId="c7c135f1-59ad-450e-b071-fa08415b0072" providerId="ADAL" clId="{E2C2CDDD-CAC9-4783-87D1-CAEB4364208D}" dt="2026-10-26T13:14:00.880" v="1483" actId="6549"/>
        <pc:sldMkLst>
          <pc:docMk/>
          <pc:sldMk cId="712137811" sldId="333"/>
        </pc:sldMkLst>
        <pc:spChg chg="add del mod">
          <ac:chgData name="Sergey Chernykh" userId="c7c135f1-59ad-450e-b071-fa08415b0072" providerId="ADAL" clId="{E2C2CDDD-CAC9-4783-87D1-CAEB4364208D}" dt="2026-10-26T02:58:34.741" v="575" actId="478"/>
          <ac:spMkLst>
            <pc:docMk/>
            <pc:sldMk cId="712137811" sldId="333"/>
            <ac:spMk id="3" creationId="{B1E10E17-B839-158E-3D6F-6FD4FFF65E3C}"/>
          </ac:spMkLst>
        </pc:spChg>
        <pc:spChg chg="del">
          <ac:chgData name="Sergey Chernykh" userId="c7c135f1-59ad-450e-b071-fa08415b0072" providerId="ADAL" clId="{E2C2CDDD-CAC9-4783-87D1-CAEB4364208D}" dt="2026-10-26T02:58:32.437" v="574" actId="478"/>
          <ac:spMkLst>
            <pc:docMk/>
            <pc:sldMk cId="712137811" sldId="333"/>
            <ac:spMk id="4" creationId="{94CE81FB-908C-AB98-6563-A225B513940C}"/>
          </ac:spMkLst>
        </pc:spChg>
        <pc:spChg chg="del">
          <ac:chgData name="Sergey Chernykh" userId="c7c135f1-59ad-450e-b071-fa08415b0072" providerId="ADAL" clId="{E2C2CDDD-CAC9-4783-87D1-CAEB4364208D}" dt="2026-10-26T02:58:32.437" v="574" actId="478"/>
          <ac:spMkLst>
            <pc:docMk/>
            <pc:sldMk cId="712137811" sldId="333"/>
            <ac:spMk id="7" creationId="{BB84C687-9D87-5C9A-6E7D-72EACDF7FEAD}"/>
          </ac:spMkLst>
        </pc:spChg>
        <pc:spChg chg="del">
          <ac:chgData name="Sergey Chernykh" userId="c7c135f1-59ad-450e-b071-fa08415b0072" providerId="ADAL" clId="{E2C2CDDD-CAC9-4783-87D1-CAEB4364208D}" dt="2026-10-26T02:58:32.437" v="574" actId="478"/>
          <ac:spMkLst>
            <pc:docMk/>
            <pc:sldMk cId="712137811" sldId="333"/>
            <ac:spMk id="8" creationId="{2113AB6E-8E66-7390-D4DD-16B21B682361}"/>
          </ac:spMkLst>
        </pc:spChg>
        <pc:spChg chg="del">
          <ac:chgData name="Sergey Chernykh" userId="c7c135f1-59ad-450e-b071-fa08415b0072" providerId="ADAL" clId="{E2C2CDDD-CAC9-4783-87D1-CAEB4364208D}" dt="2026-10-26T02:58:32.437" v="574" actId="478"/>
          <ac:spMkLst>
            <pc:docMk/>
            <pc:sldMk cId="712137811" sldId="333"/>
            <ac:spMk id="9" creationId="{23B3E3E2-5F67-3279-9979-ED966A25EC69}"/>
          </ac:spMkLst>
        </pc:spChg>
        <pc:spChg chg="del">
          <ac:chgData name="Sergey Chernykh" userId="c7c135f1-59ad-450e-b071-fa08415b0072" providerId="ADAL" clId="{E2C2CDDD-CAC9-4783-87D1-CAEB4364208D}" dt="2026-10-26T02:58:32.437" v="574" actId="478"/>
          <ac:spMkLst>
            <pc:docMk/>
            <pc:sldMk cId="712137811" sldId="333"/>
            <ac:spMk id="10" creationId="{80FF7236-1AD1-ED06-360B-C4AAECB02B2F}"/>
          </ac:spMkLst>
        </pc:spChg>
        <pc:spChg chg="del">
          <ac:chgData name="Sergey Chernykh" userId="c7c135f1-59ad-450e-b071-fa08415b0072" providerId="ADAL" clId="{E2C2CDDD-CAC9-4783-87D1-CAEB4364208D}" dt="2026-10-26T02:58:32.437" v="574" actId="478"/>
          <ac:spMkLst>
            <pc:docMk/>
            <pc:sldMk cId="712137811" sldId="333"/>
            <ac:spMk id="11" creationId="{6226F0FD-1BE2-7BB0-0B50-E617091A5B94}"/>
          </ac:spMkLst>
        </pc:spChg>
        <pc:spChg chg="del">
          <ac:chgData name="Sergey Chernykh" userId="c7c135f1-59ad-450e-b071-fa08415b0072" providerId="ADAL" clId="{E2C2CDDD-CAC9-4783-87D1-CAEB4364208D}" dt="2026-10-26T02:58:32.437" v="574" actId="478"/>
          <ac:spMkLst>
            <pc:docMk/>
            <pc:sldMk cId="712137811" sldId="333"/>
            <ac:spMk id="12" creationId="{F5D89B4B-9601-EB88-D1EB-EA09A114D3CE}"/>
          </ac:spMkLst>
        </pc:spChg>
        <pc:spChg chg="del">
          <ac:chgData name="Sergey Chernykh" userId="c7c135f1-59ad-450e-b071-fa08415b0072" providerId="ADAL" clId="{E2C2CDDD-CAC9-4783-87D1-CAEB4364208D}" dt="2026-10-26T02:58:32.437" v="574" actId="478"/>
          <ac:spMkLst>
            <pc:docMk/>
            <pc:sldMk cId="712137811" sldId="333"/>
            <ac:spMk id="13" creationId="{7E57560D-36ED-FE90-A6C0-22754B5359FC}"/>
          </ac:spMkLst>
        </pc:spChg>
        <pc:spChg chg="del">
          <ac:chgData name="Sergey Chernykh" userId="c7c135f1-59ad-450e-b071-fa08415b0072" providerId="ADAL" clId="{E2C2CDDD-CAC9-4783-87D1-CAEB4364208D}" dt="2026-10-26T02:58:32.437" v="574" actId="478"/>
          <ac:spMkLst>
            <pc:docMk/>
            <pc:sldMk cId="712137811" sldId="333"/>
            <ac:spMk id="14" creationId="{0D33CE1D-FFE7-095B-3C8E-A2AD76527446}"/>
          </ac:spMkLst>
        </pc:spChg>
        <pc:spChg chg="add mod">
          <ac:chgData name="Sergey Chernykh" userId="c7c135f1-59ad-450e-b071-fa08415b0072" providerId="ADAL" clId="{E2C2CDDD-CAC9-4783-87D1-CAEB4364208D}" dt="2026-10-26T03:03:24.026" v="749" actId="20577"/>
          <ac:spMkLst>
            <pc:docMk/>
            <pc:sldMk cId="712137811" sldId="333"/>
            <ac:spMk id="15" creationId="{C8881F06-3ABC-AEBB-B72E-AF3074B29542}"/>
          </ac:spMkLst>
        </pc:spChg>
        <pc:spChg chg="add mod">
          <ac:chgData name="Sergey Chernykh" userId="c7c135f1-59ad-450e-b071-fa08415b0072" providerId="ADAL" clId="{E2C2CDDD-CAC9-4783-87D1-CAEB4364208D}" dt="2026-10-26T03:03:36.098" v="769" actId="1036"/>
          <ac:spMkLst>
            <pc:docMk/>
            <pc:sldMk cId="712137811" sldId="333"/>
            <ac:spMk id="16" creationId="{CE8DBDFF-7620-2B63-212C-698F6F0431AF}"/>
          </ac:spMkLst>
        </pc:spChg>
        <pc:spChg chg="add mod">
          <ac:chgData name="Sergey Chernykh" userId="c7c135f1-59ad-450e-b071-fa08415b0072" providerId="ADAL" clId="{E2C2CDDD-CAC9-4783-87D1-CAEB4364208D}" dt="2026-10-26T02:58:35.205" v="576"/>
          <ac:spMkLst>
            <pc:docMk/>
            <pc:sldMk cId="712137811" sldId="333"/>
            <ac:spMk id="17" creationId="{AD1DDA41-6E22-3E06-9FC3-1CCFA3F79554}"/>
          </ac:spMkLst>
        </pc:spChg>
        <pc:spChg chg="add mod">
          <ac:chgData name="Sergey Chernykh" userId="c7c135f1-59ad-450e-b071-fa08415b0072" providerId="ADAL" clId="{E2C2CDDD-CAC9-4783-87D1-CAEB4364208D}" dt="2026-10-26T02:58:35.205" v="576"/>
          <ac:spMkLst>
            <pc:docMk/>
            <pc:sldMk cId="712137811" sldId="333"/>
            <ac:spMk id="19" creationId="{8D3B1D06-163E-EDE4-69E4-3103767CC708}"/>
          </ac:spMkLst>
        </pc:spChg>
        <pc:spChg chg="add mod">
          <ac:chgData name="Sergey Chernykh" userId="c7c135f1-59ad-450e-b071-fa08415b0072" providerId="ADAL" clId="{E2C2CDDD-CAC9-4783-87D1-CAEB4364208D}" dt="2026-10-26T02:58:35.205" v="576"/>
          <ac:spMkLst>
            <pc:docMk/>
            <pc:sldMk cId="712137811" sldId="333"/>
            <ac:spMk id="21" creationId="{4FDFBDFC-DD67-8C33-0BCC-3CFF2DED5101}"/>
          </ac:spMkLst>
        </pc:spChg>
        <pc:spChg chg="add mod">
          <ac:chgData name="Sergey Chernykh" userId="c7c135f1-59ad-450e-b071-fa08415b0072" providerId="ADAL" clId="{E2C2CDDD-CAC9-4783-87D1-CAEB4364208D}" dt="2026-10-26T02:58:35.205" v="576"/>
          <ac:spMkLst>
            <pc:docMk/>
            <pc:sldMk cId="712137811" sldId="333"/>
            <ac:spMk id="23" creationId="{76231322-A1F9-8AB8-6F6F-E2FA3DAB4233}"/>
          </ac:spMkLst>
        </pc:spChg>
        <pc:spChg chg="add mod">
          <ac:chgData name="Sergey Chernykh" userId="c7c135f1-59ad-450e-b071-fa08415b0072" providerId="ADAL" clId="{E2C2CDDD-CAC9-4783-87D1-CAEB4364208D}" dt="2026-10-26T02:58:35.205" v="576"/>
          <ac:spMkLst>
            <pc:docMk/>
            <pc:sldMk cId="712137811" sldId="333"/>
            <ac:spMk id="24" creationId="{2795A95A-BC8F-94B3-114B-D94DA6BBD19F}"/>
          </ac:spMkLst>
        </pc:spChg>
        <pc:cxnChg chg="add mod">
          <ac:chgData name="Sergey Chernykh" userId="c7c135f1-59ad-450e-b071-fa08415b0072" providerId="ADAL" clId="{E2C2CDDD-CAC9-4783-87D1-CAEB4364208D}" dt="2026-10-26T02:58:35.205" v="576"/>
          <ac:cxnSpMkLst>
            <pc:docMk/>
            <pc:sldMk cId="712137811" sldId="333"/>
            <ac:cxnSpMk id="18" creationId="{1B167288-6754-F827-8E90-0EE8403EB07B}"/>
          </ac:cxnSpMkLst>
        </pc:cxnChg>
        <pc:cxnChg chg="add mod">
          <ac:chgData name="Sergey Chernykh" userId="c7c135f1-59ad-450e-b071-fa08415b0072" providerId="ADAL" clId="{E2C2CDDD-CAC9-4783-87D1-CAEB4364208D}" dt="2026-10-26T02:58:35.205" v="576"/>
          <ac:cxnSpMkLst>
            <pc:docMk/>
            <pc:sldMk cId="712137811" sldId="333"/>
            <ac:cxnSpMk id="20" creationId="{6BE4AA4E-EFEC-667E-6B65-4759E2EFF960}"/>
          </ac:cxnSpMkLst>
        </pc:cxnChg>
        <pc:cxnChg chg="add mod">
          <ac:chgData name="Sergey Chernykh" userId="c7c135f1-59ad-450e-b071-fa08415b0072" providerId="ADAL" clId="{E2C2CDDD-CAC9-4783-87D1-CAEB4364208D}" dt="2026-10-26T02:58:35.205" v="576"/>
          <ac:cxnSpMkLst>
            <pc:docMk/>
            <pc:sldMk cId="712137811" sldId="333"/>
            <ac:cxnSpMk id="22" creationId="{7185D193-29E5-BF09-F170-319A1A024208}"/>
          </ac:cxnSpMkLst>
        </pc:cxnChg>
      </pc:sldChg>
      <pc:sldChg chg="addSp delSp modSp add mod modNotesTx">
        <pc:chgData name="Sergey Chernykh" userId="c7c135f1-59ad-450e-b071-fa08415b0072" providerId="ADAL" clId="{E2C2CDDD-CAC9-4783-87D1-CAEB4364208D}" dt="2026-10-26T13:15:23.687" v="1507" actId="6549"/>
        <pc:sldMkLst>
          <pc:docMk/>
          <pc:sldMk cId="2136408010" sldId="334"/>
        </pc:sldMkLst>
        <pc:spChg chg="del">
          <ac:chgData name="Sergey Chernykh" userId="c7c135f1-59ad-450e-b071-fa08415b0072" providerId="ADAL" clId="{E2C2CDDD-CAC9-4783-87D1-CAEB4364208D}" dt="2026-10-26T04:19:38.686" v="925" actId="478"/>
          <ac:spMkLst>
            <pc:docMk/>
            <pc:sldMk cId="2136408010" sldId="334"/>
            <ac:spMk id="2" creationId="{B38A477F-79EF-086B-B6B6-4947C1A93B5D}"/>
          </ac:spMkLst>
        </pc:spChg>
        <pc:spChg chg="del">
          <ac:chgData name="Sergey Chernykh" userId="c7c135f1-59ad-450e-b071-fa08415b0072" providerId="ADAL" clId="{E2C2CDDD-CAC9-4783-87D1-CAEB4364208D}" dt="2026-10-26T04:19:38.686" v="925" actId="478"/>
          <ac:spMkLst>
            <pc:docMk/>
            <pc:sldMk cId="2136408010" sldId="334"/>
            <ac:spMk id="3" creationId="{FF47C3DA-60B5-8777-6988-25A0891031DF}"/>
          </ac:spMkLst>
        </pc:spChg>
        <pc:spChg chg="del">
          <ac:chgData name="Sergey Chernykh" userId="c7c135f1-59ad-450e-b071-fa08415b0072" providerId="ADAL" clId="{E2C2CDDD-CAC9-4783-87D1-CAEB4364208D}" dt="2026-10-26T04:19:38.686" v="925" actId="478"/>
          <ac:spMkLst>
            <pc:docMk/>
            <pc:sldMk cId="2136408010" sldId="334"/>
            <ac:spMk id="4" creationId="{36FEF023-4BAB-E37C-4DAE-C20260ED4327}"/>
          </ac:spMkLst>
        </pc:spChg>
        <pc:spChg chg="del">
          <ac:chgData name="Sergey Chernykh" userId="c7c135f1-59ad-450e-b071-fa08415b0072" providerId="ADAL" clId="{E2C2CDDD-CAC9-4783-87D1-CAEB4364208D}" dt="2026-10-26T04:19:38.686" v="925" actId="478"/>
          <ac:spMkLst>
            <pc:docMk/>
            <pc:sldMk cId="2136408010" sldId="334"/>
            <ac:spMk id="6" creationId="{241D1749-335E-F786-2D68-FDA061FCFCAC}"/>
          </ac:spMkLst>
        </pc:spChg>
        <pc:spChg chg="del">
          <ac:chgData name="Sergey Chernykh" userId="c7c135f1-59ad-450e-b071-fa08415b0072" providerId="ADAL" clId="{E2C2CDDD-CAC9-4783-87D1-CAEB4364208D}" dt="2026-10-26T04:19:38.686" v="925" actId="478"/>
          <ac:spMkLst>
            <pc:docMk/>
            <pc:sldMk cId="2136408010" sldId="334"/>
            <ac:spMk id="7" creationId="{7593D19E-39AE-9A52-8782-8D6FAC8DFB2D}"/>
          </ac:spMkLst>
        </pc:spChg>
        <pc:spChg chg="del">
          <ac:chgData name="Sergey Chernykh" userId="c7c135f1-59ad-450e-b071-fa08415b0072" providerId="ADAL" clId="{E2C2CDDD-CAC9-4783-87D1-CAEB4364208D}" dt="2026-10-26T04:19:38.686" v="925" actId="478"/>
          <ac:spMkLst>
            <pc:docMk/>
            <pc:sldMk cId="2136408010" sldId="334"/>
            <ac:spMk id="8" creationId="{4DBB8668-FE99-1528-3A4F-C86BD0575288}"/>
          </ac:spMkLst>
        </pc:spChg>
        <pc:spChg chg="add del mod">
          <ac:chgData name="Sergey Chernykh" userId="c7c135f1-59ad-450e-b071-fa08415b0072" providerId="ADAL" clId="{E2C2CDDD-CAC9-4783-87D1-CAEB4364208D}" dt="2026-10-26T04:19:40.640" v="926" actId="478"/>
          <ac:spMkLst>
            <pc:docMk/>
            <pc:sldMk cId="2136408010" sldId="334"/>
            <ac:spMk id="9" creationId="{78A1B3C5-7004-2F3D-D239-06D67D40A2B6}"/>
          </ac:spMkLst>
        </pc:spChg>
        <pc:spChg chg="add mod">
          <ac:chgData name="Sergey Chernykh" userId="c7c135f1-59ad-450e-b071-fa08415b0072" providerId="ADAL" clId="{E2C2CDDD-CAC9-4783-87D1-CAEB4364208D}" dt="2026-10-26T04:19:47.636" v="928" actId="207"/>
          <ac:spMkLst>
            <pc:docMk/>
            <pc:sldMk cId="2136408010" sldId="334"/>
            <ac:spMk id="10" creationId="{24E0B46B-897A-FBA0-5BDC-94A8B1A7A5BE}"/>
          </ac:spMkLst>
        </pc:spChg>
        <pc:spChg chg="add mod">
          <ac:chgData name="Sergey Chernykh" userId="c7c135f1-59ad-450e-b071-fa08415b0072" providerId="ADAL" clId="{E2C2CDDD-CAC9-4783-87D1-CAEB4364208D}" dt="2026-10-26T04:19:47.636" v="928" actId="207"/>
          <ac:spMkLst>
            <pc:docMk/>
            <pc:sldMk cId="2136408010" sldId="334"/>
            <ac:spMk id="11" creationId="{47EF09F7-3F12-928A-3DDD-83F46B43B968}"/>
          </ac:spMkLst>
        </pc:spChg>
        <pc:spChg chg="add mod">
          <ac:chgData name="Sergey Chernykh" userId="c7c135f1-59ad-450e-b071-fa08415b0072" providerId="ADAL" clId="{E2C2CDDD-CAC9-4783-87D1-CAEB4364208D}" dt="2026-10-26T04:19:47.636" v="928" actId="207"/>
          <ac:spMkLst>
            <pc:docMk/>
            <pc:sldMk cId="2136408010" sldId="334"/>
            <ac:spMk id="12" creationId="{29584034-B831-0405-52C1-B3AD097963CA}"/>
          </ac:spMkLst>
        </pc:spChg>
        <pc:spChg chg="add mod">
          <ac:chgData name="Sergey Chernykh" userId="c7c135f1-59ad-450e-b071-fa08415b0072" providerId="ADAL" clId="{E2C2CDDD-CAC9-4783-87D1-CAEB4364208D}" dt="2026-10-26T04:19:47.636" v="928" actId="207"/>
          <ac:spMkLst>
            <pc:docMk/>
            <pc:sldMk cId="2136408010" sldId="334"/>
            <ac:spMk id="13" creationId="{45DD027E-521E-92D3-D79C-BEF32DCC31D1}"/>
          </ac:spMkLst>
        </pc:spChg>
        <pc:spChg chg="add mod">
          <ac:chgData name="Sergey Chernykh" userId="c7c135f1-59ad-450e-b071-fa08415b0072" providerId="ADAL" clId="{E2C2CDDD-CAC9-4783-87D1-CAEB4364208D}" dt="2026-10-26T04:19:47.636" v="928" actId="207"/>
          <ac:spMkLst>
            <pc:docMk/>
            <pc:sldMk cId="2136408010" sldId="334"/>
            <ac:spMk id="14" creationId="{725E3332-B6FC-CDA0-4B5D-813583266954}"/>
          </ac:spMkLst>
        </pc:spChg>
      </pc:sldChg>
      <pc:sldChg chg="add modNotesTx">
        <pc:chgData name="Sergey Chernykh" userId="c7c135f1-59ad-450e-b071-fa08415b0072" providerId="ADAL" clId="{E2C2CDDD-CAC9-4783-87D1-CAEB4364208D}" dt="2026-10-26T13:14:22.304" v="1490" actId="6549"/>
        <pc:sldMkLst>
          <pc:docMk/>
          <pc:sldMk cId="1590715579" sldId="335"/>
        </pc:sldMkLst>
      </pc:sldChg>
      <pc:sldChg chg="addSp delSp modSp add mod modNotesTx">
        <pc:chgData name="Sergey Chernykh" userId="c7c135f1-59ad-450e-b071-fa08415b0072" providerId="ADAL" clId="{E2C2CDDD-CAC9-4783-87D1-CAEB4364208D}" dt="2026-10-26T13:14:19.552" v="1489" actId="6549"/>
        <pc:sldMkLst>
          <pc:docMk/>
          <pc:sldMk cId="3129096303" sldId="336"/>
        </pc:sldMkLst>
        <pc:spChg chg="del">
          <ac:chgData name="Sergey Chernykh" userId="c7c135f1-59ad-450e-b071-fa08415b0072" providerId="ADAL" clId="{E2C2CDDD-CAC9-4783-87D1-CAEB4364208D}" dt="2026-10-26T12:11:24.448" v="951" actId="478"/>
          <ac:spMkLst>
            <pc:docMk/>
            <pc:sldMk cId="3129096303" sldId="336"/>
            <ac:spMk id="4" creationId="{F1FD930F-E4BD-3385-1326-D8D1AA2187F0}"/>
          </ac:spMkLst>
        </pc:spChg>
        <pc:spChg chg="del">
          <ac:chgData name="Sergey Chernykh" userId="c7c135f1-59ad-450e-b071-fa08415b0072" providerId="ADAL" clId="{E2C2CDDD-CAC9-4783-87D1-CAEB4364208D}" dt="2026-10-26T12:11:29.504" v="953" actId="478"/>
          <ac:spMkLst>
            <pc:docMk/>
            <pc:sldMk cId="3129096303" sldId="336"/>
            <ac:spMk id="6" creationId="{8867C6A2-56C8-3476-3CBA-68097938D3C8}"/>
          </ac:spMkLst>
        </pc:spChg>
        <pc:spChg chg="add del mod">
          <ac:chgData name="Sergey Chernykh" userId="c7c135f1-59ad-450e-b071-fa08415b0072" providerId="ADAL" clId="{E2C2CDDD-CAC9-4783-87D1-CAEB4364208D}" dt="2026-10-26T12:11:26.827" v="952" actId="478"/>
          <ac:spMkLst>
            <pc:docMk/>
            <pc:sldMk cId="3129096303" sldId="336"/>
            <ac:spMk id="7" creationId="{8055A168-DC88-F581-D651-C7DEAD48DE8B}"/>
          </ac:spMkLst>
        </pc:spChg>
        <pc:spChg chg="add mod">
          <ac:chgData name="Sergey Chernykh" userId="c7c135f1-59ad-450e-b071-fa08415b0072" providerId="ADAL" clId="{E2C2CDDD-CAC9-4783-87D1-CAEB4364208D}" dt="2026-10-26T12:11:30.525" v="954"/>
          <ac:spMkLst>
            <pc:docMk/>
            <pc:sldMk cId="3129096303" sldId="336"/>
            <ac:spMk id="8" creationId="{A98DB5C6-B2D8-6A3B-E31C-3D26B1B8ADFE}"/>
          </ac:spMkLst>
        </pc:spChg>
        <pc:spChg chg="add mod">
          <ac:chgData name="Sergey Chernykh" userId="c7c135f1-59ad-450e-b071-fa08415b0072" providerId="ADAL" clId="{E2C2CDDD-CAC9-4783-87D1-CAEB4364208D}" dt="2026-10-26T12:11:30.525" v="954"/>
          <ac:spMkLst>
            <pc:docMk/>
            <pc:sldMk cId="3129096303" sldId="336"/>
            <ac:spMk id="15" creationId="{9331B169-17CF-ED1D-DB65-CEDC98913963}"/>
          </ac:spMkLst>
        </pc:spChg>
        <pc:spChg chg="add mod">
          <ac:chgData name="Sergey Chernykh" userId="c7c135f1-59ad-450e-b071-fa08415b0072" providerId="ADAL" clId="{E2C2CDDD-CAC9-4783-87D1-CAEB4364208D}" dt="2026-10-26T12:11:30.525" v="954"/>
          <ac:spMkLst>
            <pc:docMk/>
            <pc:sldMk cId="3129096303" sldId="336"/>
            <ac:spMk id="16" creationId="{CD90E71A-0343-5775-A1D9-2E5D8DB4503F}"/>
          </ac:spMkLst>
        </pc:spChg>
        <pc:spChg chg="add mod">
          <ac:chgData name="Sergey Chernykh" userId="c7c135f1-59ad-450e-b071-fa08415b0072" providerId="ADAL" clId="{E2C2CDDD-CAC9-4783-87D1-CAEB4364208D}" dt="2026-10-26T12:11:30.525" v="954"/>
          <ac:spMkLst>
            <pc:docMk/>
            <pc:sldMk cId="3129096303" sldId="336"/>
            <ac:spMk id="17" creationId="{C9788A20-BE14-8B04-50D4-A3942EE2977C}"/>
          </ac:spMkLst>
        </pc:spChg>
        <pc:spChg chg="add mod">
          <ac:chgData name="Sergey Chernykh" userId="c7c135f1-59ad-450e-b071-fa08415b0072" providerId="ADAL" clId="{E2C2CDDD-CAC9-4783-87D1-CAEB4364208D}" dt="2026-10-26T12:11:30.525" v="954"/>
          <ac:spMkLst>
            <pc:docMk/>
            <pc:sldMk cId="3129096303" sldId="336"/>
            <ac:spMk id="21" creationId="{0D5275AE-9B27-9004-538A-BEFEF9F8819B}"/>
          </ac:spMkLst>
        </pc:spChg>
        <pc:spChg chg="add mod">
          <ac:chgData name="Sergey Chernykh" userId="c7c135f1-59ad-450e-b071-fa08415b0072" providerId="ADAL" clId="{E2C2CDDD-CAC9-4783-87D1-CAEB4364208D}" dt="2026-10-26T12:11:30.525" v="954"/>
          <ac:spMkLst>
            <pc:docMk/>
            <pc:sldMk cId="3129096303" sldId="336"/>
            <ac:spMk id="22" creationId="{055F3A02-3998-EC83-E6D0-AEB8C6D96788}"/>
          </ac:spMkLst>
        </pc:spChg>
        <pc:spChg chg="add mod">
          <ac:chgData name="Sergey Chernykh" userId="c7c135f1-59ad-450e-b071-fa08415b0072" providerId="ADAL" clId="{E2C2CDDD-CAC9-4783-87D1-CAEB4364208D}" dt="2026-10-26T12:11:30.525" v="954"/>
          <ac:spMkLst>
            <pc:docMk/>
            <pc:sldMk cId="3129096303" sldId="336"/>
            <ac:spMk id="23" creationId="{F39B5870-5893-1D14-F08E-5FDEA7073920}"/>
          </ac:spMkLst>
        </pc:spChg>
        <pc:spChg chg="add mod">
          <ac:chgData name="Sergey Chernykh" userId="c7c135f1-59ad-450e-b071-fa08415b0072" providerId="ADAL" clId="{E2C2CDDD-CAC9-4783-87D1-CAEB4364208D}" dt="2026-10-26T12:12:09.450" v="958" actId="207"/>
          <ac:spMkLst>
            <pc:docMk/>
            <pc:sldMk cId="3129096303" sldId="336"/>
            <ac:spMk id="25" creationId="{F77E2031-EDAB-92D7-251D-14573FBDF076}"/>
          </ac:spMkLst>
        </pc:spChg>
        <pc:spChg chg="add mod">
          <ac:chgData name="Sergey Chernykh" userId="c7c135f1-59ad-450e-b071-fa08415b0072" providerId="ADAL" clId="{E2C2CDDD-CAC9-4783-87D1-CAEB4364208D}" dt="2026-10-26T12:11:30.525" v="954"/>
          <ac:spMkLst>
            <pc:docMk/>
            <pc:sldMk cId="3129096303" sldId="336"/>
            <ac:spMk id="27" creationId="{F29F173D-942B-6689-E0F9-88B3DFD0ADBF}"/>
          </ac:spMkLst>
        </pc:spChg>
        <pc:spChg chg="add mod">
          <ac:chgData name="Sergey Chernykh" userId="c7c135f1-59ad-450e-b071-fa08415b0072" providerId="ADAL" clId="{E2C2CDDD-CAC9-4783-87D1-CAEB4364208D}" dt="2026-10-26T12:11:30.525" v="954"/>
          <ac:spMkLst>
            <pc:docMk/>
            <pc:sldMk cId="3129096303" sldId="336"/>
            <ac:spMk id="29" creationId="{473B8FF6-5D2E-17E9-A93B-B7F8AD6AB015}"/>
          </ac:spMkLst>
        </pc:spChg>
      </pc:sldChg>
      <pc:sldChg chg="addSp delSp modSp add mod ord modNotesTx">
        <pc:chgData name="Sergey Chernykh" userId="c7c135f1-59ad-450e-b071-fa08415b0072" providerId="ADAL" clId="{E2C2CDDD-CAC9-4783-87D1-CAEB4364208D}" dt="2026-10-26T13:14:37.279" v="1494" actId="6549"/>
        <pc:sldMkLst>
          <pc:docMk/>
          <pc:sldMk cId="1646603902" sldId="337"/>
        </pc:sldMkLst>
        <pc:spChg chg="del">
          <ac:chgData name="Sergey Chernykh" userId="c7c135f1-59ad-450e-b071-fa08415b0072" providerId="ADAL" clId="{E2C2CDDD-CAC9-4783-87D1-CAEB4364208D}" dt="2026-10-26T12:20:14.143" v="962" actId="478"/>
          <ac:spMkLst>
            <pc:docMk/>
            <pc:sldMk cId="1646603902" sldId="337"/>
            <ac:spMk id="5" creationId="{9E95E783-3371-5077-ADEF-4D6FAF5905FF}"/>
          </ac:spMkLst>
        </pc:spChg>
        <pc:spChg chg="add mod">
          <ac:chgData name="Sergey Chernykh" userId="c7c135f1-59ad-450e-b071-fa08415b0072" providerId="ADAL" clId="{E2C2CDDD-CAC9-4783-87D1-CAEB4364208D}" dt="2026-10-26T12:20:14.742" v="963"/>
          <ac:spMkLst>
            <pc:docMk/>
            <pc:sldMk cId="1646603902" sldId="337"/>
            <ac:spMk id="6" creationId="{01D4D3EC-CF20-FA93-6499-ED05B5D87861}"/>
          </ac:spMkLst>
        </pc:spChg>
        <pc:spChg chg="add mod">
          <ac:chgData name="Sergey Chernykh" userId="c7c135f1-59ad-450e-b071-fa08415b0072" providerId="ADAL" clId="{E2C2CDDD-CAC9-4783-87D1-CAEB4364208D}" dt="2026-10-26T12:20:14.742" v="963"/>
          <ac:spMkLst>
            <pc:docMk/>
            <pc:sldMk cId="1646603902" sldId="337"/>
            <ac:spMk id="7" creationId="{E4107040-593C-212D-085E-520C89517714}"/>
          </ac:spMkLst>
        </pc:spChg>
        <pc:spChg chg="del">
          <ac:chgData name="Sergey Chernykh" userId="c7c135f1-59ad-450e-b071-fa08415b0072" providerId="ADAL" clId="{E2C2CDDD-CAC9-4783-87D1-CAEB4364208D}" dt="2026-10-26T12:20:11.671" v="961" actId="478"/>
          <ac:spMkLst>
            <pc:docMk/>
            <pc:sldMk cId="1646603902" sldId="337"/>
            <ac:spMk id="11" creationId="{A5566505-81FF-8F55-E264-0FB6F73D277B}"/>
          </ac:spMkLst>
        </pc:spChg>
        <pc:spChg chg="del">
          <ac:chgData name="Sergey Chernykh" userId="c7c135f1-59ad-450e-b071-fa08415b0072" providerId="ADAL" clId="{E2C2CDDD-CAC9-4783-87D1-CAEB4364208D}" dt="2026-10-26T12:20:11.671" v="961" actId="478"/>
          <ac:spMkLst>
            <pc:docMk/>
            <pc:sldMk cId="1646603902" sldId="337"/>
            <ac:spMk id="13" creationId="{028BCD42-A9C4-F026-67BA-3C4556E81431}"/>
          </ac:spMkLst>
        </pc:spChg>
        <pc:spChg chg="del">
          <ac:chgData name="Sergey Chernykh" userId="c7c135f1-59ad-450e-b071-fa08415b0072" providerId="ADAL" clId="{E2C2CDDD-CAC9-4783-87D1-CAEB4364208D}" dt="2026-10-26T12:20:11.671" v="961" actId="478"/>
          <ac:spMkLst>
            <pc:docMk/>
            <pc:sldMk cId="1646603902" sldId="337"/>
            <ac:spMk id="16" creationId="{07529D58-571A-3657-3BBB-2023ABA6F4A9}"/>
          </ac:spMkLst>
        </pc:spChg>
        <pc:spChg chg="del">
          <ac:chgData name="Sergey Chernykh" userId="c7c135f1-59ad-450e-b071-fa08415b0072" providerId="ADAL" clId="{E2C2CDDD-CAC9-4783-87D1-CAEB4364208D}" dt="2026-10-26T12:20:11.671" v="961" actId="478"/>
          <ac:spMkLst>
            <pc:docMk/>
            <pc:sldMk cId="1646603902" sldId="337"/>
            <ac:spMk id="17" creationId="{EAA6CD78-B70F-2CEB-AC99-61F8366EA146}"/>
          </ac:spMkLst>
        </pc:spChg>
        <pc:spChg chg="del">
          <ac:chgData name="Sergey Chernykh" userId="c7c135f1-59ad-450e-b071-fa08415b0072" providerId="ADAL" clId="{E2C2CDDD-CAC9-4783-87D1-CAEB4364208D}" dt="2026-10-26T12:20:11.671" v="961" actId="478"/>
          <ac:spMkLst>
            <pc:docMk/>
            <pc:sldMk cId="1646603902" sldId="337"/>
            <ac:spMk id="19" creationId="{F96E45A9-359D-1E6A-2DF6-CC4D3F0EEF73}"/>
          </ac:spMkLst>
        </pc:spChg>
        <pc:spChg chg="del">
          <ac:chgData name="Sergey Chernykh" userId="c7c135f1-59ad-450e-b071-fa08415b0072" providerId="ADAL" clId="{E2C2CDDD-CAC9-4783-87D1-CAEB4364208D}" dt="2026-10-26T12:20:11.671" v="961" actId="478"/>
          <ac:spMkLst>
            <pc:docMk/>
            <pc:sldMk cId="1646603902" sldId="337"/>
            <ac:spMk id="20" creationId="{FDF1D1CC-6CC3-50F1-6719-428CE4BF7C71}"/>
          </ac:spMkLst>
        </pc:spChg>
        <pc:spChg chg="del">
          <ac:chgData name="Sergey Chernykh" userId="c7c135f1-59ad-450e-b071-fa08415b0072" providerId="ADAL" clId="{E2C2CDDD-CAC9-4783-87D1-CAEB4364208D}" dt="2026-10-26T12:20:11.671" v="961" actId="478"/>
          <ac:spMkLst>
            <pc:docMk/>
            <pc:sldMk cId="1646603902" sldId="337"/>
            <ac:spMk id="22" creationId="{1FAEFBB7-3184-A0F7-B09E-54A78A397725}"/>
          </ac:spMkLst>
        </pc:spChg>
        <pc:spChg chg="del">
          <ac:chgData name="Sergey Chernykh" userId="c7c135f1-59ad-450e-b071-fa08415b0072" providerId="ADAL" clId="{E2C2CDDD-CAC9-4783-87D1-CAEB4364208D}" dt="2026-10-26T12:20:11.671" v="961" actId="478"/>
          <ac:spMkLst>
            <pc:docMk/>
            <pc:sldMk cId="1646603902" sldId="337"/>
            <ac:spMk id="23" creationId="{0EFE29DF-FD4D-C3E4-5D50-37A10F443D3F}"/>
          </ac:spMkLst>
        </pc:spChg>
        <pc:spChg chg="del">
          <ac:chgData name="Sergey Chernykh" userId="c7c135f1-59ad-450e-b071-fa08415b0072" providerId="ADAL" clId="{E2C2CDDD-CAC9-4783-87D1-CAEB4364208D}" dt="2026-10-26T12:20:11.671" v="961" actId="478"/>
          <ac:spMkLst>
            <pc:docMk/>
            <pc:sldMk cId="1646603902" sldId="337"/>
            <ac:spMk id="25" creationId="{0A4D94A3-2B64-1FB5-90CB-21B10E9864BF}"/>
          </ac:spMkLst>
        </pc:spChg>
        <pc:spChg chg="del">
          <ac:chgData name="Sergey Chernykh" userId="c7c135f1-59ad-450e-b071-fa08415b0072" providerId="ADAL" clId="{E2C2CDDD-CAC9-4783-87D1-CAEB4364208D}" dt="2026-10-26T12:20:11.671" v="961" actId="478"/>
          <ac:spMkLst>
            <pc:docMk/>
            <pc:sldMk cId="1646603902" sldId="337"/>
            <ac:spMk id="29" creationId="{7DBE05FE-88AA-A124-E27E-72FF86BFDBE2}"/>
          </ac:spMkLst>
        </pc:spChg>
        <pc:spChg chg="add mod">
          <ac:chgData name="Sergey Chernykh" userId="c7c135f1-59ad-450e-b071-fa08415b0072" providerId="ADAL" clId="{E2C2CDDD-CAC9-4783-87D1-CAEB4364208D}" dt="2026-10-26T12:43:18.989" v="1225" actId="1076"/>
          <ac:spMkLst>
            <pc:docMk/>
            <pc:sldMk cId="1646603902" sldId="337"/>
            <ac:spMk id="31" creationId="{510DE561-4873-226E-A62E-8EB3A94B8CA5}"/>
          </ac:spMkLst>
        </pc:spChg>
        <pc:spChg chg="add mod">
          <ac:chgData name="Sergey Chernykh" userId="c7c135f1-59ad-450e-b071-fa08415b0072" providerId="ADAL" clId="{E2C2CDDD-CAC9-4783-87D1-CAEB4364208D}" dt="2026-10-26T12:20:14.742" v="963"/>
          <ac:spMkLst>
            <pc:docMk/>
            <pc:sldMk cId="1646603902" sldId="337"/>
            <ac:spMk id="36" creationId="{FA418553-299D-F4C6-F3F5-61DD128FEE6D}"/>
          </ac:spMkLst>
        </pc:spChg>
        <pc:spChg chg="add mod">
          <ac:chgData name="Sergey Chernykh" userId="c7c135f1-59ad-450e-b071-fa08415b0072" providerId="ADAL" clId="{E2C2CDDD-CAC9-4783-87D1-CAEB4364208D}" dt="2026-10-26T12:20:14.742" v="963"/>
          <ac:spMkLst>
            <pc:docMk/>
            <pc:sldMk cId="1646603902" sldId="337"/>
            <ac:spMk id="38" creationId="{350354E6-425F-3608-8CB6-0CD75CD0EABE}"/>
          </ac:spMkLst>
        </pc:spChg>
        <pc:spChg chg="add mod">
          <ac:chgData name="Sergey Chernykh" userId="c7c135f1-59ad-450e-b071-fa08415b0072" providerId="ADAL" clId="{E2C2CDDD-CAC9-4783-87D1-CAEB4364208D}" dt="2026-10-26T12:20:14.742" v="963"/>
          <ac:spMkLst>
            <pc:docMk/>
            <pc:sldMk cId="1646603902" sldId="337"/>
            <ac:spMk id="39" creationId="{C2CCB09F-5270-328B-F366-EE8BE89E9212}"/>
          </ac:spMkLst>
        </pc:spChg>
        <pc:spChg chg="add mod">
          <ac:chgData name="Sergey Chernykh" userId="c7c135f1-59ad-450e-b071-fa08415b0072" providerId="ADAL" clId="{E2C2CDDD-CAC9-4783-87D1-CAEB4364208D}" dt="2026-10-26T12:20:14.742" v="963"/>
          <ac:spMkLst>
            <pc:docMk/>
            <pc:sldMk cId="1646603902" sldId="337"/>
            <ac:spMk id="40" creationId="{2BD45418-FB45-E54E-4530-069034CD5009}"/>
          </ac:spMkLst>
        </pc:spChg>
        <pc:spChg chg="add mod">
          <ac:chgData name="Sergey Chernykh" userId="c7c135f1-59ad-450e-b071-fa08415b0072" providerId="ADAL" clId="{E2C2CDDD-CAC9-4783-87D1-CAEB4364208D}" dt="2026-10-26T12:20:14.742" v="963"/>
          <ac:spMkLst>
            <pc:docMk/>
            <pc:sldMk cId="1646603902" sldId="337"/>
            <ac:spMk id="41" creationId="{5109DD27-343E-2E81-9ED8-E91EA62B4B94}"/>
          </ac:spMkLst>
        </pc:spChg>
        <pc:picChg chg="del">
          <ac:chgData name="Sergey Chernykh" userId="c7c135f1-59ad-450e-b071-fa08415b0072" providerId="ADAL" clId="{E2C2CDDD-CAC9-4783-87D1-CAEB4364208D}" dt="2026-10-26T12:41:02.404" v="1171" actId="478"/>
          <ac:picMkLst>
            <pc:docMk/>
            <pc:sldMk cId="1646603902" sldId="337"/>
            <ac:picMk id="34" creationId="{971299AB-6914-5DE5-2FF7-9B7799561BA4}"/>
          </ac:picMkLst>
        </pc:picChg>
        <pc:picChg chg="add mod">
          <ac:chgData name="Sergey Chernykh" userId="c7c135f1-59ad-450e-b071-fa08415b0072" providerId="ADAL" clId="{E2C2CDDD-CAC9-4783-87D1-CAEB4364208D}" dt="2026-10-26T12:41:09.674" v="1186" actId="1037"/>
          <ac:picMkLst>
            <pc:docMk/>
            <pc:sldMk cId="1646603902" sldId="337"/>
            <ac:picMk id="35" creationId="{267AD6FC-F2D7-A775-9346-221D3F248DCF}"/>
          </ac:picMkLst>
        </pc:picChg>
        <pc:picChg chg="add mod">
          <ac:chgData name="Sergey Chernykh" userId="c7c135f1-59ad-450e-b071-fa08415b0072" providerId="ADAL" clId="{E2C2CDDD-CAC9-4783-87D1-CAEB4364208D}" dt="2026-10-26T12:20:14.742" v="963"/>
          <ac:picMkLst>
            <pc:docMk/>
            <pc:sldMk cId="1646603902" sldId="337"/>
            <ac:picMk id="37" creationId="{52EA09B9-DDE1-4AD1-B152-D2CE45806692}"/>
          </ac:picMkLst>
        </pc:picChg>
      </pc:sldChg>
      <pc:sldChg chg="addSp delSp modSp add mod ord modNotesTx">
        <pc:chgData name="Sergey Chernykh" userId="c7c135f1-59ad-450e-b071-fa08415b0072" providerId="ADAL" clId="{E2C2CDDD-CAC9-4783-87D1-CAEB4364208D}" dt="2026-10-26T13:15:08.094" v="1503" actId="6549"/>
        <pc:sldMkLst>
          <pc:docMk/>
          <pc:sldMk cId="3980155481" sldId="338"/>
        </pc:sldMkLst>
        <pc:spChg chg="add del mod">
          <ac:chgData name="Sergey Chernykh" userId="c7c135f1-59ad-450e-b071-fa08415b0072" providerId="ADAL" clId="{E2C2CDDD-CAC9-4783-87D1-CAEB4364208D}" dt="2026-10-26T12:29:53.937" v="979" actId="478"/>
          <ac:spMkLst>
            <pc:docMk/>
            <pc:sldMk cId="3980155481" sldId="338"/>
            <ac:spMk id="3" creationId="{6A4CEC47-31B5-49A5-C34E-7EAD83DE782E}"/>
          </ac:spMkLst>
        </pc:spChg>
        <pc:spChg chg="add mod">
          <ac:chgData name="Sergey Chernykh" userId="c7c135f1-59ad-450e-b071-fa08415b0072" providerId="ADAL" clId="{E2C2CDDD-CAC9-4783-87D1-CAEB4364208D}" dt="2026-10-26T12:33:55.375" v="1055" actId="20577"/>
          <ac:spMkLst>
            <pc:docMk/>
            <pc:sldMk cId="3980155481" sldId="338"/>
            <ac:spMk id="4" creationId="{FE666D58-2378-ED76-AFD9-BC5CCF9943DF}"/>
          </ac:spMkLst>
        </pc:spChg>
        <pc:spChg chg="add del mod">
          <ac:chgData name="Sergey Chernykh" userId="c7c135f1-59ad-450e-b071-fa08415b0072" providerId="ADAL" clId="{E2C2CDDD-CAC9-4783-87D1-CAEB4364208D}" dt="2026-10-26T12:30:01.859" v="981" actId="478"/>
          <ac:spMkLst>
            <pc:docMk/>
            <pc:sldMk cId="3980155481" sldId="338"/>
            <ac:spMk id="8" creationId="{B6F585E3-D297-40D8-4297-BCC6C2794469}"/>
          </ac:spMkLst>
        </pc:spChg>
        <pc:spChg chg="del">
          <ac:chgData name="Sergey Chernykh" userId="c7c135f1-59ad-450e-b071-fa08415b0072" providerId="ADAL" clId="{E2C2CDDD-CAC9-4783-87D1-CAEB4364208D}" dt="2026-10-26T12:29:47.621" v="976" actId="478"/>
          <ac:spMkLst>
            <pc:docMk/>
            <pc:sldMk cId="3980155481" sldId="338"/>
            <ac:spMk id="20" creationId="{56B1514E-C6FE-2723-4F9A-7153BC25B332}"/>
          </ac:spMkLst>
        </pc:spChg>
        <pc:spChg chg="del">
          <ac:chgData name="Sergey Chernykh" userId="c7c135f1-59ad-450e-b071-fa08415b0072" providerId="ADAL" clId="{E2C2CDDD-CAC9-4783-87D1-CAEB4364208D}" dt="2026-10-26T12:29:47.621" v="976" actId="478"/>
          <ac:spMkLst>
            <pc:docMk/>
            <pc:sldMk cId="3980155481" sldId="338"/>
            <ac:spMk id="21" creationId="{D3C6535C-E980-90C8-5F74-9DB780315BA9}"/>
          </ac:spMkLst>
        </pc:spChg>
        <pc:spChg chg="del">
          <ac:chgData name="Sergey Chernykh" userId="c7c135f1-59ad-450e-b071-fa08415b0072" providerId="ADAL" clId="{E2C2CDDD-CAC9-4783-87D1-CAEB4364208D}" dt="2026-10-26T12:29:47.621" v="976" actId="478"/>
          <ac:spMkLst>
            <pc:docMk/>
            <pc:sldMk cId="3980155481" sldId="338"/>
            <ac:spMk id="22" creationId="{E7132F0E-484E-01B9-FBDB-48A32E331D97}"/>
          </ac:spMkLst>
        </pc:spChg>
        <pc:spChg chg="del">
          <ac:chgData name="Sergey Chernykh" userId="c7c135f1-59ad-450e-b071-fa08415b0072" providerId="ADAL" clId="{E2C2CDDD-CAC9-4783-87D1-CAEB4364208D}" dt="2026-10-26T12:29:47.621" v="976" actId="478"/>
          <ac:spMkLst>
            <pc:docMk/>
            <pc:sldMk cId="3980155481" sldId="338"/>
            <ac:spMk id="23" creationId="{E8B9C225-1E7E-E463-7364-A1F4610EBC54}"/>
          </ac:spMkLst>
        </pc:spChg>
        <pc:spChg chg="del">
          <ac:chgData name="Sergey Chernykh" userId="c7c135f1-59ad-450e-b071-fa08415b0072" providerId="ADAL" clId="{E2C2CDDD-CAC9-4783-87D1-CAEB4364208D}" dt="2026-10-26T12:29:47.621" v="976" actId="478"/>
          <ac:spMkLst>
            <pc:docMk/>
            <pc:sldMk cId="3980155481" sldId="338"/>
            <ac:spMk id="24" creationId="{631ADCEE-82A6-35D1-263F-63ACBFC7115F}"/>
          </ac:spMkLst>
        </pc:spChg>
        <pc:spChg chg="del">
          <ac:chgData name="Sergey Chernykh" userId="c7c135f1-59ad-450e-b071-fa08415b0072" providerId="ADAL" clId="{E2C2CDDD-CAC9-4783-87D1-CAEB4364208D}" dt="2026-10-26T12:29:47.621" v="976" actId="478"/>
          <ac:spMkLst>
            <pc:docMk/>
            <pc:sldMk cId="3980155481" sldId="338"/>
            <ac:spMk id="25" creationId="{75883A7E-50A2-77EB-DD80-6973E8A6405C}"/>
          </ac:spMkLst>
        </pc:spChg>
        <pc:spChg chg="del">
          <ac:chgData name="Sergey Chernykh" userId="c7c135f1-59ad-450e-b071-fa08415b0072" providerId="ADAL" clId="{E2C2CDDD-CAC9-4783-87D1-CAEB4364208D}" dt="2026-10-26T12:29:47.621" v="976" actId="478"/>
          <ac:spMkLst>
            <pc:docMk/>
            <pc:sldMk cId="3980155481" sldId="338"/>
            <ac:spMk id="26" creationId="{E1FDCD3A-718C-4033-D091-0C26CA7A6ED5}"/>
          </ac:spMkLst>
        </pc:spChg>
        <pc:spChg chg="del mod">
          <ac:chgData name="Sergey Chernykh" userId="c7c135f1-59ad-450e-b071-fa08415b0072" providerId="ADAL" clId="{E2C2CDDD-CAC9-4783-87D1-CAEB4364208D}" dt="2026-10-26T12:29:52.232" v="978" actId="478"/>
          <ac:spMkLst>
            <pc:docMk/>
            <pc:sldMk cId="3980155481" sldId="338"/>
            <ac:spMk id="27" creationId="{765F0C07-4E77-957F-953F-C7034FA57CF9}"/>
          </ac:spMkLst>
        </pc:spChg>
        <pc:graphicFrameChg chg="add mod">
          <ac:chgData name="Sergey Chernykh" userId="c7c135f1-59ad-450e-b071-fa08415b0072" providerId="ADAL" clId="{E2C2CDDD-CAC9-4783-87D1-CAEB4364208D}" dt="2026-10-26T12:29:55.891" v="980"/>
          <ac:graphicFrameMkLst>
            <pc:docMk/>
            <pc:sldMk cId="3980155481" sldId="338"/>
            <ac:graphicFrameMk id="7" creationId="{7FC05B62-4949-3236-739F-273B1E0CF2CE}"/>
          </ac:graphicFrameMkLst>
        </pc:graphicFrameChg>
      </pc:sldChg>
      <pc:sldChg chg="add mod modShow modNotesTx">
        <pc:chgData name="Sergey Chernykh" userId="c7c135f1-59ad-450e-b071-fa08415b0072" providerId="ADAL" clId="{E2C2CDDD-CAC9-4783-87D1-CAEB4364208D}" dt="2026-10-26T13:14:57.193" v="1500" actId="6549"/>
        <pc:sldMkLst>
          <pc:docMk/>
          <pc:sldMk cId="3099660173" sldId="339"/>
        </pc:sldMkLst>
      </pc:sldChg>
      <pc:sldChg chg="addSp delSp modSp add mod delAnim modAnim modNotesTx">
        <pc:chgData name="Sergey Chernykh" userId="c7c135f1-59ad-450e-b071-fa08415b0072" providerId="ADAL" clId="{E2C2CDDD-CAC9-4783-87D1-CAEB4364208D}" dt="2026-10-26T13:14:53.176" v="1499" actId="6549"/>
        <pc:sldMkLst>
          <pc:docMk/>
          <pc:sldMk cId="858897311" sldId="340"/>
        </pc:sldMkLst>
        <pc:spChg chg="add mod">
          <ac:chgData name="Sergey Chernykh" userId="c7c135f1-59ad-450e-b071-fa08415b0072" providerId="ADAL" clId="{E2C2CDDD-CAC9-4783-87D1-CAEB4364208D}" dt="2026-10-26T12:54:28.703" v="1301"/>
          <ac:spMkLst>
            <pc:docMk/>
            <pc:sldMk cId="858897311" sldId="340"/>
            <ac:spMk id="3" creationId="{940D4FD1-919D-5A82-585F-00F0618177E6}"/>
          </ac:spMkLst>
        </pc:spChg>
        <pc:spChg chg="add mod">
          <ac:chgData name="Sergey Chernykh" userId="c7c135f1-59ad-450e-b071-fa08415b0072" providerId="ADAL" clId="{E2C2CDDD-CAC9-4783-87D1-CAEB4364208D}" dt="2026-10-26T12:54:28.703" v="1301"/>
          <ac:spMkLst>
            <pc:docMk/>
            <pc:sldMk cId="858897311" sldId="340"/>
            <ac:spMk id="4" creationId="{68A0775B-0CB3-E514-E2C9-74D02D37ECFB}"/>
          </ac:spMkLst>
        </pc:spChg>
        <pc:spChg chg="add mod">
          <ac:chgData name="Sergey Chernykh" userId="c7c135f1-59ad-450e-b071-fa08415b0072" providerId="ADAL" clId="{E2C2CDDD-CAC9-4783-87D1-CAEB4364208D}" dt="2026-10-26T12:54:28.703" v="1301"/>
          <ac:spMkLst>
            <pc:docMk/>
            <pc:sldMk cId="858897311" sldId="340"/>
            <ac:spMk id="7" creationId="{4667B8FC-4DC5-BD35-148C-81BFE8B8FB0C}"/>
          </ac:spMkLst>
        </pc:spChg>
        <pc:spChg chg="add mod">
          <ac:chgData name="Sergey Chernykh" userId="c7c135f1-59ad-450e-b071-fa08415b0072" providerId="ADAL" clId="{E2C2CDDD-CAC9-4783-87D1-CAEB4364208D}" dt="2026-10-26T12:54:28.703" v="1301"/>
          <ac:spMkLst>
            <pc:docMk/>
            <pc:sldMk cId="858897311" sldId="340"/>
            <ac:spMk id="8" creationId="{EABB08A1-1674-4527-3EE8-1D7CC1DEC4F8}"/>
          </ac:spMkLst>
        </pc:spChg>
        <pc:spChg chg="add mod">
          <ac:chgData name="Sergey Chernykh" userId="c7c135f1-59ad-450e-b071-fa08415b0072" providerId="ADAL" clId="{E2C2CDDD-CAC9-4783-87D1-CAEB4364208D}" dt="2026-10-26T12:54:28.703" v="1301"/>
          <ac:spMkLst>
            <pc:docMk/>
            <pc:sldMk cId="858897311" sldId="340"/>
            <ac:spMk id="9" creationId="{AE5FA20A-FD93-7880-2159-E78DBAE51250}"/>
          </ac:spMkLst>
        </pc:spChg>
        <pc:spChg chg="add mod">
          <ac:chgData name="Sergey Chernykh" userId="c7c135f1-59ad-450e-b071-fa08415b0072" providerId="ADAL" clId="{E2C2CDDD-CAC9-4783-87D1-CAEB4364208D}" dt="2026-10-26T12:54:28.703" v="1301"/>
          <ac:spMkLst>
            <pc:docMk/>
            <pc:sldMk cId="858897311" sldId="340"/>
            <ac:spMk id="10" creationId="{9059BD97-46E9-9B9E-D5DA-49898E0EEE37}"/>
          </ac:spMkLst>
        </pc:spChg>
        <pc:spChg chg="add mod">
          <ac:chgData name="Sergey Chernykh" userId="c7c135f1-59ad-450e-b071-fa08415b0072" providerId="ADAL" clId="{E2C2CDDD-CAC9-4783-87D1-CAEB4364208D}" dt="2026-10-26T12:54:28.703" v="1301"/>
          <ac:spMkLst>
            <pc:docMk/>
            <pc:sldMk cId="858897311" sldId="340"/>
            <ac:spMk id="11" creationId="{24A5A15E-E714-B080-1B87-EBC43DBC6097}"/>
          </ac:spMkLst>
        </pc:spChg>
        <pc:spChg chg="add mod">
          <ac:chgData name="Sergey Chernykh" userId="c7c135f1-59ad-450e-b071-fa08415b0072" providerId="ADAL" clId="{E2C2CDDD-CAC9-4783-87D1-CAEB4364208D}" dt="2026-10-26T12:54:28.703" v="1301"/>
          <ac:spMkLst>
            <pc:docMk/>
            <pc:sldMk cId="858897311" sldId="340"/>
            <ac:spMk id="13" creationId="{455AB5B4-190A-035E-8724-FE9F37691177}"/>
          </ac:spMkLst>
        </pc:spChg>
        <pc:spChg chg="add mod">
          <ac:chgData name="Sergey Chernykh" userId="c7c135f1-59ad-450e-b071-fa08415b0072" providerId="ADAL" clId="{E2C2CDDD-CAC9-4783-87D1-CAEB4364208D}" dt="2026-10-26T12:54:28.703" v="1301"/>
          <ac:spMkLst>
            <pc:docMk/>
            <pc:sldMk cId="858897311" sldId="340"/>
            <ac:spMk id="14" creationId="{BC3B53AD-260A-E2AF-90D0-A057B8E3D64C}"/>
          </ac:spMkLst>
        </pc:spChg>
        <pc:spChg chg="add mod">
          <ac:chgData name="Sergey Chernykh" userId="c7c135f1-59ad-450e-b071-fa08415b0072" providerId="ADAL" clId="{E2C2CDDD-CAC9-4783-87D1-CAEB4364208D}" dt="2026-10-26T12:54:28.703" v="1301"/>
          <ac:spMkLst>
            <pc:docMk/>
            <pc:sldMk cId="858897311" sldId="340"/>
            <ac:spMk id="15" creationId="{07202849-2311-9F54-96AA-421D27B296E2}"/>
          </ac:spMkLst>
        </pc:spChg>
        <pc:spChg chg="add mod">
          <ac:chgData name="Sergey Chernykh" userId="c7c135f1-59ad-450e-b071-fa08415b0072" providerId="ADAL" clId="{E2C2CDDD-CAC9-4783-87D1-CAEB4364208D}" dt="2026-10-26T12:54:50.396" v="1303"/>
          <ac:spMkLst>
            <pc:docMk/>
            <pc:sldMk cId="858897311" sldId="340"/>
            <ac:spMk id="16" creationId="{025FECA6-BA7B-B175-C0C2-9DA3D2C8B8D8}"/>
          </ac:spMkLst>
        </pc:spChg>
        <pc:spChg chg="add mod">
          <ac:chgData name="Sergey Chernykh" userId="c7c135f1-59ad-450e-b071-fa08415b0072" providerId="ADAL" clId="{E2C2CDDD-CAC9-4783-87D1-CAEB4364208D}" dt="2026-10-26T12:54:50.396" v="1303"/>
          <ac:spMkLst>
            <pc:docMk/>
            <pc:sldMk cId="858897311" sldId="340"/>
            <ac:spMk id="17" creationId="{67E319F7-E77C-D4F8-0E54-CD21AF876F7E}"/>
          </ac:spMkLst>
        </pc:spChg>
        <pc:spChg chg="add mod">
          <ac:chgData name="Sergey Chernykh" userId="c7c135f1-59ad-450e-b071-fa08415b0072" providerId="ADAL" clId="{E2C2CDDD-CAC9-4783-87D1-CAEB4364208D}" dt="2026-10-26T12:54:50.396" v="1303"/>
          <ac:spMkLst>
            <pc:docMk/>
            <pc:sldMk cId="858897311" sldId="340"/>
            <ac:spMk id="18" creationId="{35770EA3-2CEF-C795-955F-54E389A81C0A}"/>
          </ac:spMkLst>
        </pc:spChg>
        <pc:spChg chg="add mod">
          <ac:chgData name="Sergey Chernykh" userId="c7c135f1-59ad-450e-b071-fa08415b0072" providerId="ADAL" clId="{E2C2CDDD-CAC9-4783-87D1-CAEB4364208D}" dt="2026-10-26T12:54:50.396" v="1303"/>
          <ac:spMkLst>
            <pc:docMk/>
            <pc:sldMk cId="858897311" sldId="340"/>
            <ac:spMk id="20" creationId="{B402124D-7564-2DE4-5A4C-E9A9424FF3DD}"/>
          </ac:spMkLst>
        </pc:spChg>
        <pc:spChg chg="del">
          <ac:chgData name="Sergey Chernykh" userId="c7c135f1-59ad-450e-b071-fa08415b0072" providerId="ADAL" clId="{E2C2CDDD-CAC9-4783-87D1-CAEB4364208D}" dt="2026-10-26T12:54:26.350" v="1300" actId="478"/>
          <ac:spMkLst>
            <pc:docMk/>
            <pc:sldMk cId="858897311" sldId="340"/>
            <ac:spMk id="22" creationId="{F6341E64-0E0A-1FF9-EFA7-C92C06C30BFD}"/>
          </ac:spMkLst>
        </pc:spChg>
        <pc:spChg chg="del">
          <ac:chgData name="Sergey Chernykh" userId="c7c135f1-59ad-450e-b071-fa08415b0072" providerId="ADAL" clId="{E2C2CDDD-CAC9-4783-87D1-CAEB4364208D}" dt="2026-10-26T12:54:26.350" v="1300" actId="478"/>
          <ac:spMkLst>
            <pc:docMk/>
            <pc:sldMk cId="858897311" sldId="340"/>
            <ac:spMk id="24" creationId="{7B7C92EF-34F2-5896-CAA2-54A9212E02C4}"/>
          </ac:spMkLst>
        </pc:spChg>
        <pc:spChg chg="del">
          <ac:chgData name="Sergey Chernykh" userId="c7c135f1-59ad-450e-b071-fa08415b0072" providerId="ADAL" clId="{E2C2CDDD-CAC9-4783-87D1-CAEB4364208D}" dt="2026-10-26T12:54:26.350" v="1300" actId="478"/>
          <ac:spMkLst>
            <pc:docMk/>
            <pc:sldMk cId="858897311" sldId="340"/>
            <ac:spMk id="25" creationId="{F3D727C3-904B-7F08-F400-79968E2449C1}"/>
          </ac:spMkLst>
        </pc:spChg>
        <pc:spChg chg="del">
          <ac:chgData name="Sergey Chernykh" userId="c7c135f1-59ad-450e-b071-fa08415b0072" providerId="ADAL" clId="{E2C2CDDD-CAC9-4783-87D1-CAEB4364208D}" dt="2026-10-26T12:54:26.350" v="1300" actId="478"/>
          <ac:spMkLst>
            <pc:docMk/>
            <pc:sldMk cId="858897311" sldId="340"/>
            <ac:spMk id="26" creationId="{76AD57E8-2573-18CE-99F7-D3EC571F55A2}"/>
          </ac:spMkLst>
        </pc:spChg>
        <pc:spChg chg="del">
          <ac:chgData name="Sergey Chernykh" userId="c7c135f1-59ad-450e-b071-fa08415b0072" providerId="ADAL" clId="{E2C2CDDD-CAC9-4783-87D1-CAEB4364208D}" dt="2026-10-26T12:54:26.350" v="1300" actId="478"/>
          <ac:spMkLst>
            <pc:docMk/>
            <pc:sldMk cId="858897311" sldId="340"/>
            <ac:spMk id="27" creationId="{267896AC-D272-2E15-7842-EB5C463ECB5F}"/>
          </ac:spMkLst>
        </pc:spChg>
        <pc:spChg chg="del">
          <ac:chgData name="Sergey Chernykh" userId="c7c135f1-59ad-450e-b071-fa08415b0072" providerId="ADAL" clId="{E2C2CDDD-CAC9-4783-87D1-CAEB4364208D}" dt="2026-10-26T12:54:26.350" v="1300" actId="478"/>
          <ac:spMkLst>
            <pc:docMk/>
            <pc:sldMk cId="858897311" sldId="340"/>
            <ac:spMk id="29" creationId="{CB8CE4C0-ECB0-8DE3-09B8-C7B182ECA894}"/>
          </ac:spMkLst>
        </pc:spChg>
        <pc:spChg chg="del">
          <ac:chgData name="Sergey Chernykh" userId="c7c135f1-59ad-450e-b071-fa08415b0072" providerId="ADAL" clId="{E2C2CDDD-CAC9-4783-87D1-CAEB4364208D}" dt="2026-10-26T12:54:26.350" v="1300" actId="478"/>
          <ac:spMkLst>
            <pc:docMk/>
            <pc:sldMk cId="858897311" sldId="340"/>
            <ac:spMk id="30" creationId="{D789B86A-410B-5459-E5B0-C87C15709D6A}"/>
          </ac:spMkLst>
        </pc:spChg>
        <pc:spChg chg="del">
          <ac:chgData name="Sergey Chernykh" userId="c7c135f1-59ad-450e-b071-fa08415b0072" providerId="ADAL" clId="{E2C2CDDD-CAC9-4783-87D1-CAEB4364208D}" dt="2026-10-26T12:54:26.350" v="1300" actId="478"/>
          <ac:spMkLst>
            <pc:docMk/>
            <pc:sldMk cId="858897311" sldId="340"/>
            <ac:spMk id="31" creationId="{30A2653F-42B8-C4A3-0E6E-F02B659F937F}"/>
          </ac:spMkLst>
        </pc:spChg>
        <pc:spChg chg="del">
          <ac:chgData name="Sergey Chernykh" userId="c7c135f1-59ad-450e-b071-fa08415b0072" providerId="ADAL" clId="{E2C2CDDD-CAC9-4783-87D1-CAEB4364208D}" dt="2026-10-26T12:54:26.350" v="1300" actId="478"/>
          <ac:spMkLst>
            <pc:docMk/>
            <pc:sldMk cId="858897311" sldId="340"/>
            <ac:spMk id="32" creationId="{D0E0C532-8BDB-D553-7A41-CAAA54FA29D7}"/>
          </ac:spMkLst>
        </pc:spChg>
        <pc:spChg chg="del">
          <ac:chgData name="Sergey Chernykh" userId="c7c135f1-59ad-450e-b071-fa08415b0072" providerId="ADAL" clId="{E2C2CDDD-CAC9-4783-87D1-CAEB4364208D}" dt="2026-10-26T12:54:26.350" v="1300" actId="478"/>
          <ac:spMkLst>
            <pc:docMk/>
            <pc:sldMk cId="858897311" sldId="340"/>
            <ac:spMk id="34" creationId="{429AAF5E-2DF2-6E6D-626A-02D3BAB8AE50}"/>
          </ac:spMkLst>
        </pc:spChg>
        <pc:spChg chg="add mod">
          <ac:chgData name="Sergey Chernykh" userId="c7c135f1-59ad-450e-b071-fa08415b0072" providerId="ADAL" clId="{E2C2CDDD-CAC9-4783-87D1-CAEB4364208D}" dt="2026-10-26T12:55:56.004" v="1310" actId="14100"/>
          <ac:spMkLst>
            <pc:docMk/>
            <pc:sldMk cId="858897311" sldId="340"/>
            <ac:spMk id="41" creationId="{77AF49D4-FFAB-3F73-FCB9-17469ACE99D8}"/>
          </ac:spMkLst>
        </pc:spChg>
        <pc:spChg chg="add mod">
          <ac:chgData name="Sergey Chernykh" userId="c7c135f1-59ad-450e-b071-fa08415b0072" providerId="ADAL" clId="{E2C2CDDD-CAC9-4783-87D1-CAEB4364208D}" dt="2026-10-26T12:54:50.396" v="1303"/>
          <ac:spMkLst>
            <pc:docMk/>
            <pc:sldMk cId="858897311" sldId="340"/>
            <ac:spMk id="42" creationId="{164FAFC0-3EB5-4521-2020-D0A048A0F96C}"/>
          </ac:spMkLst>
        </pc:spChg>
        <pc:spChg chg="add mod">
          <ac:chgData name="Sergey Chernykh" userId="c7c135f1-59ad-450e-b071-fa08415b0072" providerId="ADAL" clId="{E2C2CDDD-CAC9-4783-87D1-CAEB4364208D}" dt="2026-10-26T12:54:50.396" v="1303"/>
          <ac:spMkLst>
            <pc:docMk/>
            <pc:sldMk cId="858897311" sldId="340"/>
            <ac:spMk id="43" creationId="{216AC068-D566-37B1-6DD6-8DEFDEFCE195}"/>
          </ac:spMkLst>
        </pc:spChg>
        <pc:spChg chg="add mod">
          <ac:chgData name="Sergey Chernykh" userId="c7c135f1-59ad-450e-b071-fa08415b0072" providerId="ADAL" clId="{E2C2CDDD-CAC9-4783-87D1-CAEB4364208D}" dt="2026-10-26T12:54:50.396" v="1303"/>
          <ac:spMkLst>
            <pc:docMk/>
            <pc:sldMk cId="858897311" sldId="340"/>
            <ac:spMk id="44" creationId="{FED914E9-3611-8A97-2256-4F4456899F5B}"/>
          </ac:spMkLst>
        </pc:spChg>
        <pc:spChg chg="add mod">
          <ac:chgData name="Sergey Chernykh" userId="c7c135f1-59ad-450e-b071-fa08415b0072" providerId="ADAL" clId="{E2C2CDDD-CAC9-4783-87D1-CAEB4364208D}" dt="2026-10-26T12:54:50.396" v="1303"/>
          <ac:spMkLst>
            <pc:docMk/>
            <pc:sldMk cId="858897311" sldId="340"/>
            <ac:spMk id="45" creationId="{29B777EB-B535-A968-1754-4A74AC2A0A2F}"/>
          </ac:spMkLst>
        </pc:spChg>
        <pc:spChg chg="add mod">
          <ac:chgData name="Sergey Chernykh" userId="c7c135f1-59ad-450e-b071-fa08415b0072" providerId="ADAL" clId="{E2C2CDDD-CAC9-4783-87D1-CAEB4364208D}" dt="2026-10-26T12:54:50.396" v="1303"/>
          <ac:spMkLst>
            <pc:docMk/>
            <pc:sldMk cId="858897311" sldId="340"/>
            <ac:spMk id="46" creationId="{7C296FAB-B334-EB2A-BD7A-6D79B9AFCC54}"/>
          </ac:spMkLst>
        </pc:spChg>
      </pc:sldChg>
      <pc:sldChg chg="addSp delSp modSp add mod modNotesTx">
        <pc:chgData name="Sergey Chernykh" userId="c7c135f1-59ad-450e-b071-fa08415b0072" providerId="ADAL" clId="{E2C2CDDD-CAC9-4783-87D1-CAEB4364208D}" dt="2026-10-26T13:14:15.711" v="1488" actId="6549"/>
        <pc:sldMkLst>
          <pc:docMk/>
          <pc:sldMk cId="4031216017" sldId="341"/>
        </pc:sldMkLst>
        <pc:spChg chg="add del mod">
          <ac:chgData name="Sergey Chernykh" userId="c7c135f1-59ad-450e-b071-fa08415b0072" providerId="ADAL" clId="{E2C2CDDD-CAC9-4783-87D1-CAEB4364208D}" dt="2026-10-26T13:01:02.248" v="1331" actId="478"/>
          <ac:spMkLst>
            <pc:docMk/>
            <pc:sldMk cId="4031216017" sldId="341"/>
            <ac:spMk id="3" creationId="{5CC885E3-CD23-8FAC-2CA0-89C25CF39E52}"/>
          </ac:spMkLst>
        </pc:spChg>
        <pc:spChg chg="add mod">
          <ac:chgData name="Sergey Chernykh" userId="c7c135f1-59ad-450e-b071-fa08415b0072" providerId="ADAL" clId="{E2C2CDDD-CAC9-4783-87D1-CAEB4364208D}" dt="2026-10-26T13:01:02.690" v="1332"/>
          <ac:spMkLst>
            <pc:docMk/>
            <pc:sldMk cId="4031216017" sldId="341"/>
            <ac:spMk id="4" creationId="{A4870C6B-11F9-5D66-48E5-6C00896DFD96}"/>
          </ac:spMkLst>
        </pc:spChg>
        <pc:spChg chg="del">
          <ac:chgData name="Sergey Chernykh" userId="c7c135f1-59ad-450e-b071-fa08415b0072" providerId="ADAL" clId="{E2C2CDDD-CAC9-4783-87D1-CAEB4364208D}" dt="2026-10-26T13:01:00.198" v="1330" actId="478"/>
          <ac:spMkLst>
            <pc:docMk/>
            <pc:sldMk cId="4031216017" sldId="341"/>
            <ac:spMk id="5" creationId="{54667CDE-F03D-681D-4F89-04ADFB99AB25}"/>
          </ac:spMkLst>
        </pc:spChg>
        <pc:spChg chg="del">
          <ac:chgData name="Sergey Chernykh" userId="c7c135f1-59ad-450e-b071-fa08415b0072" providerId="ADAL" clId="{E2C2CDDD-CAC9-4783-87D1-CAEB4364208D}" dt="2026-10-26T13:01:00.198" v="1330" actId="478"/>
          <ac:spMkLst>
            <pc:docMk/>
            <pc:sldMk cId="4031216017" sldId="341"/>
            <ac:spMk id="8" creationId="{26A6B9E7-1717-C8B6-5F7E-10822598B031}"/>
          </ac:spMkLst>
        </pc:spChg>
        <pc:spChg chg="del">
          <ac:chgData name="Sergey Chernykh" userId="c7c135f1-59ad-450e-b071-fa08415b0072" providerId="ADAL" clId="{E2C2CDDD-CAC9-4783-87D1-CAEB4364208D}" dt="2026-10-26T13:01:00.198" v="1330" actId="478"/>
          <ac:spMkLst>
            <pc:docMk/>
            <pc:sldMk cId="4031216017" sldId="341"/>
            <ac:spMk id="9" creationId="{9F14A540-A2C9-E337-D83F-0766B712CF25}"/>
          </ac:spMkLst>
        </pc:spChg>
        <pc:spChg chg="del">
          <ac:chgData name="Sergey Chernykh" userId="c7c135f1-59ad-450e-b071-fa08415b0072" providerId="ADAL" clId="{E2C2CDDD-CAC9-4783-87D1-CAEB4364208D}" dt="2026-10-26T13:01:00.198" v="1330" actId="478"/>
          <ac:spMkLst>
            <pc:docMk/>
            <pc:sldMk cId="4031216017" sldId="341"/>
            <ac:spMk id="10" creationId="{6426C264-B634-7530-11AA-E98A7AC5D8D7}"/>
          </ac:spMkLst>
        </pc:spChg>
        <pc:spChg chg="del">
          <ac:chgData name="Sergey Chernykh" userId="c7c135f1-59ad-450e-b071-fa08415b0072" providerId="ADAL" clId="{E2C2CDDD-CAC9-4783-87D1-CAEB4364208D}" dt="2026-10-26T13:01:00.198" v="1330" actId="478"/>
          <ac:spMkLst>
            <pc:docMk/>
            <pc:sldMk cId="4031216017" sldId="341"/>
            <ac:spMk id="11" creationId="{A1426E7A-952A-206B-7AA9-12F9B6180A55}"/>
          </ac:spMkLst>
        </pc:spChg>
        <pc:spChg chg="del">
          <ac:chgData name="Sergey Chernykh" userId="c7c135f1-59ad-450e-b071-fa08415b0072" providerId="ADAL" clId="{E2C2CDDD-CAC9-4783-87D1-CAEB4364208D}" dt="2026-10-26T13:01:00.198" v="1330" actId="478"/>
          <ac:spMkLst>
            <pc:docMk/>
            <pc:sldMk cId="4031216017" sldId="341"/>
            <ac:spMk id="12" creationId="{47D69180-4B94-23BB-96DE-657943AA24E0}"/>
          </ac:spMkLst>
        </pc:spChg>
        <pc:spChg chg="del">
          <ac:chgData name="Sergey Chernykh" userId="c7c135f1-59ad-450e-b071-fa08415b0072" providerId="ADAL" clId="{E2C2CDDD-CAC9-4783-87D1-CAEB4364208D}" dt="2026-10-26T13:01:00.198" v="1330" actId="478"/>
          <ac:spMkLst>
            <pc:docMk/>
            <pc:sldMk cId="4031216017" sldId="341"/>
            <ac:spMk id="13" creationId="{9C93C864-1E12-A9C9-1B86-BD3BF2BF6247}"/>
          </ac:spMkLst>
        </pc:spChg>
        <pc:spChg chg="add mod">
          <ac:chgData name="Sergey Chernykh" userId="c7c135f1-59ad-450e-b071-fa08415b0072" providerId="ADAL" clId="{E2C2CDDD-CAC9-4783-87D1-CAEB4364208D}" dt="2026-10-26T13:01:02.690" v="1332"/>
          <ac:spMkLst>
            <pc:docMk/>
            <pc:sldMk cId="4031216017" sldId="341"/>
            <ac:spMk id="14" creationId="{84916B28-34BE-0306-E225-3CAC3725BF90}"/>
          </ac:spMkLst>
        </pc:spChg>
        <pc:spChg chg="add mod">
          <ac:chgData name="Sergey Chernykh" userId="c7c135f1-59ad-450e-b071-fa08415b0072" providerId="ADAL" clId="{E2C2CDDD-CAC9-4783-87D1-CAEB4364208D}" dt="2026-10-26T13:01:02.690" v="1332"/>
          <ac:spMkLst>
            <pc:docMk/>
            <pc:sldMk cId="4031216017" sldId="341"/>
            <ac:spMk id="15" creationId="{C4843634-EC04-2271-83F8-C35010C81C4D}"/>
          </ac:spMkLst>
        </pc:spChg>
        <pc:spChg chg="add mod">
          <ac:chgData name="Sergey Chernykh" userId="c7c135f1-59ad-450e-b071-fa08415b0072" providerId="ADAL" clId="{E2C2CDDD-CAC9-4783-87D1-CAEB4364208D}" dt="2026-10-26T13:01:02.690" v="1332"/>
          <ac:spMkLst>
            <pc:docMk/>
            <pc:sldMk cId="4031216017" sldId="341"/>
            <ac:spMk id="17" creationId="{AE20CF1E-B767-3CF1-14A1-015C3AF4CE8A}"/>
          </ac:spMkLst>
        </pc:spChg>
        <pc:spChg chg="add mod">
          <ac:chgData name="Sergey Chernykh" userId="c7c135f1-59ad-450e-b071-fa08415b0072" providerId="ADAL" clId="{E2C2CDDD-CAC9-4783-87D1-CAEB4364208D}" dt="2026-10-26T13:01:02.690" v="1332"/>
          <ac:spMkLst>
            <pc:docMk/>
            <pc:sldMk cId="4031216017" sldId="341"/>
            <ac:spMk id="18" creationId="{413B4A10-73A1-838F-1996-F27C9CCDDD08}"/>
          </ac:spMkLst>
        </pc:spChg>
        <pc:picChg chg="add mod">
          <ac:chgData name="Sergey Chernykh" userId="c7c135f1-59ad-450e-b071-fa08415b0072" providerId="ADAL" clId="{E2C2CDDD-CAC9-4783-87D1-CAEB4364208D}" dt="2026-10-26T13:01:02.690" v="1332"/>
          <ac:picMkLst>
            <pc:docMk/>
            <pc:sldMk cId="4031216017" sldId="341"/>
            <ac:picMk id="16" creationId="{A26E5ADC-1D0E-9CDA-F4CF-B43491280F83}"/>
          </ac:picMkLst>
        </pc:picChg>
      </pc:sldChg>
      <pc:sldChg chg="addSp delSp modSp add mod modNotesTx">
        <pc:chgData name="Sergey Chernykh" userId="c7c135f1-59ad-450e-b071-fa08415b0072" providerId="ADAL" clId="{E2C2CDDD-CAC9-4783-87D1-CAEB4364208D}" dt="2026-10-26T13:15:12.629" v="1504" actId="6549"/>
        <pc:sldMkLst>
          <pc:docMk/>
          <pc:sldMk cId="3565600849" sldId="342"/>
        </pc:sldMkLst>
        <pc:spChg chg="del">
          <ac:chgData name="Sergey Chernykh" userId="c7c135f1-59ad-450e-b071-fa08415b0072" providerId="ADAL" clId="{E2C2CDDD-CAC9-4783-87D1-CAEB4364208D}" dt="2026-10-26T13:02:15.556" v="1335" actId="478"/>
          <ac:spMkLst>
            <pc:docMk/>
            <pc:sldMk cId="3565600849" sldId="342"/>
            <ac:spMk id="2" creationId="{2F95DCC6-D4BF-5B27-86A0-82484865F14F}"/>
          </ac:spMkLst>
        </pc:spChg>
        <pc:spChg chg="del">
          <ac:chgData name="Sergey Chernykh" userId="c7c135f1-59ad-450e-b071-fa08415b0072" providerId="ADAL" clId="{E2C2CDDD-CAC9-4783-87D1-CAEB4364208D}" dt="2026-10-26T13:02:15.556" v="1335" actId="478"/>
          <ac:spMkLst>
            <pc:docMk/>
            <pc:sldMk cId="3565600849" sldId="342"/>
            <ac:spMk id="6" creationId="{B66D94B0-ABC6-2AE5-8BEE-9DC635DC1CD0}"/>
          </ac:spMkLst>
        </pc:spChg>
        <pc:spChg chg="del">
          <ac:chgData name="Sergey Chernykh" userId="c7c135f1-59ad-450e-b071-fa08415b0072" providerId="ADAL" clId="{E2C2CDDD-CAC9-4783-87D1-CAEB4364208D}" dt="2026-10-26T13:02:15.556" v="1335" actId="478"/>
          <ac:spMkLst>
            <pc:docMk/>
            <pc:sldMk cId="3565600849" sldId="342"/>
            <ac:spMk id="8" creationId="{24E90D58-652E-770E-20EB-A51C2C04F476}"/>
          </ac:spMkLst>
        </pc:spChg>
        <pc:spChg chg="del">
          <ac:chgData name="Sergey Chernykh" userId="c7c135f1-59ad-450e-b071-fa08415b0072" providerId="ADAL" clId="{E2C2CDDD-CAC9-4783-87D1-CAEB4364208D}" dt="2026-10-26T13:02:15.556" v="1335" actId="478"/>
          <ac:spMkLst>
            <pc:docMk/>
            <pc:sldMk cId="3565600849" sldId="342"/>
            <ac:spMk id="14" creationId="{7865968B-2498-E6EC-9CCB-5014AAE3A45A}"/>
          </ac:spMkLst>
        </pc:spChg>
        <pc:spChg chg="del">
          <ac:chgData name="Sergey Chernykh" userId="c7c135f1-59ad-450e-b071-fa08415b0072" providerId="ADAL" clId="{E2C2CDDD-CAC9-4783-87D1-CAEB4364208D}" dt="2026-10-26T13:02:15.556" v="1335" actId="478"/>
          <ac:spMkLst>
            <pc:docMk/>
            <pc:sldMk cId="3565600849" sldId="342"/>
            <ac:spMk id="15" creationId="{3F3A7DE6-F542-2539-C1B9-539CE7DE1324}"/>
          </ac:spMkLst>
        </pc:spChg>
        <pc:spChg chg="del">
          <ac:chgData name="Sergey Chernykh" userId="c7c135f1-59ad-450e-b071-fa08415b0072" providerId="ADAL" clId="{E2C2CDDD-CAC9-4783-87D1-CAEB4364208D}" dt="2026-10-26T13:02:15.556" v="1335" actId="478"/>
          <ac:spMkLst>
            <pc:docMk/>
            <pc:sldMk cId="3565600849" sldId="342"/>
            <ac:spMk id="16" creationId="{865A0386-9FB4-62B4-B296-D0100D14464D}"/>
          </ac:spMkLst>
        </pc:spChg>
        <pc:spChg chg="del">
          <ac:chgData name="Sergey Chernykh" userId="c7c135f1-59ad-450e-b071-fa08415b0072" providerId="ADAL" clId="{E2C2CDDD-CAC9-4783-87D1-CAEB4364208D}" dt="2026-10-26T13:02:15.556" v="1335" actId="478"/>
          <ac:spMkLst>
            <pc:docMk/>
            <pc:sldMk cId="3565600849" sldId="342"/>
            <ac:spMk id="26" creationId="{20415B2F-A1D0-B44F-6532-C3870421A412}"/>
          </ac:spMkLst>
        </pc:spChg>
        <pc:spChg chg="del">
          <ac:chgData name="Sergey Chernykh" userId="c7c135f1-59ad-450e-b071-fa08415b0072" providerId="ADAL" clId="{E2C2CDDD-CAC9-4783-87D1-CAEB4364208D}" dt="2026-10-26T13:02:15.556" v="1335" actId="478"/>
          <ac:spMkLst>
            <pc:docMk/>
            <pc:sldMk cId="3565600849" sldId="342"/>
            <ac:spMk id="27" creationId="{C73D73D8-E692-609F-7E6F-E724208B8AF0}"/>
          </ac:spMkLst>
        </pc:spChg>
        <pc:spChg chg="del">
          <ac:chgData name="Sergey Chernykh" userId="c7c135f1-59ad-450e-b071-fa08415b0072" providerId="ADAL" clId="{E2C2CDDD-CAC9-4783-87D1-CAEB4364208D}" dt="2026-10-26T13:02:15.556" v="1335" actId="478"/>
          <ac:spMkLst>
            <pc:docMk/>
            <pc:sldMk cId="3565600849" sldId="342"/>
            <ac:spMk id="28" creationId="{D35CF03F-9A14-A719-FAA6-BD689572AFCA}"/>
          </ac:spMkLst>
        </pc:spChg>
        <pc:spChg chg="add del mod">
          <ac:chgData name="Sergey Chernykh" userId="c7c135f1-59ad-450e-b071-fa08415b0072" providerId="ADAL" clId="{E2C2CDDD-CAC9-4783-87D1-CAEB4364208D}" dt="2026-10-26T13:02:17.516" v="1336" actId="478"/>
          <ac:spMkLst>
            <pc:docMk/>
            <pc:sldMk cId="3565600849" sldId="342"/>
            <ac:spMk id="32" creationId="{70E1402E-6B16-6214-6226-9F4F7533FDF4}"/>
          </ac:spMkLst>
        </pc:spChg>
        <pc:spChg chg="add mod">
          <ac:chgData name="Sergey Chernykh" userId="c7c135f1-59ad-450e-b071-fa08415b0072" providerId="ADAL" clId="{E2C2CDDD-CAC9-4783-87D1-CAEB4364208D}" dt="2026-10-26T13:02:18.236" v="1338" actId="27636"/>
          <ac:spMkLst>
            <pc:docMk/>
            <pc:sldMk cId="3565600849" sldId="342"/>
            <ac:spMk id="33" creationId="{2929E0B4-524D-2A42-E5C0-03BAA4865B85}"/>
          </ac:spMkLst>
        </pc:spChg>
        <pc:spChg chg="add mod">
          <ac:chgData name="Sergey Chernykh" userId="c7c135f1-59ad-450e-b071-fa08415b0072" providerId="ADAL" clId="{E2C2CDDD-CAC9-4783-87D1-CAEB4364208D}" dt="2026-10-26T13:02:18.236" v="1338" actId="27636"/>
          <ac:spMkLst>
            <pc:docMk/>
            <pc:sldMk cId="3565600849" sldId="342"/>
            <ac:spMk id="34" creationId="{73E587C8-AD27-19FD-F459-7936A7D5FFEB}"/>
          </ac:spMkLst>
        </pc:spChg>
        <pc:spChg chg="add mod">
          <ac:chgData name="Sergey Chernykh" userId="c7c135f1-59ad-450e-b071-fa08415b0072" providerId="ADAL" clId="{E2C2CDDD-CAC9-4783-87D1-CAEB4364208D}" dt="2026-10-26T13:02:18.236" v="1338" actId="27636"/>
          <ac:spMkLst>
            <pc:docMk/>
            <pc:sldMk cId="3565600849" sldId="342"/>
            <ac:spMk id="36" creationId="{73A2899F-4AE5-85BE-9C0D-B06343DA5F23}"/>
          </ac:spMkLst>
        </pc:spChg>
        <pc:spChg chg="add mod">
          <ac:chgData name="Sergey Chernykh" userId="c7c135f1-59ad-450e-b071-fa08415b0072" providerId="ADAL" clId="{E2C2CDDD-CAC9-4783-87D1-CAEB4364208D}" dt="2026-10-26T13:02:18.236" v="1338" actId="27636"/>
          <ac:spMkLst>
            <pc:docMk/>
            <pc:sldMk cId="3565600849" sldId="342"/>
            <ac:spMk id="38" creationId="{AC2CD064-59EC-6435-E1B1-797BCC040BBF}"/>
          </ac:spMkLst>
        </pc:spChg>
        <pc:spChg chg="add mod">
          <ac:chgData name="Sergey Chernykh" userId="c7c135f1-59ad-450e-b071-fa08415b0072" providerId="ADAL" clId="{E2C2CDDD-CAC9-4783-87D1-CAEB4364208D}" dt="2026-10-26T13:02:18.236" v="1338" actId="27636"/>
          <ac:spMkLst>
            <pc:docMk/>
            <pc:sldMk cId="3565600849" sldId="342"/>
            <ac:spMk id="40" creationId="{9651B7E4-EF99-A02C-4383-7E05DB9AFDD0}"/>
          </ac:spMkLst>
        </pc:spChg>
        <pc:spChg chg="add mod">
          <ac:chgData name="Sergey Chernykh" userId="c7c135f1-59ad-450e-b071-fa08415b0072" providerId="ADAL" clId="{E2C2CDDD-CAC9-4783-87D1-CAEB4364208D}" dt="2026-10-26T13:02:18.236" v="1338" actId="27636"/>
          <ac:spMkLst>
            <pc:docMk/>
            <pc:sldMk cId="3565600849" sldId="342"/>
            <ac:spMk id="44" creationId="{FCD0898C-0FB2-A501-95E7-EA994CBF018D}"/>
          </ac:spMkLst>
        </pc:spChg>
        <pc:spChg chg="add mod">
          <ac:chgData name="Sergey Chernykh" userId="c7c135f1-59ad-450e-b071-fa08415b0072" providerId="ADAL" clId="{E2C2CDDD-CAC9-4783-87D1-CAEB4364208D}" dt="2026-10-26T13:02:18.236" v="1338" actId="27636"/>
          <ac:spMkLst>
            <pc:docMk/>
            <pc:sldMk cId="3565600849" sldId="342"/>
            <ac:spMk id="45" creationId="{53E80463-ED90-C932-F70A-9A56E37B7849}"/>
          </ac:spMkLst>
        </pc:spChg>
        <pc:cxnChg chg="add mod">
          <ac:chgData name="Sergey Chernykh" userId="c7c135f1-59ad-450e-b071-fa08415b0072" providerId="ADAL" clId="{E2C2CDDD-CAC9-4783-87D1-CAEB4364208D}" dt="2026-10-26T13:02:18.236" v="1338" actId="27636"/>
          <ac:cxnSpMkLst>
            <pc:docMk/>
            <pc:sldMk cId="3565600849" sldId="342"/>
            <ac:cxnSpMk id="35" creationId="{17A3AF1E-F247-B7DA-36F1-EEEAC2AEE595}"/>
          </ac:cxnSpMkLst>
        </pc:cxnChg>
        <pc:cxnChg chg="add mod">
          <ac:chgData name="Sergey Chernykh" userId="c7c135f1-59ad-450e-b071-fa08415b0072" providerId="ADAL" clId="{E2C2CDDD-CAC9-4783-87D1-CAEB4364208D}" dt="2026-10-26T13:02:18.236" v="1338" actId="27636"/>
          <ac:cxnSpMkLst>
            <pc:docMk/>
            <pc:sldMk cId="3565600849" sldId="342"/>
            <ac:cxnSpMk id="37" creationId="{1A3C1EE4-8C34-662A-415E-D2ED7BC43444}"/>
          </ac:cxnSpMkLst>
        </pc:cxnChg>
        <pc:cxnChg chg="add mod">
          <ac:chgData name="Sergey Chernykh" userId="c7c135f1-59ad-450e-b071-fa08415b0072" providerId="ADAL" clId="{E2C2CDDD-CAC9-4783-87D1-CAEB4364208D}" dt="2026-10-26T13:02:18.236" v="1338" actId="27636"/>
          <ac:cxnSpMkLst>
            <pc:docMk/>
            <pc:sldMk cId="3565600849" sldId="342"/>
            <ac:cxnSpMk id="42" creationId="{A39D966B-9C44-4AB2-FF1B-607615862D02}"/>
          </ac:cxnSpMkLst>
        </pc:cxnChg>
      </pc:sldChg>
      <pc:sldChg chg="addSp delSp modSp add mod modNotesTx">
        <pc:chgData name="Sergey Chernykh" userId="c7c135f1-59ad-450e-b071-fa08415b0072" providerId="ADAL" clId="{E2C2CDDD-CAC9-4783-87D1-CAEB4364208D}" dt="2026-10-26T13:15:15.503" v="1505" actId="6549"/>
        <pc:sldMkLst>
          <pc:docMk/>
          <pc:sldMk cId="293857723" sldId="343"/>
        </pc:sldMkLst>
        <pc:spChg chg="del">
          <ac:chgData name="Sergey Chernykh" userId="c7c135f1-59ad-450e-b071-fa08415b0072" providerId="ADAL" clId="{E2C2CDDD-CAC9-4783-87D1-CAEB4364208D}" dt="2026-10-26T13:02:54.136" v="1343" actId="478"/>
          <ac:spMkLst>
            <pc:docMk/>
            <pc:sldMk cId="293857723" sldId="343"/>
            <ac:spMk id="5" creationId="{7D7887EB-BA05-53D6-1867-6E2BEB183A9D}"/>
          </ac:spMkLst>
        </pc:spChg>
        <pc:spChg chg="del">
          <ac:chgData name="Sergey Chernykh" userId="c7c135f1-59ad-450e-b071-fa08415b0072" providerId="ADAL" clId="{E2C2CDDD-CAC9-4783-87D1-CAEB4364208D}" dt="2026-10-26T13:02:54.136" v="1343" actId="478"/>
          <ac:spMkLst>
            <pc:docMk/>
            <pc:sldMk cId="293857723" sldId="343"/>
            <ac:spMk id="8" creationId="{C8385C8B-D5C3-1EDF-2F3B-D0F027007352}"/>
          </ac:spMkLst>
        </pc:spChg>
        <pc:spChg chg="del">
          <ac:chgData name="Sergey Chernykh" userId="c7c135f1-59ad-450e-b071-fa08415b0072" providerId="ADAL" clId="{E2C2CDDD-CAC9-4783-87D1-CAEB4364208D}" dt="2026-10-26T13:02:54.136" v="1343" actId="478"/>
          <ac:spMkLst>
            <pc:docMk/>
            <pc:sldMk cId="293857723" sldId="343"/>
            <ac:spMk id="9" creationId="{D45C97A2-23AE-D3D2-69BF-A7DAE2D813C3}"/>
          </ac:spMkLst>
        </pc:spChg>
        <pc:spChg chg="del">
          <ac:chgData name="Sergey Chernykh" userId="c7c135f1-59ad-450e-b071-fa08415b0072" providerId="ADAL" clId="{E2C2CDDD-CAC9-4783-87D1-CAEB4364208D}" dt="2026-10-26T13:02:54.136" v="1343" actId="478"/>
          <ac:spMkLst>
            <pc:docMk/>
            <pc:sldMk cId="293857723" sldId="343"/>
            <ac:spMk id="10" creationId="{B4B8D827-5A38-6880-A250-59C2716DAF8B}"/>
          </ac:spMkLst>
        </pc:spChg>
        <pc:spChg chg="del">
          <ac:chgData name="Sergey Chernykh" userId="c7c135f1-59ad-450e-b071-fa08415b0072" providerId="ADAL" clId="{E2C2CDDD-CAC9-4783-87D1-CAEB4364208D}" dt="2026-10-26T13:02:54.136" v="1343" actId="478"/>
          <ac:spMkLst>
            <pc:docMk/>
            <pc:sldMk cId="293857723" sldId="343"/>
            <ac:spMk id="11" creationId="{85D58120-4E08-DE6B-4983-2BEE51119987}"/>
          </ac:spMkLst>
        </pc:spChg>
        <pc:spChg chg="del">
          <ac:chgData name="Sergey Chernykh" userId="c7c135f1-59ad-450e-b071-fa08415b0072" providerId="ADAL" clId="{E2C2CDDD-CAC9-4783-87D1-CAEB4364208D}" dt="2026-10-26T13:02:54.136" v="1343" actId="478"/>
          <ac:spMkLst>
            <pc:docMk/>
            <pc:sldMk cId="293857723" sldId="343"/>
            <ac:spMk id="12" creationId="{8F0236E8-8181-C02E-8FE6-27AB8C5FC0E1}"/>
          </ac:spMkLst>
        </pc:spChg>
        <pc:spChg chg="del">
          <ac:chgData name="Sergey Chernykh" userId="c7c135f1-59ad-450e-b071-fa08415b0072" providerId="ADAL" clId="{E2C2CDDD-CAC9-4783-87D1-CAEB4364208D}" dt="2026-10-26T13:02:54.136" v="1343" actId="478"/>
          <ac:spMkLst>
            <pc:docMk/>
            <pc:sldMk cId="293857723" sldId="343"/>
            <ac:spMk id="13" creationId="{B3EBAC40-32E0-6A7C-EFDF-4A549291C638}"/>
          </ac:spMkLst>
        </pc:spChg>
        <pc:spChg chg="add del mod">
          <ac:chgData name="Sergey Chernykh" userId="c7c135f1-59ad-450e-b071-fa08415b0072" providerId="ADAL" clId="{E2C2CDDD-CAC9-4783-87D1-CAEB4364208D}" dt="2026-10-26T13:02:56.077" v="1344" actId="478"/>
          <ac:spMkLst>
            <pc:docMk/>
            <pc:sldMk cId="293857723" sldId="343"/>
            <ac:spMk id="14" creationId="{AD161A21-4DAC-B027-4E5D-03E1F1CE9794}"/>
          </ac:spMkLst>
        </pc:spChg>
        <pc:spChg chg="add mod">
          <ac:chgData name="Sergey Chernykh" userId="c7c135f1-59ad-450e-b071-fa08415b0072" providerId="ADAL" clId="{E2C2CDDD-CAC9-4783-87D1-CAEB4364208D}" dt="2026-10-26T13:02:56.728" v="1345"/>
          <ac:spMkLst>
            <pc:docMk/>
            <pc:sldMk cId="293857723" sldId="343"/>
            <ac:spMk id="15" creationId="{A0EDDA5B-6921-C38B-383F-A858714D7394}"/>
          </ac:spMkLst>
        </pc:spChg>
        <pc:spChg chg="add mod">
          <ac:chgData name="Sergey Chernykh" userId="c7c135f1-59ad-450e-b071-fa08415b0072" providerId="ADAL" clId="{E2C2CDDD-CAC9-4783-87D1-CAEB4364208D}" dt="2026-10-26T13:02:56.728" v="1345"/>
          <ac:spMkLst>
            <pc:docMk/>
            <pc:sldMk cId="293857723" sldId="343"/>
            <ac:spMk id="16" creationId="{0ECAFBFA-8185-31D3-DFC4-761FFA773818}"/>
          </ac:spMkLst>
        </pc:spChg>
        <pc:spChg chg="add mod">
          <ac:chgData name="Sergey Chernykh" userId="c7c135f1-59ad-450e-b071-fa08415b0072" providerId="ADAL" clId="{E2C2CDDD-CAC9-4783-87D1-CAEB4364208D}" dt="2026-10-26T13:02:56.728" v="1345"/>
          <ac:spMkLst>
            <pc:docMk/>
            <pc:sldMk cId="293857723" sldId="343"/>
            <ac:spMk id="17" creationId="{FE75943A-0897-73A2-657D-E830C406C5BB}"/>
          </ac:spMkLst>
        </pc:spChg>
        <pc:spChg chg="add mod">
          <ac:chgData name="Sergey Chernykh" userId="c7c135f1-59ad-450e-b071-fa08415b0072" providerId="ADAL" clId="{E2C2CDDD-CAC9-4783-87D1-CAEB4364208D}" dt="2026-10-26T13:02:56.728" v="1345"/>
          <ac:spMkLst>
            <pc:docMk/>
            <pc:sldMk cId="293857723" sldId="343"/>
            <ac:spMk id="18" creationId="{0E4BDD77-A940-2FF7-CBF8-657A79C32938}"/>
          </ac:spMkLst>
        </pc:spChg>
        <pc:spChg chg="add mod">
          <ac:chgData name="Sergey Chernykh" userId="c7c135f1-59ad-450e-b071-fa08415b0072" providerId="ADAL" clId="{E2C2CDDD-CAC9-4783-87D1-CAEB4364208D}" dt="2026-10-26T13:02:56.728" v="1345"/>
          <ac:spMkLst>
            <pc:docMk/>
            <pc:sldMk cId="293857723" sldId="343"/>
            <ac:spMk id="19" creationId="{956BCF24-80E9-B056-709F-74A00C9DB7F5}"/>
          </ac:spMkLst>
        </pc:spChg>
        <pc:graphicFrameChg chg="add del modGraphic">
          <ac:chgData name="Sergey Chernykh" userId="c7c135f1-59ad-450e-b071-fa08415b0072" providerId="ADAL" clId="{E2C2CDDD-CAC9-4783-87D1-CAEB4364208D}" dt="2026-10-26T13:02:47.423" v="1342" actId="27309"/>
          <ac:graphicFrameMkLst>
            <pc:docMk/>
            <pc:sldMk cId="293857723" sldId="343"/>
            <ac:graphicFrameMk id="3" creationId="{B1B3B015-47B4-355C-4C75-5E5DBC615AFC}"/>
          </ac:graphicFrameMkLst>
        </pc:graphicFrameChg>
      </pc:sldChg>
      <pc:sldChg chg="add del">
        <pc:chgData name="Sergey Chernykh" userId="c7c135f1-59ad-450e-b071-fa08415b0072" providerId="ADAL" clId="{E2C2CDDD-CAC9-4783-87D1-CAEB4364208D}" dt="2026-10-26T13:04:05.507" v="1359"/>
        <pc:sldMkLst>
          <pc:docMk/>
          <pc:sldMk cId="4038466981" sldId="34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1"/>
            <a:ext cx="2889938" cy="493633"/>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777607" y="1"/>
            <a:ext cx="2889938" cy="493633"/>
          </a:xfrm>
          <a:prstGeom prst="rect">
            <a:avLst/>
          </a:prstGeom>
        </p:spPr>
        <p:txBody>
          <a:bodyPr vert="horz" lIns="91440" tIns="45720" rIns="91440" bIns="45720" rtlCol="0"/>
          <a:lstStyle>
            <a:lvl1pPr algn="r">
              <a:defRPr sz="1200"/>
            </a:lvl1pPr>
          </a:lstStyle>
          <a:p>
            <a:fld id="{92460324-399B-E044-B7AB-24BBE3670693}" type="datetimeFigureOut">
              <a:rPr lang="nl-NL" smtClean="0"/>
              <a:t>26-10-2026</a:t>
            </a:fld>
            <a:endParaRPr lang="nl-NL"/>
          </a:p>
        </p:txBody>
      </p:sp>
      <p:sp>
        <p:nvSpPr>
          <p:cNvPr id="4" name="Tijdelijke aanduiding voor voettekst 3"/>
          <p:cNvSpPr>
            <a:spLocks noGrp="1"/>
          </p:cNvSpPr>
          <p:nvPr>
            <p:ph type="ftr" sz="quarter" idx="2"/>
          </p:nvPr>
        </p:nvSpPr>
        <p:spPr>
          <a:xfrm>
            <a:off x="0" y="9377317"/>
            <a:ext cx="2889938" cy="493633"/>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777607" y="9377317"/>
            <a:ext cx="2889938" cy="493633"/>
          </a:xfrm>
          <a:prstGeom prst="rect">
            <a:avLst/>
          </a:prstGeom>
        </p:spPr>
        <p:txBody>
          <a:bodyPr vert="horz" lIns="91440" tIns="45720" rIns="91440" bIns="45720" rtlCol="0" anchor="b"/>
          <a:lstStyle>
            <a:lvl1pPr algn="r">
              <a:defRPr sz="1200"/>
            </a:lvl1pPr>
          </a:lstStyle>
          <a:p>
            <a:fld id="{6939251E-53F1-FC41-8C35-4A7AA1F42D14}" type="slidenum">
              <a:rPr lang="nl-NL" smtClean="0"/>
              <a:t>‹#›</a:t>
            </a:fld>
            <a:endParaRPr lang="nl-NL"/>
          </a:p>
        </p:txBody>
      </p:sp>
    </p:spTree>
    <p:extLst>
      <p:ext uri="{BB962C8B-B14F-4D97-AF65-F5344CB8AC3E}">
        <p14:creationId xmlns:p14="http://schemas.microsoft.com/office/powerpoint/2010/main" val="241291657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889938" cy="49363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777607" y="1"/>
            <a:ext cx="2889938" cy="493633"/>
          </a:xfrm>
          <a:prstGeom prst="rect">
            <a:avLst/>
          </a:prstGeom>
        </p:spPr>
        <p:txBody>
          <a:bodyPr vert="horz" lIns="91440" tIns="45720" rIns="91440" bIns="45720" rtlCol="0"/>
          <a:lstStyle>
            <a:lvl1pPr algn="r">
              <a:defRPr sz="1200"/>
            </a:lvl1pPr>
          </a:lstStyle>
          <a:p>
            <a:fld id="{16226358-5A07-BF4D-A2AB-14C0FB991A39}" type="datetimeFigureOut">
              <a:rPr lang="en-US" smtClean="0"/>
              <a:t>10/26/2026</a:t>
            </a:fld>
            <a:endParaRPr lang="en-US"/>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377317"/>
            <a:ext cx="2889938" cy="49363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777607" y="9377317"/>
            <a:ext cx="2889938" cy="493633"/>
          </a:xfrm>
          <a:prstGeom prst="rect">
            <a:avLst/>
          </a:prstGeom>
        </p:spPr>
        <p:txBody>
          <a:bodyPr vert="horz" lIns="91440" tIns="45720" rIns="91440" bIns="45720" rtlCol="0" anchor="b"/>
          <a:lstStyle>
            <a:lvl1pPr algn="r">
              <a:defRPr sz="1200"/>
            </a:lvl1pPr>
          </a:lstStyle>
          <a:p>
            <a:fld id="{4EE6E482-F2E1-AE4E-B7AD-A6CBD907DFA8}" type="slidenum">
              <a:rPr lang="en-US" smtClean="0"/>
              <a:t>‹#›</a:t>
            </a:fld>
            <a:endParaRPr lang="en-US"/>
          </a:p>
        </p:txBody>
      </p:sp>
    </p:spTree>
    <p:extLst>
      <p:ext uri="{BB962C8B-B14F-4D97-AF65-F5344CB8AC3E}">
        <p14:creationId xmlns:p14="http://schemas.microsoft.com/office/powerpoint/2010/main" val="3071687179"/>
      </p:ext>
    </p:extLst>
  </p:cSld>
  <p:clrMap bg1="lt1" tx1="dk1" bg2="lt2" tx2="dk2" accent1="accent1" accent2="accent2" accent3="accent3" accent4="accent4" accent5="accent5" accent6="accent6" hlink="hlink" folHlink="folHlink"/>
  <p:hf hdr="0" ftr="0" dt="0"/>
  <p:notesStyle>
    <a:lvl1pPr marL="0" algn="l" defTabSz="609585" rtl="0" eaLnBrk="1" latinLnBrk="0" hangingPunct="1">
      <a:defRPr sz="1600" kern="1200">
        <a:solidFill>
          <a:schemeClr val="tx1"/>
        </a:solidFill>
        <a:latin typeface="+mn-lt"/>
        <a:ea typeface="+mn-ea"/>
        <a:cs typeface="+mn-cs"/>
      </a:defRPr>
    </a:lvl1pPr>
    <a:lvl2pPr marL="609585" algn="l" defTabSz="609585" rtl="0" eaLnBrk="1" latinLnBrk="0" hangingPunct="1">
      <a:defRPr sz="1600" kern="1200">
        <a:solidFill>
          <a:schemeClr val="tx1"/>
        </a:solidFill>
        <a:latin typeface="+mn-lt"/>
        <a:ea typeface="+mn-ea"/>
        <a:cs typeface="+mn-cs"/>
      </a:defRPr>
    </a:lvl2pPr>
    <a:lvl3pPr marL="1219170" algn="l" defTabSz="609585" rtl="0" eaLnBrk="1" latinLnBrk="0" hangingPunct="1">
      <a:defRPr sz="1600" kern="1200">
        <a:solidFill>
          <a:schemeClr val="tx1"/>
        </a:solidFill>
        <a:latin typeface="+mn-lt"/>
        <a:ea typeface="+mn-ea"/>
        <a:cs typeface="+mn-cs"/>
      </a:defRPr>
    </a:lvl3pPr>
    <a:lvl4pPr marL="1828754" algn="l" defTabSz="609585" rtl="0" eaLnBrk="1" latinLnBrk="0" hangingPunct="1">
      <a:defRPr sz="1600" kern="1200">
        <a:solidFill>
          <a:schemeClr val="tx1"/>
        </a:solidFill>
        <a:latin typeface="+mn-lt"/>
        <a:ea typeface="+mn-ea"/>
        <a:cs typeface="+mn-cs"/>
      </a:defRPr>
    </a:lvl4pPr>
    <a:lvl5pPr marL="2438339" algn="l" defTabSz="609585" rtl="0" eaLnBrk="1" latinLnBrk="0" hangingPunct="1">
      <a:defRPr sz="1600" kern="1200">
        <a:solidFill>
          <a:schemeClr val="tx1"/>
        </a:solidFill>
        <a:latin typeface="+mn-lt"/>
        <a:ea typeface="+mn-ea"/>
        <a:cs typeface="+mn-cs"/>
      </a:defRPr>
    </a:lvl5pPr>
    <a:lvl6pPr marL="3047924" algn="l" defTabSz="609585" rtl="0" eaLnBrk="1" latinLnBrk="0" hangingPunct="1">
      <a:defRPr sz="1600" kern="1200">
        <a:solidFill>
          <a:schemeClr val="tx1"/>
        </a:solidFill>
        <a:latin typeface="+mn-lt"/>
        <a:ea typeface="+mn-ea"/>
        <a:cs typeface="+mn-cs"/>
      </a:defRPr>
    </a:lvl6pPr>
    <a:lvl7pPr marL="3657509" algn="l" defTabSz="609585" rtl="0" eaLnBrk="1" latinLnBrk="0" hangingPunct="1">
      <a:defRPr sz="1600" kern="1200">
        <a:solidFill>
          <a:schemeClr val="tx1"/>
        </a:solidFill>
        <a:latin typeface="+mn-lt"/>
        <a:ea typeface="+mn-ea"/>
        <a:cs typeface="+mn-cs"/>
      </a:defRPr>
    </a:lvl7pPr>
    <a:lvl8pPr marL="4267093" algn="l" defTabSz="609585" rtl="0" eaLnBrk="1" latinLnBrk="0" hangingPunct="1">
      <a:defRPr sz="1600" kern="1200">
        <a:solidFill>
          <a:schemeClr val="tx1"/>
        </a:solidFill>
        <a:latin typeface="+mn-lt"/>
        <a:ea typeface="+mn-ea"/>
        <a:cs typeface="+mn-cs"/>
      </a:defRPr>
    </a:lvl8pPr>
    <a:lvl9pPr marL="4876678" algn="l" defTabSz="60958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a:t>
            </a:fld>
            <a:endParaRPr lang="en-US"/>
          </a:p>
        </p:txBody>
      </p:sp>
    </p:spTree>
    <p:extLst>
      <p:ext uri="{BB962C8B-B14F-4D97-AF65-F5344CB8AC3E}">
        <p14:creationId xmlns:p14="http://schemas.microsoft.com/office/powerpoint/2010/main" val="134134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a:t>
            </a:fld>
            <a:endParaRPr lang="en-US"/>
          </a:p>
        </p:txBody>
      </p:sp>
    </p:spTree>
    <p:extLst>
      <p:ext uri="{BB962C8B-B14F-4D97-AF65-F5344CB8AC3E}">
        <p14:creationId xmlns:p14="http://schemas.microsoft.com/office/powerpoint/2010/main" val="37338818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3</a:t>
            </a:fld>
            <a:endParaRPr lang="en-US"/>
          </a:p>
        </p:txBody>
      </p:sp>
    </p:spTree>
    <p:extLst>
      <p:ext uri="{BB962C8B-B14F-4D97-AF65-F5344CB8AC3E}">
        <p14:creationId xmlns:p14="http://schemas.microsoft.com/office/powerpoint/2010/main" val="18080870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4</a:t>
            </a:fld>
            <a:endParaRPr lang="en-US"/>
          </a:p>
        </p:txBody>
      </p:sp>
    </p:spTree>
    <p:extLst>
      <p:ext uri="{BB962C8B-B14F-4D97-AF65-F5344CB8AC3E}">
        <p14:creationId xmlns:p14="http://schemas.microsoft.com/office/powerpoint/2010/main" val="3706903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5</a:t>
            </a:fld>
            <a:endParaRPr lang="en-US"/>
          </a:p>
        </p:txBody>
      </p:sp>
    </p:spTree>
    <p:extLst>
      <p:ext uri="{BB962C8B-B14F-4D97-AF65-F5344CB8AC3E}">
        <p14:creationId xmlns:p14="http://schemas.microsoft.com/office/powerpoint/2010/main" val="35325519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6</a:t>
            </a:fld>
            <a:endParaRPr lang="en-US"/>
          </a:p>
        </p:txBody>
      </p:sp>
    </p:spTree>
    <p:extLst>
      <p:ext uri="{BB962C8B-B14F-4D97-AF65-F5344CB8AC3E}">
        <p14:creationId xmlns:p14="http://schemas.microsoft.com/office/powerpoint/2010/main" val="3245063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Take-home training: Wolters Kluwer's API Spotlight podcast, 10 to 15 minute episodes from CCH product experts and firms. These are audio episodes (Apple Podcasts, Amazon Music and iHeart), not videos.</a:t>
            </a:r>
          </a:p>
          <a:p>
            <a:endParaRPr lang="en-US" dirty="0"/>
          </a:p>
          <a:p>
            <a:r>
              <a:rPr lang="en-US" dirty="0"/>
              <a:t>Suggested placement: with the lab preview and next steps, near the close, or right after the CCH Axcess API product slide as the "go deeper" pointer. Nathan may want to introduce it, since it is Wolters Kluwer's series.</a:t>
            </a:r>
          </a:p>
          <a:p>
            <a:endParaRPr lang="en-US" dirty="0"/>
          </a:p>
          <a:p>
            <a:r>
              <a:rPr lang="en-US" dirty="0"/>
              <a:t>Why these four, mapped to the session:</a:t>
            </a:r>
          </a:p>
          <a:p>
            <a:r>
              <a:rPr lang="en-US" dirty="0"/>
              <a:t>- Exploring Wolters Kluwer's CCH Axcess API strategy, with Shahbaz Khan (API Program and Partners) and Adam </a:t>
            </a:r>
            <a:r>
              <a:rPr lang="en-US" dirty="0" err="1"/>
              <a:t>Orentlicher</a:t>
            </a:r>
            <a:r>
              <a:rPr lang="en-US" dirty="0"/>
              <a:t>. The starting point for anyone new to the APIs.</a:t>
            </a:r>
          </a:p>
          <a:p>
            <a:r>
              <a:rPr lang="en-US" dirty="0"/>
              <a:t>  https://www.wolterskluwer.com/en/expert-insights/api-spotlight-exploring-wolters-kluwers-cch-axcess-api-strategy</a:t>
            </a:r>
          </a:p>
          <a:p>
            <a:r>
              <a:rPr lang="en-US" dirty="0"/>
              <a:t>- Harnessing the power of Tax Transfer APIs, with Rod Lear. Importing and extracting return data, including automating the initial review of return amounts against workpapers.</a:t>
            </a:r>
          </a:p>
          <a:p>
            <a:r>
              <a:rPr lang="en-US" dirty="0"/>
              <a:t>  https://www.wolterskluwer.com/en/expert-insights/api-spotlight-harnessing-the-power-of-tax-transfer-apis</a:t>
            </a:r>
          </a:p>
          <a:p>
            <a:r>
              <a:rPr lang="en-US" dirty="0"/>
              <a:t>- Realized benefits of the Tax Transfer API, with Kenny Cheung of Grassi. A firm's own experience, including change management and making the case for technology investment.</a:t>
            </a:r>
          </a:p>
          <a:p>
            <a:r>
              <a:rPr lang="en-US" dirty="0"/>
              <a:t>  https://www.wolterskluwer.com/en/expert-insights/api-spotlight-realized-benefits-of-the-tax-transfer-api</a:t>
            </a:r>
          </a:p>
          <a:p>
            <a:r>
              <a:rPr lang="en-US" dirty="0"/>
              <a:t>- Unlocking efficiency with Document Management APIs, with Damon Russel. Firm Management APIs with Axcess Document and CCH Axcess Portal: file storage, publishing options, approval processes and tasks.</a:t>
            </a:r>
          </a:p>
          <a:p>
            <a:r>
              <a:rPr lang="en-US" dirty="0"/>
              <a:t>  https://www.wolterskluwer.com/en/expert-insights/api-spotlight-unlocking-efficiency-with-document-management-apis</a:t>
            </a:r>
          </a:p>
          <a:p>
            <a:endParaRPr lang="en-US" dirty="0"/>
          </a:p>
          <a:p>
            <a:r>
              <a:rPr lang="en-US" dirty="0"/>
              <a:t>The series page also lists upcoming topics (Workflow APIs, Practice Management APIs, and Common APIs with Engagement). The page may be out of date, so they are not on the slide; Nathan can say whether they have been released.</a:t>
            </a:r>
          </a:p>
          <a:p>
            <a:endParaRPr lang="en-US" dirty="0"/>
          </a:p>
          <a:p>
            <a:r>
              <a:rPr lang="en-US" dirty="0"/>
              <a:t>QR code target (verified by decoding): https://www.wolterskluwer.com/en/solutions/cch-axcess/open-integration/api-spotlight-podcast-series</a:t>
            </a:r>
            <a:endParaRPr lang="en-CA" dirty="0"/>
          </a:p>
        </p:txBody>
      </p:sp>
      <p:sp>
        <p:nvSpPr>
          <p:cNvPr id="4" name="Slide Number Placeholder 3"/>
          <p:cNvSpPr>
            <a:spLocks noGrp="1"/>
          </p:cNvSpPr>
          <p:nvPr>
            <p:ph type="sldNum" sz="quarter" idx="5"/>
          </p:nvPr>
        </p:nvSpPr>
        <p:spPr/>
        <p:txBody>
          <a:bodyPr/>
          <a:lstStyle/>
          <a:p>
            <a:fld id="{2C180658-5A37-4C3B-8443-DD6D5507A6DB}" type="slidenum">
              <a:rPr lang="en-CA" smtClean="0"/>
              <a:t>7</a:t>
            </a:fld>
            <a:endParaRPr lang="en-CA"/>
          </a:p>
        </p:txBody>
      </p:sp>
    </p:spTree>
    <p:extLst>
      <p:ext uri="{BB962C8B-B14F-4D97-AF65-F5344CB8AC3E}">
        <p14:creationId xmlns:p14="http://schemas.microsoft.com/office/powerpoint/2010/main" val="1675912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8</a:t>
            </a:fld>
            <a:endParaRPr lang="en-US"/>
          </a:p>
        </p:txBody>
      </p:sp>
    </p:spTree>
    <p:extLst>
      <p:ext uri="{BB962C8B-B14F-4D97-AF65-F5344CB8AC3E}">
        <p14:creationId xmlns:p14="http://schemas.microsoft.com/office/powerpoint/2010/main" val="1973872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10</a:t>
            </a:fld>
            <a:endParaRPr lang="en-US"/>
          </a:p>
        </p:txBody>
      </p:sp>
    </p:spTree>
    <p:extLst>
      <p:ext uri="{BB962C8B-B14F-4D97-AF65-F5344CB8AC3E}">
        <p14:creationId xmlns:p14="http://schemas.microsoft.com/office/powerpoint/2010/main" val="40287703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2525D-216D-21AF-79B8-C9C8FB039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C9D3A-67DE-467E-7238-C0B79E6FD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B3D30-0A8C-5EF3-CB55-B05CAADCAAAF}"/>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E16EF44-5993-C996-12D9-8828131CD6FB}"/>
              </a:ext>
            </a:extLst>
          </p:cNvPr>
          <p:cNvSpPr>
            <a:spLocks noGrp="1"/>
          </p:cNvSpPr>
          <p:nvPr>
            <p:ph type="sldNum" sz="quarter" idx="5"/>
          </p:nvPr>
        </p:nvSpPr>
        <p:spPr/>
        <p:txBody>
          <a:bodyPr/>
          <a:lstStyle/>
          <a:p>
            <a:fld id="{4EE6E482-F2E1-AE4E-B7AD-A6CBD907DFA8}" type="slidenum">
              <a:rPr lang="en-US" smtClean="0"/>
              <a:t>11</a:t>
            </a:fld>
            <a:endParaRPr lang="en-US"/>
          </a:p>
        </p:txBody>
      </p:sp>
    </p:spTree>
    <p:extLst>
      <p:ext uri="{BB962C8B-B14F-4D97-AF65-F5344CB8AC3E}">
        <p14:creationId xmlns:p14="http://schemas.microsoft.com/office/powerpoint/2010/main" val="956427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12</a:t>
            </a:fld>
            <a:endParaRPr lang="en-US"/>
          </a:p>
        </p:txBody>
      </p:sp>
    </p:spTree>
    <p:extLst>
      <p:ext uri="{BB962C8B-B14F-4D97-AF65-F5344CB8AC3E}">
        <p14:creationId xmlns:p14="http://schemas.microsoft.com/office/powerpoint/2010/main" val="33053198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DDCA9-7BEF-BC01-416B-A7BA81AFA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1D458-0810-647B-B768-B9573BCD1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9EB767-286A-8245-20C8-26B9085751AA}"/>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FFC95B2D-D4F3-40A3-5F41-E1A5FD15A0A2}"/>
              </a:ext>
            </a:extLst>
          </p:cNvPr>
          <p:cNvSpPr>
            <a:spLocks noGrp="1"/>
          </p:cNvSpPr>
          <p:nvPr>
            <p:ph type="sldNum" sz="quarter" idx="5"/>
          </p:nvPr>
        </p:nvSpPr>
        <p:spPr/>
        <p:txBody>
          <a:bodyPr/>
          <a:lstStyle/>
          <a:p>
            <a:fld id="{4EE6E482-F2E1-AE4E-B7AD-A6CBD907DFA8}" type="slidenum">
              <a:rPr lang="en-US" smtClean="0"/>
              <a:t>13</a:t>
            </a:fld>
            <a:endParaRPr lang="en-US"/>
          </a:p>
        </p:txBody>
      </p:sp>
    </p:spTree>
    <p:extLst>
      <p:ext uri="{BB962C8B-B14F-4D97-AF65-F5344CB8AC3E}">
        <p14:creationId xmlns:p14="http://schemas.microsoft.com/office/powerpoint/2010/main" val="23720221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14</a:t>
            </a:fld>
            <a:endParaRPr lang="en-US"/>
          </a:p>
        </p:txBody>
      </p:sp>
    </p:spTree>
    <p:extLst>
      <p:ext uri="{BB962C8B-B14F-4D97-AF65-F5344CB8AC3E}">
        <p14:creationId xmlns:p14="http://schemas.microsoft.com/office/powerpoint/2010/main" val="33754633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60793-10AA-BED2-4557-05187EEBD2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30CE5-8AC4-5AD9-B92D-C9F301559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53EDEB-C10A-574C-07D9-665B3B1C738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8CE9B978-29F1-EE2E-04C8-6462C0E3A431}"/>
              </a:ext>
            </a:extLst>
          </p:cNvPr>
          <p:cNvSpPr>
            <a:spLocks noGrp="1"/>
          </p:cNvSpPr>
          <p:nvPr>
            <p:ph type="sldNum" sz="quarter" idx="5"/>
          </p:nvPr>
        </p:nvSpPr>
        <p:spPr/>
        <p:txBody>
          <a:bodyPr/>
          <a:lstStyle/>
          <a:p>
            <a:fld id="{4EE6E482-F2E1-AE4E-B7AD-A6CBD907DFA8}" type="slidenum">
              <a:rPr lang="en-US" smtClean="0"/>
              <a:t>15</a:t>
            </a:fld>
            <a:endParaRPr lang="en-US"/>
          </a:p>
        </p:txBody>
      </p:sp>
    </p:spTree>
    <p:extLst>
      <p:ext uri="{BB962C8B-B14F-4D97-AF65-F5344CB8AC3E}">
        <p14:creationId xmlns:p14="http://schemas.microsoft.com/office/powerpoint/2010/main" val="2419882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651C0-E684-B73F-1D74-F3E13BAF8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3B02D-C373-4362-7AE2-8138D62126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17BC72-B058-E440-6F58-907917C87E1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9498A819-34F5-B65C-5A8A-E13F5BFCDE1E}"/>
              </a:ext>
            </a:extLst>
          </p:cNvPr>
          <p:cNvSpPr>
            <a:spLocks noGrp="1"/>
          </p:cNvSpPr>
          <p:nvPr>
            <p:ph type="sldNum" sz="quarter" idx="5"/>
          </p:nvPr>
        </p:nvSpPr>
        <p:spPr/>
        <p:txBody>
          <a:bodyPr/>
          <a:lstStyle/>
          <a:p>
            <a:fld id="{4EE6E482-F2E1-AE4E-B7AD-A6CBD907DFA8}" type="slidenum">
              <a:rPr lang="en-US" smtClean="0"/>
              <a:t>16</a:t>
            </a:fld>
            <a:endParaRPr lang="en-US"/>
          </a:p>
        </p:txBody>
      </p:sp>
    </p:spTree>
    <p:extLst>
      <p:ext uri="{BB962C8B-B14F-4D97-AF65-F5344CB8AC3E}">
        <p14:creationId xmlns:p14="http://schemas.microsoft.com/office/powerpoint/2010/main" val="9274894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29A6B-C7D6-6488-9C8A-EBF2B7C2C4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5F302B-2988-43F1-E386-D70472FC9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42F057-FDB9-382C-CE98-86B072395FD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9CD16AF6-64A0-55DC-69CB-D3247E650300}"/>
              </a:ext>
            </a:extLst>
          </p:cNvPr>
          <p:cNvSpPr>
            <a:spLocks noGrp="1"/>
          </p:cNvSpPr>
          <p:nvPr>
            <p:ph type="sldNum" sz="quarter" idx="5"/>
          </p:nvPr>
        </p:nvSpPr>
        <p:spPr/>
        <p:txBody>
          <a:bodyPr/>
          <a:lstStyle/>
          <a:p>
            <a:fld id="{4EE6E482-F2E1-AE4E-B7AD-A6CBD907DFA8}" type="slidenum">
              <a:rPr lang="en-US" smtClean="0"/>
              <a:t>17</a:t>
            </a:fld>
            <a:endParaRPr lang="en-US"/>
          </a:p>
        </p:txBody>
      </p:sp>
    </p:spTree>
    <p:extLst>
      <p:ext uri="{BB962C8B-B14F-4D97-AF65-F5344CB8AC3E}">
        <p14:creationId xmlns:p14="http://schemas.microsoft.com/office/powerpoint/2010/main" val="1197021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18</a:t>
            </a:fld>
            <a:endParaRPr lang="en-US"/>
          </a:p>
        </p:txBody>
      </p:sp>
    </p:spTree>
    <p:extLst>
      <p:ext uri="{BB962C8B-B14F-4D97-AF65-F5344CB8AC3E}">
        <p14:creationId xmlns:p14="http://schemas.microsoft.com/office/powerpoint/2010/main" val="26393413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19</a:t>
            </a:fld>
            <a:endParaRPr lang="en-US"/>
          </a:p>
        </p:txBody>
      </p:sp>
    </p:spTree>
    <p:extLst>
      <p:ext uri="{BB962C8B-B14F-4D97-AF65-F5344CB8AC3E}">
        <p14:creationId xmlns:p14="http://schemas.microsoft.com/office/powerpoint/2010/main" val="42875478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20</a:t>
            </a:fld>
            <a:endParaRPr lang="en-US"/>
          </a:p>
        </p:txBody>
      </p:sp>
    </p:spTree>
    <p:extLst>
      <p:ext uri="{BB962C8B-B14F-4D97-AF65-F5344CB8AC3E}">
        <p14:creationId xmlns:p14="http://schemas.microsoft.com/office/powerpoint/2010/main" val="4072740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41162-C536-4511-81FF-2C3C5799D0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AA7E25-71AF-BADA-12F1-C83684B3A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2636E-2EB3-2E97-0DA9-8B8B1AE3885F}"/>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49BDA7A8-9B25-775F-C935-4E923BD4DB85}"/>
              </a:ext>
            </a:extLst>
          </p:cNvPr>
          <p:cNvSpPr>
            <a:spLocks noGrp="1"/>
          </p:cNvSpPr>
          <p:nvPr>
            <p:ph type="sldNum" sz="quarter" idx="5"/>
          </p:nvPr>
        </p:nvSpPr>
        <p:spPr/>
        <p:txBody>
          <a:bodyPr/>
          <a:lstStyle/>
          <a:p>
            <a:fld id="{4EE6E482-F2E1-AE4E-B7AD-A6CBD907DFA8}" type="slidenum">
              <a:rPr lang="en-US" smtClean="0"/>
              <a:t>21</a:t>
            </a:fld>
            <a:endParaRPr lang="en-US"/>
          </a:p>
        </p:txBody>
      </p:sp>
    </p:spTree>
    <p:extLst>
      <p:ext uri="{BB962C8B-B14F-4D97-AF65-F5344CB8AC3E}">
        <p14:creationId xmlns:p14="http://schemas.microsoft.com/office/powerpoint/2010/main" val="32817701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22</a:t>
            </a:fld>
            <a:endParaRPr lang="en-US"/>
          </a:p>
        </p:txBody>
      </p:sp>
    </p:spTree>
    <p:extLst>
      <p:ext uri="{BB962C8B-B14F-4D97-AF65-F5344CB8AC3E}">
        <p14:creationId xmlns:p14="http://schemas.microsoft.com/office/powerpoint/2010/main" val="398493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23</a:t>
            </a:fld>
            <a:endParaRPr lang="en-US"/>
          </a:p>
        </p:txBody>
      </p:sp>
    </p:spTree>
    <p:extLst>
      <p:ext uri="{BB962C8B-B14F-4D97-AF65-F5344CB8AC3E}">
        <p14:creationId xmlns:p14="http://schemas.microsoft.com/office/powerpoint/2010/main" val="342266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24</a:t>
            </a:fld>
            <a:endParaRPr lang="en-US"/>
          </a:p>
        </p:txBody>
      </p:sp>
    </p:spTree>
    <p:extLst>
      <p:ext uri="{BB962C8B-B14F-4D97-AF65-F5344CB8AC3E}">
        <p14:creationId xmlns:p14="http://schemas.microsoft.com/office/powerpoint/2010/main" val="30929568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25</a:t>
            </a:fld>
            <a:endParaRPr lang="en-US"/>
          </a:p>
        </p:txBody>
      </p:sp>
    </p:spTree>
    <p:extLst>
      <p:ext uri="{BB962C8B-B14F-4D97-AF65-F5344CB8AC3E}">
        <p14:creationId xmlns:p14="http://schemas.microsoft.com/office/powerpoint/2010/main" val="38206557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E2BC-C06C-2B38-EFA1-33BF730C4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2CF70-4F9F-5689-2EC9-36399A24D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19957-786A-8DE1-ED35-DFABC560007F}"/>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698B4F3-D4AF-DA71-812B-B19719BAE6FD}"/>
              </a:ext>
            </a:extLst>
          </p:cNvPr>
          <p:cNvSpPr>
            <a:spLocks noGrp="1"/>
          </p:cNvSpPr>
          <p:nvPr>
            <p:ph type="sldNum" sz="quarter" idx="5"/>
          </p:nvPr>
        </p:nvSpPr>
        <p:spPr/>
        <p:txBody>
          <a:bodyPr/>
          <a:lstStyle/>
          <a:p>
            <a:fld id="{4EE6E482-F2E1-AE4E-B7AD-A6CBD907DFA8}" type="slidenum">
              <a:rPr lang="en-US" smtClean="0"/>
              <a:t>26</a:t>
            </a:fld>
            <a:endParaRPr lang="en-US"/>
          </a:p>
        </p:txBody>
      </p:sp>
    </p:spTree>
    <p:extLst>
      <p:ext uri="{BB962C8B-B14F-4D97-AF65-F5344CB8AC3E}">
        <p14:creationId xmlns:p14="http://schemas.microsoft.com/office/powerpoint/2010/main" val="7865710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FD211-F9E0-52BC-1F26-318722611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02C0CF-760E-F80E-8D78-F62B8D94F4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259D0-0AF1-B4ED-065C-0CE3DFB761FC}"/>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AE1AF5E4-9785-C70B-5C77-7A3717ABBC26}"/>
              </a:ext>
            </a:extLst>
          </p:cNvPr>
          <p:cNvSpPr>
            <a:spLocks noGrp="1"/>
          </p:cNvSpPr>
          <p:nvPr>
            <p:ph type="sldNum" sz="quarter" idx="5"/>
          </p:nvPr>
        </p:nvSpPr>
        <p:spPr/>
        <p:txBody>
          <a:bodyPr/>
          <a:lstStyle/>
          <a:p>
            <a:fld id="{4EE6E482-F2E1-AE4E-B7AD-A6CBD907DFA8}" type="slidenum">
              <a:rPr lang="en-US" smtClean="0"/>
              <a:t>27</a:t>
            </a:fld>
            <a:endParaRPr lang="en-US"/>
          </a:p>
        </p:txBody>
      </p:sp>
    </p:spTree>
    <p:extLst>
      <p:ext uri="{BB962C8B-B14F-4D97-AF65-F5344CB8AC3E}">
        <p14:creationId xmlns:p14="http://schemas.microsoft.com/office/powerpoint/2010/main" val="24056997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7C922-CBBA-2C4F-9057-6DB7AB0B0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3F769A-27D7-7EA1-1C55-47B3DC28F4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FA9216-DCAC-E6DF-2488-BFA6C0241C0B}"/>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9D3A07F0-D533-77FA-2300-1E13D992532C}"/>
              </a:ext>
            </a:extLst>
          </p:cNvPr>
          <p:cNvSpPr>
            <a:spLocks noGrp="1"/>
          </p:cNvSpPr>
          <p:nvPr>
            <p:ph type="sldNum" sz="quarter" idx="5"/>
          </p:nvPr>
        </p:nvSpPr>
        <p:spPr/>
        <p:txBody>
          <a:bodyPr/>
          <a:lstStyle/>
          <a:p>
            <a:fld id="{4EE6E482-F2E1-AE4E-B7AD-A6CBD907DFA8}" type="slidenum">
              <a:rPr lang="en-US" smtClean="0"/>
              <a:t>28</a:t>
            </a:fld>
            <a:endParaRPr lang="en-US"/>
          </a:p>
        </p:txBody>
      </p:sp>
    </p:spTree>
    <p:extLst>
      <p:ext uri="{BB962C8B-B14F-4D97-AF65-F5344CB8AC3E}">
        <p14:creationId xmlns:p14="http://schemas.microsoft.com/office/powerpoint/2010/main" val="2848919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29</a:t>
            </a:fld>
            <a:endParaRPr lang="en-US"/>
          </a:p>
        </p:txBody>
      </p:sp>
    </p:spTree>
    <p:extLst>
      <p:ext uri="{BB962C8B-B14F-4D97-AF65-F5344CB8AC3E}">
        <p14:creationId xmlns:p14="http://schemas.microsoft.com/office/powerpoint/2010/main" val="39873280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365A2-C93F-DAF6-6F4E-C4FFA3975B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6F6974-CDCD-356C-6E86-EBBC488AFB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7548-BB00-6131-F46A-F6D53788C153}"/>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15A5893C-B593-688B-BFCA-0109B290BBE7}"/>
              </a:ext>
            </a:extLst>
          </p:cNvPr>
          <p:cNvSpPr>
            <a:spLocks noGrp="1"/>
          </p:cNvSpPr>
          <p:nvPr>
            <p:ph type="sldNum" sz="quarter" idx="5"/>
          </p:nvPr>
        </p:nvSpPr>
        <p:spPr/>
        <p:txBody>
          <a:bodyPr/>
          <a:lstStyle/>
          <a:p>
            <a:fld id="{4EE6E482-F2E1-AE4E-B7AD-A6CBD907DFA8}" type="slidenum">
              <a:rPr lang="en-US" smtClean="0"/>
              <a:t>30</a:t>
            </a:fld>
            <a:endParaRPr lang="en-US"/>
          </a:p>
        </p:txBody>
      </p:sp>
    </p:spTree>
    <p:extLst>
      <p:ext uri="{BB962C8B-B14F-4D97-AF65-F5344CB8AC3E}">
        <p14:creationId xmlns:p14="http://schemas.microsoft.com/office/powerpoint/2010/main" val="4272966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96892-107B-03EB-F348-F08F8CA91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827F8-2892-89DA-5591-07F74EA37B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577BE-34B4-AE09-F48A-F362EDD90163}"/>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0B59408-C4C1-D7E1-26F5-32F24A411F1F}"/>
              </a:ext>
            </a:extLst>
          </p:cNvPr>
          <p:cNvSpPr>
            <a:spLocks noGrp="1"/>
          </p:cNvSpPr>
          <p:nvPr>
            <p:ph type="sldNum" sz="quarter" idx="5"/>
          </p:nvPr>
        </p:nvSpPr>
        <p:spPr/>
        <p:txBody>
          <a:bodyPr/>
          <a:lstStyle/>
          <a:p>
            <a:fld id="{4EE6E482-F2E1-AE4E-B7AD-A6CBD907DFA8}" type="slidenum">
              <a:rPr lang="en-US" smtClean="0"/>
              <a:t>31</a:t>
            </a:fld>
            <a:endParaRPr lang="en-US"/>
          </a:p>
        </p:txBody>
      </p:sp>
    </p:spTree>
    <p:extLst>
      <p:ext uri="{BB962C8B-B14F-4D97-AF65-F5344CB8AC3E}">
        <p14:creationId xmlns:p14="http://schemas.microsoft.com/office/powerpoint/2010/main" val="24578177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CC5E2-B9AA-9622-5851-38586AA0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61694-5CA1-DB6E-452D-E69B4A89D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DF49D-0D46-BAEA-3645-3B95FFC70C1A}"/>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E4A960D2-990B-A746-DD1E-D922EB6A7C7B}"/>
              </a:ext>
            </a:extLst>
          </p:cNvPr>
          <p:cNvSpPr>
            <a:spLocks noGrp="1"/>
          </p:cNvSpPr>
          <p:nvPr>
            <p:ph type="sldNum" sz="quarter" idx="5"/>
          </p:nvPr>
        </p:nvSpPr>
        <p:spPr/>
        <p:txBody>
          <a:bodyPr/>
          <a:lstStyle/>
          <a:p>
            <a:fld id="{4EE6E482-F2E1-AE4E-B7AD-A6CBD907DFA8}" type="slidenum">
              <a:rPr lang="en-US" smtClean="0"/>
              <a:t>32</a:t>
            </a:fld>
            <a:endParaRPr lang="en-US"/>
          </a:p>
        </p:txBody>
      </p:sp>
    </p:spTree>
    <p:extLst>
      <p:ext uri="{BB962C8B-B14F-4D97-AF65-F5344CB8AC3E}">
        <p14:creationId xmlns:p14="http://schemas.microsoft.com/office/powerpoint/2010/main" val="19952750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33</a:t>
            </a:fld>
            <a:endParaRPr lang="en-US"/>
          </a:p>
        </p:txBody>
      </p:sp>
    </p:spTree>
    <p:extLst>
      <p:ext uri="{BB962C8B-B14F-4D97-AF65-F5344CB8AC3E}">
        <p14:creationId xmlns:p14="http://schemas.microsoft.com/office/powerpoint/2010/main" val="41838977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F48ED-09B7-FA5C-A345-A9BC2D243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5A7E0-CBD4-5E98-CCB5-FA2367EFD0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CBAA2C-7D6A-E604-D88F-E5353DB29D4A}"/>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C1FB97C-E258-501E-389E-54925FF7588F}"/>
              </a:ext>
            </a:extLst>
          </p:cNvPr>
          <p:cNvSpPr>
            <a:spLocks noGrp="1"/>
          </p:cNvSpPr>
          <p:nvPr>
            <p:ph type="sldNum" sz="quarter" idx="5"/>
          </p:nvPr>
        </p:nvSpPr>
        <p:spPr/>
        <p:txBody>
          <a:bodyPr/>
          <a:lstStyle/>
          <a:p>
            <a:fld id="{4EE6E482-F2E1-AE4E-B7AD-A6CBD907DFA8}" type="slidenum">
              <a:rPr lang="en-US" smtClean="0"/>
              <a:t>34</a:t>
            </a:fld>
            <a:endParaRPr lang="en-US"/>
          </a:p>
        </p:txBody>
      </p:sp>
    </p:spTree>
    <p:extLst>
      <p:ext uri="{BB962C8B-B14F-4D97-AF65-F5344CB8AC3E}">
        <p14:creationId xmlns:p14="http://schemas.microsoft.com/office/powerpoint/2010/main" val="34282755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35</a:t>
            </a:fld>
            <a:endParaRPr lang="en-US"/>
          </a:p>
        </p:txBody>
      </p:sp>
    </p:spTree>
    <p:extLst>
      <p:ext uri="{BB962C8B-B14F-4D97-AF65-F5344CB8AC3E}">
        <p14:creationId xmlns:p14="http://schemas.microsoft.com/office/powerpoint/2010/main" val="38740577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36</a:t>
            </a:fld>
            <a:endParaRPr lang="en-US"/>
          </a:p>
        </p:txBody>
      </p:sp>
    </p:spTree>
    <p:extLst>
      <p:ext uri="{BB962C8B-B14F-4D97-AF65-F5344CB8AC3E}">
        <p14:creationId xmlns:p14="http://schemas.microsoft.com/office/powerpoint/2010/main" val="300996204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www.youtube.com/user/WoltersKluwerComms" TargetMode="External"/><Relationship Id="rId7" Type="http://schemas.openxmlformats.org/officeDocument/2006/relationships/hyperlink" Target="https://www.instagram.com/_wolterskluwer/" TargetMode="External"/><Relationship Id="rId12"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11" Type="http://schemas.openxmlformats.org/officeDocument/2006/relationships/hyperlink" Target="https://twitter.com/Wolters_Kluwer" TargetMode="External"/><Relationship Id="rId5" Type="http://schemas.openxmlformats.org/officeDocument/2006/relationships/hyperlink" Target="https://www.facebook.com/wolterskluwer" TargetMode="External"/><Relationship Id="rId10" Type="http://schemas.openxmlformats.org/officeDocument/2006/relationships/image" Target="../media/image9.png"/><Relationship Id="rId4" Type="http://schemas.openxmlformats.org/officeDocument/2006/relationships/image" Target="../media/image6.png"/><Relationship Id="rId9" Type="http://schemas.openxmlformats.org/officeDocument/2006/relationships/hyperlink" Target="https://www.linkedin.com/company/wolters-kluw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Black Title Slide 02">
    <p:spTree>
      <p:nvGrpSpPr>
        <p:cNvPr id="1" name=""/>
        <p:cNvGrpSpPr/>
        <p:nvPr/>
      </p:nvGrpSpPr>
      <p:grpSpPr>
        <a:xfrm>
          <a:off x="0" y="0"/>
          <a:ext cx="0" cy="0"/>
          <a:chOff x="0" y="0"/>
          <a:chExt cx="0" cy="0"/>
        </a:xfrm>
      </p:grpSpPr>
      <p:pic>
        <p:nvPicPr>
          <p:cNvPr id="2" name="Afbeelding 11">
            <a:extLst>
              <a:ext uri="{FF2B5EF4-FFF2-40B4-BE49-F238E27FC236}">
                <a16:creationId xmlns:a16="http://schemas.microsoft.com/office/drawing/2014/main" id="{DE2C207E-02CA-E84B-9EC9-D866D41761FC}"/>
              </a:ext>
            </a:extLst>
          </p:cNvPr>
          <p:cNvPicPr>
            <a:picLocks noChangeAspect="1"/>
          </p:cNvPicPr>
          <p:nvPr userDrawn="1"/>
        </p:nvPicPr>
        <p:blipFill>
          <a:blip r:embed="rId2"/>
          <a:srcRect/>
          <a:stretch/>
        </p:blipFill>
        <p:spPr>
          <a:xfrm>
            <a:off x="0" y="0"/>
            <a:ext cx="12192000" cy="6858000"/>
          </a:xfrm>
          <a:prstGeom prst="rect">
            <a:avLst/>
          </a:prstGeom>
        </p:spPr>
      </p:pic>
      <p:sp>
        <p:nvSpPr>
          <p:cNvPr id="15" name="Rectangle 14">
            <a:extLst>
              <a:ext uri="{FF2B5EF4-FFF2-40B4-BE49-F238E27FC236}">
                <a16:creationId xmlns:a16="http://schemas.microsoft.com/office/drawing/2014/main" id="{AFB05743-3EC5-D7CC-E704-F0A39CFF4840}"/>
              </a:ext>
            </a:extLst>
          </p:cNvPr>
          <p:cNvSpPr/>
          <p:nvPr userDrawn="1"/>
        </p:nvSpPr>
        <p:spPr>
          <a:xfrm>
            <a:off x="334963" y="333376"/>
            <a:ext cx="3708400" cy="619125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sz="3200" dirty="0"/>
          </a:p>
        </p:txBody>
      </p:sp>
      <p:cxnSp>
        <p:nvCxnSpPr>
          <p:cNvPr id="16" name="Rechte verbindingslijn 12">
            <a:extLst>
              <a:ext uri="{FF2B5EF4-FFF2-40B4-BE49-F238E27FC236}">
                <a16:creationId xmlns:a16="http://schemas.microsoft.com/office/drawing/2014/main" id="{B183D5A5-9FF5-C2E3-C71F-D14FF32D5903}"/>
              </a:ext>
            </a:extLst>
          </p:cNvPr>
          <p:cNvCxnSpPr>
            <a:cxnSpLocks/>
          </p:cNvCxnSpPr>
          <p:nvPr userDrawn="1"/>
        </p:nvCxnSpPr>
        <p:spPr>
          <a:xfrm flipH="1">
            <a:off x="658813" y="677174"/>
            <a:ext cx="30607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6FF9DA5B-E64D-295F-24E2-D298B3F50437}"/>
              </a:ext>
            </a:extLst>
          </p:cNvPr>
          <p:cNvSpPr>
            <a:spLocks noGrp="1"/>
          </p:cNvSpPr>
          <p:nvPr>
            <p:ph type="ctrTitle"/>
          </p:nvPr>
        </p:nvSpPr>
        <p:spPr>
          <a:xfrm>
            <a:off x="548869" y="851030"/>
            <a:ext cx="3170644" cy="2933260"/>
          </a:xfrm>
        </p:spPr>
        <p:txBody>
          <a:bodyPr wrap="square" lIns="108000" tIns="36000" rIns="108000" anchor="t">
            <a:noAutofit/>
          </a:bodyPr>
          <a:lstStyle>
            <a:lvl1pPr>
              <a:defRPr sz="3600" b="0">
                <a:solidFill>
                  <a:schemeClr val="tx1"/>
                </a:solidFill>
              </a:defRPr>
            </a:lvl1pPr>
          </a:lstStyle>
          <a:p>
            <a:r>
              <a:rPr lang="en-US" dirty="0"/>
              <a:t>Click to edit Master title style</a:t>
            </a:r>
          </a:p>
        </p:txBody>
      </p:sp>
      <p:sp>
        <p:nvSpPr>
          <p:cNvPr id="18" name="Tijdelijke aanduiding voor tekst 3">
            <a:extLst>
              <a:ext uri="{FF2B5EF4-FFF2-40B4-BE49-F238E27FC236}">
                <a16:creationId xmlns:a16="http://schemas.microsoft.com/office/drawing/2014/main" id="{1B1A768E-B445-B1FF-7118-5B4C6476AA36}"/>
              </a:ext>
            </a:extLst>
          </p:cNvPr>
          <p:cNvSpPr>
            <a:spLocks noGrp="1"/>
          </p:cNvSpPr>
          <p:nvPr>
            <p:ph type="body" sz="quarter" idx="12" hasCustomPrompt="1"/>
          </p:nvPr>
        </p:nvSpPr>
        <p:spPr>
          <a:xfrm>
            <a:off x="548869" y="3958145"/>
            <a:ext cx="3170644" cy="532320"/>
          </a:xfrm>
        </p:spPr>
        <p:txBody>
          <a:bodyPr lIns="72000" rIns="90000"/>
          <a:lstStyle>
            <a:lvl1pPr marL="40639" indent="0">
              <a:buNone/>
              <a:defRPr sz="1800">
                <a:solidFill>
                  <a:schemeClr val="tx1"/>
                </a:solidFill>
              </a:defRPr>
            </a:lvl1pPr>
          </a:lstStyle>
          <a:p>
            <a:pPr lvl="0"/>
            <a:r>
              <a:rPr lang="en-US" dirty="0"/>
              <a:t>Name presenter</a:t>
            </a:r>
          </a:p>
        </p:txBody>
      </p:sp>
      <p:sp>
        <p:nvSpPr>
          <p:cNvPr id="19" name="Tijdelijke aanduiding voor tekst 3">
            <a:extLst>
              <a:ext uri="{FF2B5EF4-FFF2-40B4-BE49-F238E27FC236}">
                <a16:creationId xmlns:a16="http://schemas.microsoft.com/office/drawing/2014/main" id="{11A4E5DB-CCF0-0EF6-B49D-9A8319637723}"/>
              </a:ext>
            </a:extLst>
          </p:cNvPr>
          <p:cNvSpPr>
            <a:spLocks noGrp="1"/>
          </p:cNvSpPr>
          <p:nvPr>
            <p:ph type="body" sz="quarter" idx="14" hasCustomPrompt="1"/>
          </p:nvPr>
        </p:nvSpPr>
        <p:spPr>
          <a:xfrm>
            <a:off x="548868" y="4499373"/>
            <a:ext cx="3170645" cy="532320"/>
          </a:xfrm>
        </p:spPr>
        <p:txBody>
          <a:bodyPr lIns="72000" rIns="90000"/>
          <a:lstStyle>
            <a:lvl1pPr marL="40639" indent="0">
              <a:buNone/>
              <a:defRPr sz="1800">
                <a:solidFill>
                  <a:schemeClr val="tx1"/>
                </a:solidFill>
              </a:defRPr>
            </a:lvl1pPr>
          </a:lstStyle>
          <a:p>
            <a:pPr lvl="0"/>
            <a:r>
              <a:rPr lang="en-US"/>
              <a:t>Date</a:t>
            </a:r>
          </a:p>
        </p:txBody>
      </p:sp>
      <p:grpSp>
        <p:nvGrpSpPr>
          <p:cNvPr id="36" name="Group 35">
            <a:extLst>
              <a:ext uri="{FF2B5EF4-FFF2-40B4-BE49-F238E27FC236}">
                <a16:creationId xmlns:a16="http://schemas.microsoft.com/office/drawing/2014/main" id="{53CDCBD1-2CE0-1038-0F25-BF0DBE2E4FD9}"/>
              </a:ext>
            </a:extLst>
          </p:cNvPr>
          <p:cNvGrpSpPr/>
          <p:nvPr userDrawn="1"/>
        </p:nvGrpSpPr>
        <p:grpSpPr>
          <a:xfrm>
            <a:off x="10748720" y="6111522"/>
            <a:ext cx="1109394" cy="413104"/>
            <a:chOff x="5242819" y="3107487"/>
            <a:chExt cx="1707312" cy="635750"/>
          </a:xfrm>
        </p:grpSpPr>
        <p:sp>
          <p:nvSpPr>
            <p:cNvPr id="9" name="Oval 8">
              <a:extLst>
                <a:ext uri="{FF2B5EF4-FFF2-40B4-BE49-F238E27FC236}">
                  <a16:creationId xmlns:a16="http://schemas.microsoft.com/office/drawing/2014/main" id="{68124726-879C-85F0-4306-543BCB4DC4E1}"/>
                </a:ext>
              </a:extLst>
            </p:cNvPr>
            <p:cNvSpPr/>
            <p:nvPr/>
          </p:nvSpPr>
          <p:spPr>
            <a:xfrm>
              <a:off x="5242819" y="3107487"/>
              <a:ext cx="99925" cy="99925"/>
            </a:xfrm>
            <a:prstGeom prst="ellipse">
              <a:avLst/>
            </a:prstGeom>
            <a:solidFill>
              <a:srgbClr val="FFFFFF"/>
            </a:solidFill>
            <a:ln w="8653" cap="flat">
              <a:noFill/>
              <a:prstDash val="solid"/>
              <a:miter/>
            </a:ln>
          </p:spPr>
          <p:txBody>
            <a:bodyPr/>
            <a:lstStyle/>
            <a:p>
              <a:endParaRPr lang="en-US"/>
            </a:p>
          </p:txBody>
        </p:sp>
        <p:sp>
          <p:nvSpPr>
            <p:cNvPr id="10" name="Oval 9">
              <a:extLst>
                <a:ext uri="{FF2B5EF4-FFF2-40B4-BE49-F238E27FC236}">
                  <a16:creationId xmlns:a16="http://schemas.microsoft.com/office/drawing/2014/main" id="{DAC9F70B-BDEC-34D9-FD18-078E6BA4F4DD}"/>
                </a:ext>
              </a:extLst>
            </p:cNvPr>
            <p:cNvSpPr/>
            <p:nvPr/>
          </p:nvSpPr>
          <p:spPr>
            <a:xfrm>
              <a:off x="6582294" y="3107487"/>
              <a:ext cx="99925" cy="99925"/>
            </a:xfrm>
            <a:prstGeom prst="ellipse">
              <a:avLst/>
            </a:prstGeom>
            <a:solidFill>
              <a:srgbClr val="FFFFFF"/>
            </a:solidFill>
            <a:ln w="8653" cap="flat">
              <a:noFill/>
              <a:prstDash val="solid"/>
              <a:miter/>
            </a:ln>
          </p:spPr>
          <p:txBody>
            <a:bodyPr/>
            <a:lstStyle/>
            <a:p>
              <a:endParaRPr lang="en-US"/>
            </a:p>
          </p:txBody>
        </p:sp>
        <p:sp>
          <p:nvSpPr>
            <p:cNvPr id="11" name="Oval 10">
              <a:extLst>
                <a:ext uri="{FF2B5EF4-FFF2-40B4-BE49-F238E27FC236}">
                  <a16:creationId xmlns:a16="http://schemas.microsoft.com/office/drawing/2014/main" id="{54E05161-CB8E-9F32-75FA-75098682AE83}"/>
                </a:ext>
              </a:extLst>
            </p:cNvPr>
            <p:cNvSpPr/>
            <p:nvPr/>
          </p:nvSpPr>
          <p:spPr>
            <a:xfrm>
              <a:off x="6314382" y="3107487"/>
              <a:ext cx="99925" cy="99925"/>
            </a:xfrm>
            <a:prstGeom prst="ellipse">
              <a:avLst/>
            </a:prstGeom>
            <a:solidFill>
              <a:srgbClr val="FFFFFF"/>
            </a:solidFill>
            <a:ln w="8653" cap="flat">
              <a:noFill/>
              <a:prstDash val="solid"/>
              <a:miter/>
            </a:ln>
          </p:spPr>
          <p:txBody>
            <a:bodyPr/>
            <a:lstStyle/>
            <a:p>
              <a:endParaRPr lang="en-US"/>
            </a:p>
          </p:txBody>
        </p:sp>
        <p:sp>
          <p:nvSpPr>
            <p:cNvPr id="12" name="Oval 11">
              <a:extLst>
                <a:ext uri="{FF2B5EF4-FFF2-40B4-BE49-F238E27FC236}">
                  <a16:creationId xmlns:a16="http://schemas.microsoft.com/office/drawing/2014/main" id="{80D68371-AD03-70A7-D11A-8326D1BB42E2}"/>
                </a:ext>
              </a:extLst>
            </p:cNvPr>
            <p:cNvSpPr/>
            <p:nvPr/>
          </p:nvSpPr>
          <p:spPr>
            <a:xfrm>
              <a:off x="6046469" y="3107487"/>
              <a:ext cx="99925" cy="99925"/>
            </a:xfrm>
            <a:prstGeom prst="ellipse">
              <a:avLst/>
            </a:prstGeom>
            <a:solidFill>
              <a:srgbClr val="FFFFFF"/>
            </a:solidFill>
            <a:ln w="8653" cap="flat">
              <a:noFill/>
              <a:prstDash val="solid"/>
              <a:miter/>
            </a:ln>
          </p:spPr>
          <p:txBody>
            <a:bodyPr/>
            <a:lstStyle/>
            <a:p>
              <a:endParaRPr lang="en-US"/>
            </a:p>
          </p:txBody>
        </p:sp>
        <p:sp>
          <p:nvSpPr>
            <p:cNvPr id="13" name="Oval 12">
              <a:extLst>
                <a:ext uri="{FF2B5EF4-FFF2-40B4-BE49-F238E27FC236}">
                  <a16:creationId xmlns:a16="http://schemas.microsoft.com/office/drawing/2014/main" id="{75B9FBF7-46CB-7C93-5BE5-0AD88E9DE2B2}"/>
                </a:ext>
              </a:extLst>
            </p:cNvPr>
            <p:cNvSpPr/>
            <p:nvPr/>
          </p:nvSpPr>
          <p:spPr>
            <a:xfrm>
              <a:off x="5778644" y="3107487"/>
              <a:ext cx="99925" cy="99925"/>
            </a:xfrm>
            <a:prstGeom prst="ellipse">
              <a:avLst/>
            </a:prstGeom>
            <a:solidFill>
              <a:srgbClr val="FFFFFF"/>
            </a:solidFill>
            <a:ln w="8653" cap="flat">
              <a:noFill/>
              <a:prstDash val="solid"/>
              <a:miter/>
            </a:ln>
          </p:spPr>
          <p:txBody>
            <a:bodyPr/>
            <a:lstStyle/>
            <a:p>
              <a:endParaRPr lang="en-US"/>
            </a:p>
          </p:txBody>
        </p:sp>
        <p:sp>
          <p:nvSpPr>
            <p:cNvPr id="14" name="Oval 13">
              <a:extLst>
                <a:ext uri="{FF2B5EF4-FFF2-40B4-BE49-F238E27FC236}">
                  <a16:creationId xmlns:a16="http://schemas.microsoft.com/office/drawing/2014/main" id="{2BCEECE6-DBB7-D7A3-6826-8963FB0C42FE}"/>
                </a:ext>
              </a:extLst>
            </p:cNvPr>
            <p:cNvSpPr/>
            <p:nvPr/>
          </p:nvSpPr>
          <p:spPr>
            <a:xfrm>
              <a:off x="5510732" y="3107487"/>
              <a:ext cx="99925" cy="99925"/>
            </a:xfrm>
            <a:prstGeom prst="ellipse">
              <a:avLst/>
            </a:prstGeom>
            <a:solidFill>
              <a:srgbClr val="FFFFFF"/>
            </a:solidFill>
            <a:ln w="8653" cap="flat">
              <a:noFill/>
              <a:prstDash val="solid"/>
              <a:miter/>
            </a:ln>
          </p:spPr>
          <p:txBody>
            <a:bodyPr/>
            <a:lstStyle/>
            <a:p>
              <a:endParaRPr lang="en-US"/>
            </a:p>
          </p:txBody>
        </p:sp>
        <p:sp>
          <p:nvSpPr>
            <p:cNvPr id="21" name="Oval 20">
              <a:extLst>
                <a:ext uri="{FF2B5EF4-FFF2-40B4-BE49-F238E27FC236}">
                  <a16:creationId xmlns:a16="http://schemas.microsoft.com/office/drawing/2014/main" id="{14A61569-919C-EAE5-1450-80552B602050}"/>
                </a:ext>
              </a:extLst>
            </p:cNvPr>
            <p:cNvSpPr/>
            <p:nvPr/>
          </p:nvSpPr>
          <p:spPr>
            <a:xfrm>
              <a:off x="6850206" y="3107487"/>
              <a:ext cx="99925" cy="99925"/>
            </a:xfrm>
            <a:prstGeom prst="ellipse">
              <a:avLst/>
            </a:prstGeom>
            <a:solidFill>
              <a:srgbClr val="FFFFFF"/>
            </a:solidFill>
            <a:ln w="8653" cap="flat">
              <a:noFill/>
              <a:prstDash val="solid"/>
              <a:miter/>
            </a:ln>
          </p:spPr>
          <p:txBody>
            <a:bodyPr/>
            <a:lstStyle/>
            <a:p>
              <a:endParaRPr lang="en-US"/>
            </a:p>
          </p:txBody>
        </p:sp>
        <p:sp>
          <p:nvSpPr>
            <p:cNvPr id="22" name="Oval 21">
              <a:extLst>
                <a:ext uri="{FF2B5EF4-FFF2-40B4-BE49-F238E27FC236}">
                  <a16:creationId xmlns:a16="http://schemas.microsoft.com/office/drawing/2014/main" id="{F8046548-F327-B552-6B3A-B8476F61EB7A}"/>
                </a:ext>
              </a:extLst>
            </p:cNvPr>
            <p:cNvSpPr/>
            <p:nvPr/>
          </p:nvSpPr>
          <p:spPr>
            <a:xfrm>
              <a:off x="5242819" y="3643312"/>
              <a:ext cx="99925" cy="99925"/>
            </a:xfrm>
            <a:prstGeom prst="ellipse">
              <a:avLst/>
            </a:prstGeom>
            <a:solidFill>
              <a:srgbClr val="FFFFFF"/>
            </a:solidFill>
            <a:ln w="8653" cap="flat">
              <a:noFill/>
              <a:prstDash val="solid"/>
              <a:miter/>
            </a:ln>
          </p:spPr>
          <p:txBody>
            <a:bodyPr/>
            <a:lstStyle/>
            <a:p>
              <a:endParaRPr lang="en-US"/>
            </a:p>
          </p:txBody>
        </p:sp>
        <p:sp>
          <p:nvSpPr>
            <p:cNvPr id="23" name="Oval 22">
              <a:extLst>
                <a:ext uri="{FF2B5EF4-FFF2-40B4-BE49-F238E27FC236}">
                  <a16:creationId xmlns:a16="http://schemas.microsoft.com/office/drawing/2014/main" id="{B568D975-1103-CB14-ACED-37275B38F7B5}"/>
                </a:ext>
              </a:extLst>
            </p:cNvPr>
            <p:cNvSpPr/>
            <p:nvPr/>
          </p:nvSpPr>
          <p:spPr>
            <a:xfrm>
              <a:off x="5242819" y="3375400"/>
              <a:ext cx="99925" cy="99925"/>
            </a:xfrm>
            <a:prstGeom prst="ellipse">
              <a:avLst/>
            </a:prstGeom>
            <a:solidFill>
              <a:srgbClr val="FFFFFF"/>
            </a:solidFill>
            <a:ln w="8653" cap="flat">
              <a:noFill/>
              <a:prstDash val="solid"/>
              <a:miter/>
            </a:ln>
          </p:spPr>
          <p:txBody>
            <a:bodyPr/>
            <a:lstStyle/>
            <a:p>
              <a:endParaRPr lang="en-US"/>
            </a:p>
          </p:txBody>
        </p:sp>
        <p:sp>
          <p:nvSpPr>
            <p:cNvPr id="24" name="Oval 23">
              <a:extLst>
                <a:ext uri="{FF2B5EF4-FFF2-40B4-BE49-F238E27FC236}">
                  <a16:creationId xmlns:a16="http://schemas.microsoft.com/office/drawing/2014/main" id="{2CE16D4C-DC2D-8F40-02CD-55F8A9AC4E2F}"/>
                </a:ext>
              </a:extLst>
            </p:cNvPr>
            <p:cNvSpPr/>
            <p:nvPr/>
          </p:nvSpPr>
          <p:spPr>
            <a:xfrm>
              <a:off x="5510732" y="3643312"/>
              <a:ext cx="99925" cy="99925"/>
            </a:xfrm>
            <a:prstGeom prst="ellipse">
              <a:avLst/>
            </a:prstGeom>
            <a:solidFill>
              <a:srgbClr val="FFFFFF"/>
            </a:solidFill>
            <a:ln w="8653" cap="flat">
              <a:noFill/>
              <a:prstDash val="solid"/>
              <a:miter/>
            </a:ln>
          </p:spPr>
          <p:txBody>
            <a:bodyPr/>
            <a:lstStyle/>
            <a:p>
              <a:endParaRPr lang="en-US"/>
            </a:p>
          </p:txBody>
        </p:sp>
        <p:sp>
          <p:nvSpPr>
            <p:cNvPr id="25" name="Oval 24">
              <a:extLst>
                <a:ext uri="{FF2B5EF4-FFF2-40B4-BE49-F238E27FC236}">
                  <a16:creationId xmlns:a16="http://schemas.microsoft.com/office/drawing/2014/main" id="{AF2139A1-E5B3-A7A1-4023-05206A072FB4}"/>
                </a:ext>
              </a:extLst>
            </p:cNvPr>
            <p:cNvSpPr/>
            <p:nvPr/>
          </p:nvSpPr>
          <p:spPr>
            <a:xfrm>
              <a:off x="5510732" y="3375400"/>
              <a:ext cx="99925" cy="99925"/>
            </a:xfrm>
            <a:prstGeom prst="ellipse">
              <a:avLst/>
            </a:prstGeom>
            <a:solidFill>
              <a:srgbClr val="FFFFFF"/>
            </a:solidFill>
            <a:ln w="8653" cap="flat">
              <a:noFill/>
              <a:prstDash val="solid"/>
              <a:miter/>
            </a:ln>
          </p:spPr>
          <p:txBody>
            <a:bodyPr/>
            <a:lstStyle/>
            <a:p>
              <a:endParaRPr lang="en-US"/>
            </a:p>
          </p:txBody>
        </p:sp>
        <p:sp>
          <p:nvSpPr>
            <p:cNvPr id="26" name="Oval 25">
              <a:extLst>
                <a:ext uri="{FF2B5EF4-FFF2-40B4-BE49-F238E27FC236}">
                  <a16:creationId xmlns:a16="http://schemas.microsoft.com/office/drawing/2014/main" id="{85153AAD-50BD-C877-A9E8-6EB14910CA8C}"/>
                </a:ext>
              </a:extLst>
            </p:cNvPr>
            <p:cNvSpPr/>
            <p:nvPr/>
          </p:nvSpPr>
          <p:spPr>
            <a:xfrm>
              <a:off x="5778644" y="3643312"/>
              <a:ext cx="99925" cy="99925"/>
            </a:xfrm>
            <a:prstGeom prst="ellipse">
              <a:avLst/>
            </a:prstGeom>
            <a:solidFill>
              <a:srgbClr val="FFFFFF"/>
            </a:solidFill>
            <a:ln w="8653" cap="flat">
              <a:noFill/>
              <a:prstDash val="solid"/>
              <a:miter/>
            </a:ln>
          </p:spPr>
          <p:txBody>
            <a:bodyPr/>
            <a:lstStyle/>
            <a:p>
              <a:endParaRPr lang="en-US"/>
            </a:p>
          </p:txBody>
        </p:sp>
        <p:sp>
          <p:nvSpPr>
            <p:cNvPr id="27" name="Oval 26">
              <a:extLst>
                <a:ext uri="{FF2B5EF4-FFF2-40B4-BE49-F238E27FC236}">
                  <a16:creationId xmlns:a16="http://schemas.microsoft.com/office/drawing/2014/main" id="{FCF6A95C-6686-1627-5924-F35C7EF6F5AD}"/>
                </a:ext>
              </a:extLst>
            </p:cNvPr>
            <p:cNvSpPr/>
            <p:nvPr/>
          </p:nvSpPr>
          <p:spPr>
            <a:xfrm>
              <a:off x="5778644" y="3375400"/>
              <a:ext cx="99925" cy="99925"/>
            </a:xfrm>
            <a:prstGeom prst="ellipse">
              <a:avLst/>
            </a:prstGeom>
            <a:solidFill>
              <a:srgbClr val="FFFFFF"/>
            </a:solidFill>
            <a:ln w="8653" cap="flat">
              <a:noFill/>
              <a:prstDash val="solid"/>
              <a:miter/>
            </a:ln>
          </p:spPr>
          <p:txBody>
            <a:bodyPr/>
            <a:lstStyle/>
            <a:p>
              <a:endParaRPr lang="en-US"/>
            </a:p>
          </p:txBody>
        </p:sp>
        <p:sp>
          <p:nvSpPr>
            <p:cNvPr id="28" name="Oval 27">
              <a:extLst>
                <a:ext uri="{FF2B5EF4-FFF2-40B4-BE49-F238E27FC236}">
                  <a16:creationId xmlns:a16="http://schemas.microsoft.com/office/drawing/2014/main" id="{3D8930A9-2986-EEBA-5F06-44D7B073319F}"/>
                </a:ext>
              </a:extLst>
            </p:cNvPr>
            <p:cNvSpPr/>
            <p:nvPr/>
          </p:nvSpPr>
          <p:spPr>
            <a:xfrm>
              <a:off x="6046469" y="3643312"/>
              <a:ext cx="99925" cy="99925"/>
            </a:xfrm>
            <a:prstGeom prst="ellipse">
              <a:avLst/>
            </a:prstGeom>
            <a:solidFill>
              <a:srgbClr val="FFFFFF"/>
            </a:solidFill>
            <a:ln w="8653" cap="flat">
              <a:noFill/>
              <a:prstDash val="solid"/>
              <a:miter/>
            </a:ln>
          </p:spPr>
          <p:txBody>
            <a:bodyPr/>
            <a:lstStyle/>
            <a:p>
              <a:endParaRPr lang="en-US"/>
            </a:p>
          </p:txBody>
        </p:sp>
        <p:sp>
          <p:nvSpPr>
            <p:cNvPr id="29" name="Oval 28">
              <a:extLst>
                <a:ext uri="{FF2B5EF4-FFF2-40B4-BE49-F238E27FC236}">
                  <a16:creationId xmlns:a16="http://schemas.microsoft.com/office/drawing/2014/main" id="{F9A939D2-5A06-835A-5D63-B1BD14F136C0}"/>
                </a:ext>
              </a:extLst>
            </p:cNvPr>
            <p:cNvSpPr/>
            <p:nvPr/>
          </p:nvSpPr>
          <p:spPr>
            <a:xfrm>
              <a:off x="6046469" y="3375400"/>
              <a:ext cx="99925" cy="99925"/>
            </a:xfrm>
            <a:prstGeom prst="ellipse">
              <a:avLst/>
            </a:prstGeom>
            <a:solidFill>
              <a:srgbClr val="FFFFFF"/>
            </a:solidFill>
            <a:ln w="8653" cap="flat">
              <a:noFill/>
              <a:prstDash val="solid"/>
              <a:miter/>
            </a:ln>
          </p:spPr>
          <p:txBody>
            <a:bodyPr/>
            <a:lstStyle/>
            <a:p>
              <a:endParaRPr lang="en-US"/>
            </a:p>
          </p:txBody>
        </p:sp>
        <p:sp>
          <p:nvSpPr>
            <p:cNvPr id="30" name="Oval 29">
              <a:extLst>
                <a:ext uri="{FF2B5EF4-FFF2-40B4-BE49-F238E27FC236}">
                  <a16:creationId xmlns:a16="http://schemas.microsoft.com/office/drawing/2014/main" id="{6C164102-8BF0-0940-767B-49BB08FDD4C2}"/>
                </a:ext>
              </a:extLst>
            </p:cNvPr>
            <p:cNvSpPr/>
            <p:nvPr/>
          </p:nvSpPr>
          <p:spPr>
            <a:xfrm>
              <a:off x="6314382" y="3643312"/>
              <a:ext cx="99925" cy="99925"/>
            </a:xfrm>
            <a:prstGeom prst="ellipse">
              <a:avLst/>
            </a:prstGeom>
            <a:solidFill>
              <a:srgbClr val="FFFFFF"/>
            </a:solidFill>
            <a:ln w="8653" cap="flat">
              <a:noFill/>
              <a:prstDash val="solid"/>
              <a:miter/>
            </a:ln>
          </p:spPr>
          <p:txBody>
            <a:bodyPr/>
            <a:lstStyle/>
            <a:p>
              <a:endParaRPr lang="en-US"/>
            </a:p>
          </p:txBody>
        </p:sp>
        <p:sp>
          <p:nvSpPr>
            <p:cNvPr id="31" name="Oval 30">
              <a:extLst>
                <a:ext uri="{FF2B5EF4-FFF2-40B4-BE49-F238E27FC236}">
                  <a16:creationId xmlns:a16="http://schemas.microsoft.com/office/drawing/2014/main" id="{153234B4-0837-8D8E-F419-822F92CCC2CA}"/>
                </a:ext>
              </a:extLst>
            </p:cNvPr>
            <p:cNvSpPr/>
            <p:nvPr/>
          </p:nvSpPr>
          <p:spPr>
            <a:xfrm>
              <a:off x="6314382" y="3375400"/>
              <a:ext cx="99925" cy="99925"/>
            </a:xfrm>
            <a:prstGeom prst="ellipse">
              <a:avLst/>
            </a:prstGeom>
            <a:solidFill>
              <a:srgbClr val="FFFFFF"/>
            </a:solidFill>
            <a:ln w="8653" cap="flat">
              <a:noFill/>
              <a:prstDash val="solid"/>
              <a:miter/>
            </a:ln>
          </p:spPr>
          <p:txBody>
            <a:bodyPr/>
            <a:lstStyle/>
            <a:p>
              <a:endParaRPr lang="en-US"/>
            </a:p>
          </p:txBody>
        </p:sp>
        <p:sp>
          <p:nvSpPr>
            <p:cNvPr id="32" name="Oval 31">
              <a:extLst>
                <a:ext uri="{FF2B5EF4-FFF2-40B4-BE49-F238E27FC236}">
                  <a16:creationId xmlns:a16="http://schemas.microsoft.com/office/drawing/2014/main" id="{CD13C220-3ECC-9E38-06AA-7DEC86BB4680}"/>
                </a:ext>
              </a:extLst>
            </p:cNvPr>
            <p:cNvSpPr/>
            <p:nvPr/>
          </p:nvSpPr>
          <p:spPr>
            <a:xfrm>
              <a:off x="6582294" y="3643312"/>
              <a:ext cx="99925" cy="99925"/>
            </a:xfrm>
            <a:prstGeom prst="ellipse">
              <a:avLst/>
            </a:prstGeom>
            <a:solidFill>
              <a:srgbClr val="FFFFFF"/>
            </a:solidFill>
            <a:ln w="8653" cap="flat">
              <a:noFill/>
              <a:prstDash val="solid"/>
              <a:miter/>
            </a:ln>
          </p:spPr>
          <p:txBody>
            <a:bodyPr/>
            <a:lstStyle/>
            <a:p>
              <a:endParaRPr lang="en-US"/>
            </a:p>
          </p:txBody>
        </p:sp>
        <p:sp>
          <p:nvSpPr>
            <p:cNvPr id="33" name="Oval 32">
              <a:extLst>
                <a:ext uri="{FF2B5EF4-FFF2-40B4-BE49-F238E27FC236}">
                  <a16:creationId xmlns:a16="http://schemas.microsoft.com/office/drawing/2014/main" id="{C94AF480-5587-72CF-5250-E9EB8AEA723D}"/>
                </a:ext>
              </a:extLst>
            </p:cNvPr>
            <p:cNvSpPr/>
            <p:nvPr/>
          </p:nvSpPr>
          <p:spPr>
            <a:xfrm>
              <a:off x="6582294" y="3375400"/>
              <a:ext cx="99925" cy="99925"/>
            </a:xfrm>
            <a:prstGeom prst="ellipse">
              <a:avLst/>
            </a:prstGeom>
            <a:solidFill>
              <a:srgbClr val="FFFFFF"/>
            </a:solidFill>
            <a:ln w="8653" cap="flat">
              <a:noFill/>
              <a:prstDash val="solid"/>
              <a:miter/>
            </a:ln>
          </p:spPr>
          <p:txBody>
            <a:bodyPr/>
            <a:lstStyle/>
            <a:p>
              <a:endParaRPr lang="en-US"/>
            </a:p>
          </p:txBody>
        </p:sp>
        <p:sp>
          <p:nvSpPr>
            <p:cNvPr id="34" name="Oval 33">
              <a:extLst>
                <a:ext uri="{FF2B5EF4-FFF2-40B4-BE49-F238E27FC236}">
                  <a16:creationId xmlns:a16="http://schemas.microsoft.com/office/drawing/2014/main" id="{50621C98-5968-DBAD-E93A-911E26B3415F}"/>
                </a:ext>
              </a:extLst>
            </p:cNvPr>
            <p:cNvSpPr/>
            <p:nvPr/>
          </p:nvSpPr>
          <p:spPr>
            <a:xfrm>
              <a:off x="6850206" y="3643312"/>
              <a:ext cx="99925" cy="99925"/>
            </a:xfrm>
            <a:prstGeom prst="ellipse">
              <a:avLst/>
            </a:prstGeom>
            <a:solidFill>
              <a:srgbClr val="FFFFFF"/>
            </a:solidFill>
            <a:ln w="8653" cap="flat">
              <a:noFill/>
              <a:prstDash val="solid"/>
              <a:miter/>
            </a:ln>
          </p:spPr>
          <p:txBody>
            <a:bodyPr/>
            <a:lstStyle/>
            <a:p>
              <a:endParaRPr lang="en-US"/>
            </a:p>
          </p:txBody>
        </p:sp>
        <p:sp>
          <p:nvSpPr>
            <p:cNvPr id="35" name="Oval 34">
              <a:extLst>
                <a:ext uri="{FF2B5EF4-FFF2-40B4-BE49-F238E27FC236}">
                  <a16:creationId xmlns:a16="http://schemas.microsoft.com/office/drawing/2014/main" id="{3ACC0175-3D2F-AADF-4160-83EA402496C5}"/>
                </a:ext>
              </a:extLst>
            </p:cNvPr>
            <p:cNvSpPr/>
            <p:nvPr/>
          </p:nvSpPr>
          <p:spPr>
            <a:xfrm>
              <a:off x="6850206" y="3375400"/>
              <a:ext cx="99925" cy="99925"/>
            </a:xfrm>
            <a:prstGeom prst="ellipse">
              <a:avLst/>
            </a:prstGeom>
            <a:solidFill>
              <a:srgbClr val="FFFFFF"/>
            </a:solidFill>
            <a:ln w="8653" cap="flat">
              <a:noFill/>
              <a:prstDash val="solid"/>
              <a:miter/>
            </a:ln>
          </p:spPr>
          <p:txBody>
            <a:bodyPr/>
            <a:lstStyle/>
            <a:p>
              <a:endParaRPr lang="en-US"/>
            </a:p>
          </p:txBody>
        </p:sp>
      </p:grpSp>
      <p:grpSp>
        <p:nvGrpSpPr>
          <p:cNvPr id="42" name="Group 41">
            <a:extLst>
              <a:ext uri="{FF2B5EF4-FFF2-40B4-BE49-F238E27FC236}">
                <a16:creationId xmlns:a16="http://schemas.microsoft.com/office/drawing/2014/main" id="{A3D843F9-122F-B2A3-30FD-3D0BCF5C7CFE}"/>
              </a:ext>
            </a:extLst>
          </p:cNvPr>
          <p:cNvGrpSpPr/>
          <p:nvPr userDrawn="1"/>
        </p:nvGrpSpPr>
        <p:grpSpPr>
          <a:xfrm>
            <a:off x="4482072" y="333715"/>
            <a:ext cx="238962" cy="239018"/>
            <a:chOff x="5912600" y="3241444"/>
            <a:chExt cx="367751" cy="367837"/>
          </a:xfrm>
        </p:grpSpPr>
        <p:sp>
          <p:nvSpPr>
            <p:cNvPr id="38" name="Oval 37">
              <a:extLst>
                <a:ext uri="{FF2B5EF4-FFF2-40B4-BE49-F238E27FC236}">
                  <a16:creationId xmlns:a16="http://schemas.microsoft.com/office/drawing/2014/main" id="{952DCF13-7AAD-7712-F32E-430D87E32558}"/>
                </a:ext>
              </a:extLst>
            </p:cNvPr>
            <p:cNvSpPr/>
            <p:nvPr/>
          </p:nvSpPr>
          <p:spPr>
            <a:xfrm>
              <a:off x="6180426" y="3241444"/>
              <a:ext cx="99925" cy="99925"/>
            </a:xfrm>
            <a:prstGeom prst="ellipse">
              <a:avLst/>
            </a:prstGeom>
            <a:solidFill>
              <a:srgbClr val="FFFFFF"/>
            </a:solidFill>
            <a:ln w="8653" cap="flat">
              <a:noFill/>
              <a:prstDash val="solid"/>
              <a:miter/>
            </a:ln>
          </p:spPr>
          <p:txBody>
            <a:bodyPr/>
            <a:lstStyle/>
            <a:p>
              <a:endParaRPr lang="en-US"/>
            </a:p>
          </p:txBody>
        </p:sp>
        <p:sp>
          <p:nvSpPr>
            <p:cNvPr id="39" name="Oval 38">
              <a:extLst>
                <a:ext uri="{FF2B5EF4-FFF2-40B4-BE49-F238E27FC236}">
                  <a16:creationId xmlns:a16="http://schemas.microsoft.com/office/drawing/2014/main" id="{65DEEC32-C5CE-6770-8544-8FE0FE527880}"/>
                </a:ext>
              </a:extLst>
            </p:cNvPr>
            <p:cNvSpPr/>
            <p:nvPr/>
          </p:nvSpPr>
          <p:spPr>
            <a:xfrm>
              <a:off x="5912600" y="3241444"/>
              <a:ext cx="99925" cy="99925"/>
            </a:xfrm>
            <a:prstGeom prst="ellipse">
              <a:avLst/>
            </a:prstGeom>
            <a:solidFill>
              <a:srgbClr val="FFFFFF"/>
            </a:solidFill>
            <a:ln w="8653" cap="flat">
              <a:noFill/>
              <a:prstDash val="solid"/>
              <a:miter/>
            </a:ln>
          </p:spPr>
          <p:txBody>
            <a:bodyPr/>
            <a:lstStyle/>
            <a:p>
              <a:endParaRPr lang="en-US"/>
            </a:p>
          </p:txBody>
        </p:sp>
        <p:sp>
          <p:nvSpPr>
            <p:cNvPr id="40" name="Oval 39">
              <a:extLst>
                <a:ext uri="{FF2B5EF4-FFF2-40B4-BE49-F238E27FC236}">
                  <a16:creationId xmlns:a16="http://schemas.microsoft.com/office/drawing/2014/main" id="{D8CC9C7B-D5EC-A22B-0DD5-A53D531EC8BE}"/>
                </a:ext>
              </a:extLst>
            </p:cNvPr>
            <p:cNvSpPr/>
            <p:nvPr/>
          </p:nvSpPr>
          <p:spPr>
            <a:xfrm>
              <a:off x="5912600" y="3509356"/>
              <a:ext cx="99925" cy="99925"/>
            </a:xfrm>
            <a:prstGeom prst="ellipse">
              <a:avLst/>
            </a:prstGeom>
            <a:solidFill>
              <a:srgbClr val="FFFFFF"/>
            </a:solidFill>
            <a:ln w="8653" cap="flat">
              <a:noFill/>
              <a:prstDash val="solid"/>
              <a:miter/>
            </a:ln>
          </p:spPr>
          <p:txBody>
            <a:bodyPr/>
            <a:lstStyle/>
            <a:p>
              <a:endParaRPr lang="en-US"/>
            </a:p>
          </p:txBody>
        </p:sp>
        <p:sp>
          <p:nvSpPr>
            <p:cNvPr id="41" name="Oval 40">
              <a:extLst>
                <a:ext uri="{FF2B5EF4-FFF2-40B4-BE49-F238E27FC236}">
                  <a16:creationId xmlns:a16="http://schemas.microsoft.com/office/drawing/2014/main" id="{15B9615E-A191-9937-0268-64903D54020B}"/>
                </a:ext>
              </a:extLst>
            </p:cNvPr>
            <p:cNvSpPr/>
            <p:nvPr/>
          </p:nvSpPr>
          <p:spPr>
            <a:xfrm>
              <a:off x="6180426" y="3509356"/>
              <a:ext cx="99925" cy="99925"/>
            </a:xfrm>
            <a:prstGeom prst="ellipse">
              <a:avLst/>
            </a:prstGeom>
            <a:solidFill>
              <a:srgbClr val="FFFFFF"/>
            </a:solidFill>
            <a:ln w="8653" cap="flat">
              <a:noFill/>
              <a:prstDash val="solid"/>
              <a:miter/>
            </a:ln>
          </p:spPr>
          <p:txBody>
            <a:bodyPr/>
            <a:lstStyle/>
            <a:p>
              <a:endParaRPr lang="en-US"/>
            </a:p>
          </p:txBody>
        </p:sp>
      </p:grpSp>
      <p:cxnSp>
        <p:nvCxnSpPr>
          <p:cNvPr id="45" name="Straight Connector 44">
            <a:extLst>
              <a:ext uri="{FF2B5EF4-FFF2-40B4-BE49-F238E27FC236}">
                <a16:creationId xmlns:a16="http://schemas.microsoft.com/office/drawing/2014/main" id="{333161BA-37EE-B6BE-63CF-3CC8D61E9FDA}"/>
              </a:ext>
            </a:extLst>
          </p:cNvPr>
          <p:cNvCxnSpPr/>
          <p:nvPr userDrawn="1"/>
        </p:nvCxnSpPr>
        <p:spPr>
          <a:xfrm flipV="1">
            <a:off x="9665200" y="1908789"/>
            <a:ext cx="1470991" cy="1470991"/>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11E252A-C1A4-2D94-848C-A7C3F178FCCC}"/>
              </a:ext>
            </a:extLst>
          </p:cNvPr>
          <p:cNvCxnSpPr>
            <a:cxnSpLocks/>
          </p:cNvCxnSpPr>
          <p:nvPr userDrawn="1"/>
        </p:nvCxnSpPr>
        <p:spPr>
          <a:xfrm flipV="1">
            <a:off x="7895885" y="2452256"/>
            <a:ext cx="587512" cy="587512"/>
          </a:xfrm>
          <a:prstGeom prst="line">
            <a:avLst/>
          </a:prstGeom>
          <a:ln w="254000" cap="rnd">
            <a:solidFill>
              <a:schemeClr val="bg1"/>
            </a:solidFill>
          </a:ln>
          <a:effectLst/>
        </p:spPr>
        <p:style>
          <a:lnRef idx="2">
            <a:schemeClr val="accent1"/>
          </a:lnRef>
          <a:fillRef idx="0">
            <a:schemeClr val="accent1"/>
          </a:fillRef>
          <a:effectRef idx="1">
            <a:schemeClr val="accent1"/>
          </a:effectRef>
          <a:fontRef idx="minor">
            <a:schemeClr val="tx1"/>
          </a:fontRef>
        </p:style>
      </p:cxnSp>
      <p:pic>
        <p:nvPicPr>
          <p:cNvPr id="3" name="Afbeelding 11">
            <a:extLst>
              <a:ext uri="{FF2B5EF4-FFF2-40B4-BE49-F238E27FC236}">
                <a16:creationId xmlns:a16="http://schemas.microsoft.com/office/drawing/2014/main" id="{2433363B-F318-2CFC-CE62-CE9A16B2730F}"/>
              </a:ext>
            </a:extLst>
          </p:cNvPr>
          <p:cNvPicPr>
            <a:picLocks noChangeAspect="1"/>
          </p:cNvPicPr>
          <p:nvPr userDrawn="1"/>
        </p:nvPicPr>
        <p:blipFill>
          <a:blip r:embed="rId3"/>
          <a:srcRect l="47193"/>
          <a:stretch>
            <a:fillRect/>
          </a:stretch>
        </p:blipFill>
        <p:spPr>
          <a:xfrm>
            <a:off x="5753770" y="0"/>
            <a:ext cx="6438229" cy="6858000"/>
          </a:xfrm>
          <a:prstGeom prst="rect">
            <a:avLst/>
          </a:prstGeom>
        </p:spPr>
      </p:pic>
      <p:cxnSp>
        <p:nvCxnSpPr>
          <p:cNvPr id="46" name="Straight Connector 45">
            <a:extLst>
              <a:ext uri="{FF2B5EF4-FFF2-40B4-BE49-F238E27FC236}">
                <a16:creationId xmlns:a16="http://schemas.microsoft.com/office/drawing/2014/main" id="{9C37C6E6-134A-7CC3-F5EF-DE66BD85A7E7}"/>
              </a:ext>
            </a:extLst>
          </p:cNvPr>
          <p:cNvCxnSpPr>
            <a:cxnSpLocks/>
          </p:cNvCxnSpPr>
          <p:nvPr userDrawn="1"/>
        </p:nvCxnSpPr>
        <p:spPr>
          <a:xfrm flipV="1">
            <a:off x="9630323" y="3324349"/>
            <a:ext cx="1175024" cy="1175024"/>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BCFD453-F522-07B0-A939-B06B84D1BE76}"/>
              </a:ext>
            </a:extLst>
          </p:cNvPr>
          <p:cNvCxnSpPr>
            <a:cxnSpLocks/>
          </p:cNvCxnSpPr>
          <p:nvPr userDrawn="1"/>
        </p:nvCxnSpPr>
        <p:spPr>
          <a:xfrm flipV="1">
            <a:off x="8291143" y="4275117"/>
            <a:ext cx="373656" cy="373656"/>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A74B755D-2AB8-D63E-7198-4FD84B9E7654}"/>
              </a:ext>
            </a:extLst>
          </p:cNvPr>
          <p:cNvCxnSpPr>
            <a:cxnSpLocks/>
          </p:cNvCxnSpPr>
          <p:nvPr userDrawn="1"/>
        </p:nvCxnSpPr>
        <p:spPr>
          <a:xfrm flipV="1">
            <a:off x="4656103" y="4900159"/>
            <a:ext cx="923638" cy="923638"/>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4A22A676-30C3-D6A9-402F-11806544CC34}"/>
              </a:ext>
            </a:extLst>
          </p:cNvPr>
          <p:cNvCxnSpPr>
            <a:cxnSpLocks/>
          </p:cNvCxnSpPr>
          <p:nvPr userDrawn="1"/>
        </p:nvCxnSpPr>
        <p:spPr>
          <a:xfrm flipV="1">
            <a:off x="4043363" y="4900159"/>
            <a:ext cx="572733" cy="572733"/>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8CD58D9E-C8DE-ED4B-8C35-FB4FF14C2618}"/>
              </a:ext>
            </a:extLst>
          </p:cNvPr>
          <p:cNvCxnSpPr/>
          <p:nvPr userDrawn="1"/>
        </p:nvCxnSpPr>
        <p:spPr>
          <a:xfrm flipV="1">
            <a:off x="7343074" y="851030"/>
            <a:ext cx="1470991" cy="1470991"/>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pic>
        <p:nvPicPr>
          <p:cNvPr id="4" name="Picture 3" descr="A black background with white text&#10;&#10;Description automatically generated">
            <a:extLst>
              <a:ext uri="{FF2B5EF4-FFF2-40B4-BE49-F238E27FC236}">
                <a16:creationId xmlns:a16="http://schemas.microsoft.com/office/drawing/2014/main" id="{6E62F4C1-960C-07A6-FE75-CCBD187765E9}"/>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334962" y="5541220"/>
            <a:ext cx="2718081" cy="986400"/>
          </a:xfrm>
          <a:prstGeom prst="rect">
            <a:avLst/>
          </a:prstGeom>
        </p:spPr>
      </p:pic>
      <p:pic>
        <p:nvPicPr>
          <p:cNvPr id="8" name="Graphic 7">
            <a:extLst>
              <a:ext uri="{FF2B5EF4-FFF2-40B4-BE49-F238E27FC236}">
                <a16:creationId xmlns:a16="http://schemas.microsoft.com/office/drawing/2014/main" id="{89612674-7476-1345-3BB8-0B292037176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169199" y="331119"/>
            <a:ext cx="2679700" cy="406400"/>
          </a:xfrm>
          <a:prstGeom prst="rect">
            <a:avLst/>
          </a:prstGeom>
        </p:spPr>
      </p:pic>
    </p:spTree>
    <p:extLst>
      <p:ext uri="{BB962C8B-B14F-4D97-AF65-F5344CB8AC3E}">
        <p14:creationId xmlns:p14="http://schemas.microsoft.com/office/powerpoint/2010/main" val="2734582372"/>
      </p:ext>
    </p:extLst>
  </p:cSld>
  <p:clrMapOvr>
    <a:masterClrMapping/>
  </p:clrMapOvr>
  <p:extLst>
    <p:ext uri="{DCECCB84-F9BA-43D5-87BE-67443E8EF086}">
      <p15:sldGuideLst xmlns:p15="http://schemas.microsoft.com/office/powerpoint/2012/main">
        <p15:guide id="1" orient="horz" pos="210" userDrawn="1">
          <p15:clr>
            <a:srgbClr val="FBAE40"/>
          </p15:clr>
        </p15:guide>
        <p15:guide id="2" orient="horz" pos="414" userDrawn="1">
          <p15:clr>
            <a:srgbClr val="FBAE40"/>
          </p15:clr>
        </p15:guide>
        <p15:guide id="3" orient="horz" pos="618" userDrawn="1">
          <p15:clr>
            <a:srgbClr val="FBAE40"/>
          </p15:clr>
        </p15:guide>
        <p15:guide id="4" orient="horz" pos="4110" userDrawn="1">
          <p15:clr>
            <a:srgbClr val="FBAE40"/>
          </p15:clr>
        </p15:guide>
        <p15:guide id="5" orient="horz" pos="3906" userDrawn="1">
          <p15:clr>
            <a:srgbClr val="FBAE40"/>
          </p15:clr>
        </p15:guide>
        <p15:guide id="6" pos="211" userDrawn="1">
          <p15:clr>
            <a:srgbClr val="FBAE40"/>
          </p15:clr>
        </p15:guide>
        <p15:guide id="7" pos="415"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Black Title Slide 02">
    <p:spTree>
      <p:nvGrpSpPr>
        <p:cNvPr id="1" name=""/>
        <p:cNvGrpSpPr/>
        <p:nvPr/>
      </p:nvGrpSpPr>
      <p:grpSpPr>
        <a:xfrm>
          <a:off x="0" y="0"/>
          <a:ext cx="0" cy="0"/>
          <a:chOff x="0" y="0"/>
          <a:chExt cx="0" cy="0"/>
        </a:xfrm>
      </p:grpSpPr>
      <p:pic>
        <p:nvPicPr>
          <p:cNvPr id="2" name="Afbeelding 11">
            <a:extLst>
              <a:ext uri="{FF2B5EF4-FFF2-40B4-BE49-F238E27FC236}">
                <a16:creationId xmlns:a16="http://schemas.microsoft.com/office/drawing/2014/main" id="{DE2C207E-02CA-E84B-9EC9-D866D41761FC}"/>
              </a:ext>
            </a:extLst>
          </p:cNvPr>
          <p:cNvPicPr>
            <a:picLocks noChangeAspect="1"/>
          </p:cNvPicPr>
          <p:nvPr userDrawn="1"/>
        </p:nvPicPr>
        <p:blipFill>
          <a:blip r:embed="rId2"/>
          <a:srcRect/>
          <a:stretch/>
        </p:blipFill>
        <p:spPr>
          <a:xfrm>
            <a:off x="0" y="0"/>
            <a:ext cx="12192000" cy="6858000"/>
          </a:xfrm>
          <a:prstGeom prst="rect">
            <a:avLst/>
          </a:prstGeom>
        </p:spPr>
      </p:pic>
      <p:sp>
        <p:nvSpPr>
          <p:cNvPr id="15" name="Rectangle 14">
            <a:extLst>
              <a:ext uri="{FF2B5EF4-FFF2-40B4-BE49-F238E27FC236}">
                <a16:creationId xmlns:a16="http://schemas.microsoft.com/office/drawing/2014/main" id="{AFB05743-3EC5-D7CC-E704-F0A39CFF4840}"/>
              </a:ext>
            </a:extLst>
          </p:cNvPr>
          <p:cNvSpPr/>
          <p:nvPr userDrawn="1"/>
        </p:nvSpPr>
        <p:spPr>
          <a:xfrm>
            <a:off x="334963" y="333376"/>
            <a:ext cx="3708400" cy="619125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sz="3200" dirty="0"/>
          </a:p>
        </p:txBody>
      </p:sp>
      <p:cxnSp>
        <p:nvCxnSpPr>
          <p:cNvPr id="16" name="Rechte verbindingslijn 12">
            <a:extLst>
              <a:ext uri="{FF2B5EF4-FFF2-40B4-BE49-F238E27FC236}">
                <a16:creationId xmlns:a16="http://schemas.microsoft.com/office/drawing/2014/main" id="{B183D5A5-9FF5-C2E3-C71F-D14FF32D5903}"/>
              </a:ext>
            </a:extLst>
          </p:cNvPr>
          <p:cNvCxnSpPr>
            <a:cxnSpLocks/>
          </p:cNvCxnSpPr>
          <p:nvPr userDrawn="1"/>
        </p:nvCxnSpPr>
        <p:spPr>
          <a:xfrm flipH="1">
            <a:off x="658813" y="677174"/>
            <a:ext cx="30607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6FF9DA5B-E64D-295F-24E2-D298B3F50437}"/>
              </a:ext>
            </a:extLst>
          </p:cNvPr>
          <p:cNvSpPr>
            <a:spLocks noGrp="1"/>
          </p:cNvSpPr>
          <p:nvPr>
            <p:ph type="ctrTitle"/>
          </p:nvPr>
        </p:nvSpPr>
        <p:spPr>
          <a:xfrm>
            <a:off x="548869" y="851030"/>
            <a:ext cx="3170644" cy="2933260"/>
          </a:xfrm>
        </p:spPr>
        <p:txBody>
          <a:bodyPr wrap="square" lIns="108000" tIns="36000" rIns="108000" anchor="t">
            <a:noAutofit/>
          </a:bodyPr>
          <a:lstStyle>
            <a:lvl1pPr>
              <a:defRPr sz="3600" b="0">
                <a:solidFill>
                  <a:schemeClr val="bg1"/>
                </a:solidFill>
              </a:defRPr>
            </a:lvl1pPr>
          </a:lstStyle>
          <a:p>
            <a:r>
              <a:rPr lang="en-US"/>
              <a:t>Click to edit Master title style</a:t>
            </a:r>
            <a:endParaRPr lang="en-US" dirty="0"/>
          </a:p>
        </p:txBody>
      </p:sp>
      <p:sp>
        <p:nvSpPr>
          <p:cNvPr id="18" name="Tijdelijke aanduiding voor tekst 3">
            <a:extLst>
              <a:ext uri="{FF2B5EF4-FFF2-40B4-BE49-F238E27FC236}">
                <a16:creationId xmlns:a16="http://schemas.microsoft.com/office/drawing/2014/main" id="{1B1A768E-B445-B1FF-7118-5B4C6476AA36}"/>
              </a:ext>
            </a:extLst>
          </p:cNvPr>
          <p:cNvSpPr>
            <a:spLocks noGrp="1"/>
          </p:cNvSpPr>
          <p:nvPr>
            <p:ph type="body" sz="quarter" idx="12" hasCustomPrompt="1"/>
          </p:nvPr>
        </p:nvSpPr>
        <p:spPr>
          <a:xfrm>
            <a:off x="548869" y="3958145"/>
            <a:ext cx="3170644" cy="532320"/>
          </a:xfrm>
        </p:spPr>
        <p:txBody>
          <a:bodyPr lIns="72000" rIns="90000"/>
          <a:lstStyle>
            <a:lvl1pPr marL="40639" indent="0">
              <a:buNone/>
              <a:defRPr sz="1800">
                <a:solidFill>
                  <a:schemeClr val="bg1"/>
                </a:solidFill>
              </a:defRPr>
            </a:lvl1pPr>
          </a:lstStyle>
          <a:p>
            <a:pPr lvl="0"/>
            <a:r>
              <a:rPr lang="en-US" dirty="0"/>
              <a:t>Name presenter</a:t>
            </a:r>
          </a:p>
        </p:txBody>
      </p:sp>
      <p:sp>
        <p:nvSpPr>
          <p:cNvPr id="19" name="Tijdelijke aanduiding voor tekst 3">
            <a:extLst>
              <a:ext uri="{FF2B5EF4-FFF2-40B4-BE49-F238E27FC236}">
                <a16:creationId xmlns:a16="http://schemas.microsoft.com/office/drawing/2014/main" id="{11A4E5DB-CCF0-0EF6-B49D-9A8319637723}"/>
              </a:ext>
            </a:extLst>
          </p:cNvPr>
          <p:cNvSpPr>
            <a:spLocks noGrp="1"/>
          </p:cNvSpPr>
          <p:nvPr>
            <p:ph type="body" sz="quarter" idx="14" hasCustomPrompt="1"/>
          </p:nvPr>
        </p:nvSpPr>
        <p:spPr>
          <a:xfrm>
            <a:off x="548868" y="4499373"/>
            <a:ext cx="3170645" cy="532320"/>
          </a:xfrm>
        </p:spPr>
        <p:txBody>
          <a:bodyPr lIns="72000" rIns="90000"/>
          <a:lstStyle>
            <a:lvl1pPr marL="40639" indent="0">
              <a:buNone/>
              <a:defRPr sz="1800">
                <a:solidFill>
                  <a:schemeClr val="bg1"/>
                </a:solidFill>
              </a:defRPr>
            </a:lvl1pPr>
          </a:lstStyle>
          <a:p>
            <a:pPr lvl="0"/>
            <a:r>
              <a:rPr lang="en-US"/>
              <a:t>Date</a:t>
            </a:r>
          </a:p>
        </p:txBody>
      </p:sp>
      <p:pic>
        <p:nvPicPr>
          <p:cNvPr id="20" name="Picture 19" descr="A black and white sign with white text&#10;&#10;Description automatically generated">
            <a:extLst>
              <a:ext uri="{FF2B5EF4-FFF2-40B4-BE49-F238E27FC236}">
                <a16:creationId xmlns:a16="http://schemas.microsoft.com/office/drawing/2014/main" id="{3415788E-672B-3A6F-ADC3-4A7FD2EEB38A}"/>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34963" y="5541221"/>
            <a:ext cx="2709829" cy="983405"/>
          </a:xfrm>
          <a:prstGeom prst="rect">
            <a:avLst/>
          </a:prstGeom>
        </p:spPr>
      </p:pic>
      <p:grpSp>
        <p:nvGrpSpPr>
          <p:cNvPr id="42" name="Group 41">
            <a:extLst>
              <a:ext uri="{FF2B5EF4-FFF2-40B4-BE49-F238E27FC236}">
                <a16:creationId xmlns:a16="http://schemas.microsoft.com/office/drawing/2014/main" id="{A3D843F9-122F-B2A3-30FD-3D0BCF5C7CFE}"/>
              </a:ext>
            </a:extLst>
          </p:cNvPr>
          <p:cNvGrpSpPr/>
          <p:nvPr userDrawn="1"/>
        </p:nvGrpSpPr>
        <p:grpSpPr>
          <a:xfrm>
            <a:off x="4482072" y="333715"/>
            <a:ext cx="238962" cy="239018"/>
            <a:chOff x="5912600" y="3241444"/>
            <a:chExt cx="367751" cy="367837"/>
          </a:xfrm>
        </p:grpSpPr>
        <p:sp>
          <p:nvSpPr>
            <p:cNvPr id="38" name="Oval 37">
              <a:extLst>
                <a:ext uri="{FF2B5EF4-FFF2-40B4-BE49-F238E27FC236}">
                  <a16:creationId xmlns:a16="http://schemas.microsoft.com/office/drawing/2014/main" id="{952DCF13-7AAD-7712-F32E-430D87E32558}"/>
                </a:ext>
              </a:extLst>
            </p:cNvPr>
            <p:cNvSpPr/>
            <p:nvPr/>
          </p:nvSpPr>
          <p:spPr>
            <a:xfrm>
              <a:off x="6180426" y="3241444"/>
              <a:ext cx="99925" cy="99925"/>
            </a:xfrm>
            <a:prstGeom prst="ellipse">
              <a:avLst/>
            </a:prstGeom>
            <a:solidFill>
              <a:srgbClr val="FFFFFF"/>
            </a:solidFill>
            <a:ln w="8653" cap="flat">
              <a:noFill/>
              <a:prstDash val="solid"/>
              <a:miter/>
            </a:ln>
          </p:spPr>
        </p:sp>
        <p:sp>
          <p:nvSpPr>
            <p:cNvPr id="39" name="Oval 38">
              <a:extLst>
                <a:ext uri="{FF2B5EF4-FFF2-40B4-BE49-F238E27FC236}">
                  <a16:creationId xmlns:a16="http://schemas.microsoft.com/office/drawing/2014/main" id="{65DEEC32-C5CE-6770-8544-8FE0FE527880}"/>
                </a:ext>
              </a:extLst>
            </p:cNvPr>
            <p:cNvSpPr/>
            <p:nvPr/>
          </p:nvSpPr>
          <p:spPr>
            <a:xfrm>
              <a:off x="5912600" y="3241444"/>
              <a:ext cx="99925" cy="99925"/>
            </a:xfrm>
            <a:prstGeom prst="ellipse">
              <a:avLst/>
            </a:prstGeom>
            <a:solidFill>
              <a:srgbClr val="FFFFFF"/>
            </a:solidFill>
            <a:ln w="8653" cap="flat">
              <a:noFill/>
              <a:prstDash val="solid"/>
              <a:miter/>
            </a:ln>
          </p:spPr>
        </p:sp>
        <p:sp>
          <p:nvSpPr>
            <p:cNvPr id="40" name="Oval 39">
              <a:extLst>
                <a:ext uri="{FF2B5EF4-FFF2-40B4-BE49-F238E27FC236}">
                  <a16:creationId xmlns:a16="http://schemas.microsoft.com/office/drawing/2014/main" id="{D8CC9C7B-D5EC-A22B-0DD5-A53D531EC8BE}"/>
                </a:ext>
              </a:extLst>
            </p:cNvPr>
            <p:cNvSpPr/>
            <p:nvPr/>
          </p:nvSpPr>
          <p:spPr>
            <a:xfrm>
              <a:off x="5912600" y="3509356"/>
              <a:ext cx="99925" cy="99925"/>
            </a:xfrm>
            <a:prstGeom prst="ellipse">
              <a:avLst/>
            </a:prstGeom>
            <a:solidFill>
              <a:srgbClr val="FFFFFF"/>
            </a:solidFill>
            <a:ln w="8653" cap="flat">
              <a:noFill/>
              <a:prstDash val="solid"/>
              <a:miter/>
            </a:ln>
          </p:spPr>
        </p:sp>
        <p:sp>
          <p:nvSpPr>
            <p:cNvPr id="41" name="Oval 40">
              <a:extLst>
                <a:ext uri="{FF2B5EF4-FFF2-40B4-BE49-F238E27FC236}">
                  <a16:creationId xmlns:a16="http://schemas.microsoft.com/office/drawing/2014/main" id="{15B9615E-A191-9937-0268-64903D54020B}"/>
                </a:ext>
              </a:extLst>
            </p:cNvPr>
            <p:cNvSpPr/>
            <p:nvPr/>
          </p:nvSpPr>
          <p:spPr>
            <a:xfrm>
              <a:off x="6180426" y="3509356"/>
              <a:ext cx="99925" cy="99925"/>
            </a:xfrm>
            <a:prstGeom prst="ellipse">
              <a:avLst/>
            </a:prstGeom>
            <a:solidFill>
              <a:srgbClr val="FFFFFF"/>
            </a:solidFill>
            <a:ln w="8653" cap="flat">
              <a:noFill/>
              <a:prstDash val="solid"/>
              <a:miter/>
            </a:ln>
          </p:spPr>
        </p:sp>
      </p:grpSp>
      <p:cxnSp>
        <p:nvCxnSpPr>
          <p:cNvPr id="45" name="Straight Connector 44">
            <a:extLst>
              <a:ext uri="{FF2B5EF4-FFF2-40B4-BE49-F238E27FC236}">
                <a16:creationId xmlns:a16="http://schemas.microsoft.com/office/drawing/2014/main" id="{333161BA-37EE-B6BE-63CF-3CC8D61E9FDA}"/>
              </a:ext>
            </a:extLst>
          </p:cNvPr>
          <p:cNvCxnSpPr/>
          <p:nvPr userDrawn="1"/>
        </p:nvCxnSpPr>
        <p:spPr>
          <a:xfrm flipV="1">
            <a:off x="9665200" y="1908789"/>
            <a:ext cx="1470991" cy="1470991"/>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11E252A-C1A4-2D94-848C-A7C3F178FCCC}"/>
              </a:ext>
            </a:extLst>
          </p:cNvPr>
          <p:cNvCxnSpPr>
            <a:cxnSpLocks/>
          </p:cNvCxnSpPr>
          <p:nvPr userDrawn="1"/>
        </p:nvCxnSpPr>
        <p:spPr>
          <a:xfrm flipV="1">
            <a:off x="7895885" y="2452256"/>
            <a:ext cx="587512" cy="587512"/>
          </a:xfrm>
          <a:prstGeom prst="line">
            <a:avLst/>
          </a:prstGeom>
          <a:ln w="254000" cap="rnd">
            <a:solidFill>
              <a:schemeClr val="bg1"/>
            </a:solidFill>
          </a:ln>
          <a:effectLst/>
        </p:spPr>
        <p:style>
          <a:lnRef idx="2">
            <a:schemeClr val="accent1"/>
          </a:lnRef>
          <a:fillRef idx="0">
            <a:schemeClr val="accent1"/>
          </a:fillRef>
          <a:effectRef idx="1">
            <a:schemeClr val="accent1"/>
          </a:effectRef>
          <a:fontRef idx="minor">
            <a:schemeClr val="tx1"/>
          </a:fontRef>
        </p:style>
      </p:cxnSp>
      <p:pic>
        <p:nvPicPr>
          <p:cNvPr id="3" name="Afbeelding 11">
            <a:extLst>
              <a:ext uri="{FF2B5EF4-FFF2-40B4-BE49-F238E27FC236}">
                <a16:creationId xmlns:a16="http://schemas.microsoft.com/office/drawing/2014/main" id="{2433363B-F318-2CFC-CE62-CE9A16B2730F}"/>
              </a:ext>
            </a:extLst>
          </p:cNvPr>
          <p:cNvPicPr>
            <a:picLocks noChangeAspect="1"/>
          </p:cNvPicPr>
          <p:nvPr userDrawn="1"/>
        </p:nvPicPr>
        <p:blipFill>
          <a:blip r:embed="rId4"/>
          <a:srcRect l="47193"/>
          <a:stretch>
            <a:fillRect/>
          </a:stretch>
        </p:blipFill>
        <p:spPr>
          <a:xfrm>
            <a:off x="5753770" y="0"/>
            <a:ext cx="6438229" cy="6858000"/>
          </a:xfrm>
          <a:prstGeom prst="rect">
            <a:avLst/>
          </a:prstGeom>
        </p:spPr>
      </p:pic>
      <p:cxnSp>
        <p:nvCxnSpPr>
          <p:cNvPr id="46" name="Straight Connector 45">
            <a:extLst>
              <a:ext uri="{FF2B5EF4-FFF2-40B4-BE49-F238E27FC236}">
                <a16:creationId xmlns:a16="http://schemas.microsoft.com/office/drawing/2014/main" id="{9C37C6E6-134A-7CC3-F5EF-DE66BD85A7E7}"/>
              </a:ext>
            </a:extLst>
          </p:cNvPr>
          <p:cNvCxnSpPr>
            <a:cxnSpLocks/>
          </p:cNvCxnSpPr>
          <p:nvPr userDrawn="1"/>
        </p:nvCxnSpPr>
        <p:spPr>
          <a:xfrm flipV="1">
            <a:off x="9630323" y="3324349"/>
            <a:ext cx="1175024" cy="1175024"/>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BCFD453-F522-07B0-A939-B06B84D1BE76}"/>
              </a:ext>
            </a:extLst>
          </p:cNvPr>
          <p:cNvCxnSpPr>
            <a:cxnSpLocks/>
          </p:cNvCxnSpPr>
          <p:nvPr userDrawn="1"/>
        </p:nvCxnSpPr>
        <p:spPr>
          <a:xfrm flipV="1">
            <a:off x="8291143" y="4275117"/>
            <a:ext cx="373656" cy="373656"/>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A74B755D-2AB8-D63E-7198-4FD84B9E7654}"/>
              </a:ext>
            </a:extLst>
          </p:cNvPr>
          <p:cNvCxnSpPr>
            <a:cxnSpLocks/>
          </p:cNvCxnSpPr>
          <p:nvPr userDrawn="1"/>
        </p:nvCxnSpPr>
        <p:spPr>
          <a:xfrm flipV="1">
            <a:off x="4656103" y="4900159"/>
            <a:ext cx="923638" cy="923638"/>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4A22A676-30C3-D6A9-402F-11806544CC34}"/>
              </a:ext>
            </a:extLst>
          </p:cNvPr>
          <p:cNvCxnSpPr>
            <a:cxnSpLocks/>
          </p:cNvCxnSpPr>
          <p:nvPr userDrawn="1"/>
        </p:nvCxnSpPr>
        <p:spPr>
          <a:xfrm flipV="1">
            <a:off x="4043363" y="4900159"/>
            <a:ext cx="572733" cy="572733"/>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8CD58D9E-C8DE-ED4B-8C35-FB4FF14C2618}"/>
              </a:ext>
            </a:extLst>
          </p:cNvPr>
          <p:cNvCxnSpPr/>
          <p:nvPr userDrawn="1"/>
        </p:nvCxnSpPr>
        <p:spPr>
          <a:xfrm flipV="1">
            <a:off x="7343074" y="851030"/>
            <a:ext cx="1470991" cy="1470991"/>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AEC6CB34-62DF-88D4-ADE9-F52316240F3E}"/>
              </a:ext>
            </a:extLst>
          </p:cNvPr>
          <p:cNvGrpSpPr/>
          <p:nvPr userDrawn="1"/>
        </p:nvGrpSpPr>
        <p:grpSpPr>
          <a:xfrm>
            <a:off x="10748720" y="6111522"/>
            <a:ext cx="1109394" cy="413104"/>
            <a:chOff x="5242819" y="3107487"/>
            <a:chExt cx="1707312" cy="635750"/>
          </a:xfrm>
        </p:grpSpPr>
        <p:sp>
          <p:nvSpPr>
            <p:cNvPr id="6" name="Oval 5">
              <a:extLst>
                <a:ext uri="{FF2B5EF4-FFF2-40B4-BE49-F238E27FC236}">
                  <a16:creationId xmlns:a16="http://schemas.microsoft.com/office/drawing/2014/main" id="{77F655F8-39DB-BCE0-C938-E60B81750751}"/>
                </a:ext>
              </a:extLst>
            </p:cNvPr>
            <p:cNvSpPr/>
            <p:nvPr/>
          </p:nvSpPr>
          <p:spPr>
            <a:xfrm>
              <a:off x="5242819" y="3107487"/>
              <a:ext cx="99925" cy="99925"/>
            </a:xfrm>
            <a:prstGeom prst="ellipse">
              <a:avLst/>
            </a:prstGeom>
            <a:solidFill>
              <a:srgbClr val="FFFFFF"/>
            </a:solidFill>
            <a:ln w="8653" cap="flat">
              <a:noFill/>
              <a:prstDash val="solid"/>
              <a:miter/>
            </a:ln>
          </p:spPr>
          <p:txBody>
            <a:bodyPr/>
            <a:lstStyle/>
            <a:p>
              <a:endParaRPr lang="en-US"/>
            </a:p>
          </p:txBody>
        </p:sp>
        <p:sp>
          <p:nvSpPr>
            <p:cNvPr id="7" name="Oval 6">
              <a:extLst>
                <a:ext uri="{FF2B5EF4-FFF2-40B4-BE49-F238E27FC236}">
                  <a16:creationId xmlns:a16="http://schemas.microsoft.com/office/drawing/2014/main" id="{67C8CAEB-A46F-DD4A-8B72-9C2F1877681B}"/>
                </a:ext>
              </a:extLst>
            </p:cNvPr>
            <p:cNvSpPr/>
            <p:nvPr/>
          </p:nvSpPr>
          <p:spPr>
            <a:xfrm>
              <a:off x="6582294" y="3107487"/>
              <a:ext cx="99925" cy="99925"/>
            </a:xfrm>
            <a:prstGeom prst="ellipse">
              <a:avLst/>
            </a:prstGeom>
            <a:solidFill>
              <a:srgbClr val="FFFFFF"/>
            </a:solidFill>
            <a:ln w="8653" cap="flat">
              <a:noFill/>
              <a:prstDash val="solid"/>
              <a:miter/>
            </a:ln>
          </p:spPr>
          <p:txBody>
            <a:bodyPr/>
            <a:lstStyle/>
            <a:p>
              <a:endParaRPr lang="en-US"/>
            </a:p>
          </p:txBody>
        </p:sp>
        <p:sp>
          <p:nvSpPr>
            <p:cNvPr id="8" name="Oval 7">
              <a:extLst>
                <a:ext uri="{FF2B5EF4-FFF2-40B4-BE49-F238E27FC236}">
                  <a16:creationId xmlns:a16="http://schemas.microsoft.com/office/drawing/2014/main" id="{690027C1-1AA5-62A0-C167-8F0244F3721F}"/>
                </a:ext>
              </a:extLst>
            </p:cNvPr>
            <p:cNvSpPr/>
            <p:nvPr/>
          </p:nvSpPr>
          <p:spPr>
            <a:xfrm>
              <a:off x="6314382" y="3107487"/>
              <a:ext cx="99925" cy="99925"/>
            </a:xfrm>
            <a:prstGeom prst="ellipse">
              <a:avLst/>
            </a:prstGeom>
            <a:solidFill>
              <a:srgbClr val="FFFFFF"/>
            </a:solidFill>
            <a:ln w="8653" cap="flat">
              <a:noFill/>
              <a:prstDash val="solid"/>
              <a:miter/>
            </a:ln>
          </p:spPr>
          <p:txBody>
            <a:bodyPr/>
            <a:lstStyle/>
            <a:p>
              <a:endParaRPr lang="en-US"/>
            </a:p>
          </p:txBody>
        </p:sp>
        <p:sp>
          <p:nvSpPr>
            <p:cNvPr id="37" name="Oval 36">
              <a:extLst>
                <a:ext uri="{FF2B5EF4-FFF2-40B4-BE49-F238E27FC236}">
                  <a16:creationId xmlns:a16="http://schemas.microsoft.com/office/drawing/2014/main" id="{935C9890-FDF7-EA62-98E2-741EDD7F8B51}"/>
                </a:ext>
              </a:extLst>
            </p:cNvPr>
            <p:cNvSpPr/>
            <p:nvPr/>
          </p:nvSpPr>
          <p:spPr>
            <a:xfrm>
              <a:off x="6046469" y="3107487"/>
              <a:ext cx="99925" cy="99925"/>
            </a:xfrm>
            <a:prstGeom prst="ellipse">
              <a:avLst/>
            </a:prstGeom>
            <a:solidFill>
              <a:srgbClr val="FFFFFF"/>
            </a:solidFill>
            <a:ln w="8653" cap="flat">
              <a:noFill/>
              <a:prstDash val="solid"/>
              <a:miter/>
            </a:ln>
          </p:spPr>
          <p:txBody>
            <a:bodyPr/>
            <a:lstStyle/>
            <a:p>
              <a:endParaRPr lang="en-US"/>
            </a:p>
          </p:txBody>
        </p:sp>
        <p:sp>
          <p:nvSpPr>
            <p:cNvPr id="43" name="Oval 42">
              <a:extLst>
                <a:ext uri="{FF2B5EF4-FFF2-40B4-BE49-F238E27FC236}">
                  <a16:creationId xmlns:a16="http://schemas.microsoft.com/office/drawing/2014/main" id="{6B3B8B2A-BC4B-11B4-3242-36AB20A599EE}"/>
                </a:ext>
              </a:extLst>
            </p:cNvPr>
            <p:cNvSpPr/>
            <p:nvPr/>
          </p:nvSpPr>
          <p:spPr>
            <a:xfrm>
              <a:off x="5778644" y="3107487"/>
              <a:ext cx="99925" cy="99925"/>
            </a:xfrm>
            <a:prstGeom prst="ellipse">
              <a:avLst/>
            </a:prstGeom>
            <a:solidFill>
              <a:srgbClr val="FFFFFF"/>
            </a:solidFill>
            <a:ln w="8653" cap="flat">
              <a:noFill/>
              <a:prstDash val="solid"/>
              <a:miter/>
            </a:ln>
          </p:spPr>
          <p:txBody>
            <a:bodyPr/>
            <a:lstStyle/>
            <a:p>
              <a:endParaRPr lang="en-US"/>
            </a:p>
          </p:txBody>
        </p:sp>
        <p:sp>
          <p:nvSpPr>
            <p:cNvPr id="47" name="Oval 46">
              <a:extLst>
                <a:ext uri="{FF2B5EF4-FFF2-40B4-BE49-F238E27FC236}">
                  <a16:creationId xmlns:a16="http://schemas.microsoft.com/office/drawing/2014/main" id="{413CE763-9C15-EE35-83D7-1007995F2062}"/>
                </a:ext>
              </a:extLst>
            </p:cNvPr>
            <p:cNvSpPr/>
            <p:nvPr/>
          </p:nvSpPr>
          <p:spPr>
            <a:xfrm>
              <a:off x="5510732" y="3107487"/>
              <a:ext cx="99925" cy="99925"/>
            </a:xfrm>
            <a:prstGeom prst="ellipse">
              <a:avLst/>
            </a:prstGeom>
            <a:solidFill>
              <a:srgbClr val="FFFFFF"/>
            </a:solidFill>
            <a:ln w="8653" cap="flat">
              <a:noFill/>
              <a:prstDash val="solid"/>
              <a:miter/>
            </a:ln>
          </p:spPr>
          <p:txBody>
            <a:bodyPr/>
            <a:lstStyle/>
            <a:p>
              <a:endParaRPr lang="en-US"/>
            </a:p>
          </p:txBody>
        </p:sp>
        <p:sp>
          <p:nvSpPr>
            <p:cNvPr id="49" name="Oval 48">
              <a:extLst>
                <a:ext uri="{FF2B5EF4-FFF2-40B4-BE49-F238E27FC236}">
                  <a16:creationId xmlns:a16="http://schemas.microsoft.com/office/drawing/2014/main" id="{C26F0D15-960C-A02C-2379-9CBE73A6FE39}"/>
                </a:ext>
              </a:extLst>
            </p:cNvPr>
            <p:cNvSpPr/>
            <p:nvPr/>
          </p:nvSpPr>
          <p:spPr>
            <a:xfrm>
              <a:off x="6850206" y="3107487"/>
              <a:ext cx="99925" cy="99925"/>
            </a:xfrm>
            <a:prstGeom prst="ellipse">
              <a:avLst/>
            </a:prstGeom>
            <a:solidFill>
              <a:srgbClr val="FFFFFF"/>
            </a:solidFill>
            <a:ln w="8653" cap="flat">
              <a:noFill/>
              <a:prstDash val="solid"/>
              <a:miter/>
            </a:ln>
          </p:spPr>
          <p:txBody>
            <a:bodyPr/>
            <a:lstStyle/>
            <a:p>
              <a:endParaRPr lang="en-US"/>
            </a:p>
          </p:txBody>
        </p:sp>
        <p:sp>
          <p:nvSpPr>
            <p:cNvPr id="52" name="Oval 51">
              <a:extLst>
                <a:ext uri="{FF2B5EF4-FFF2-40B4-BE49-F238E27FC236}">
                  <a16:creationId xmlns:a16="http://schemas.microsoft.com/office/drawing/2014/main" id="{FFE74C6F-97AA-12BA-CBC3-C46A7A4F240A}"/>
                </a:ext>
              </a:extLst>
            </p:cNvPr>
            <p:cNvSpPr/>
            <p:nvPr/>
          </p:nvSpPr>
          <p:spPr>
            <a:xfrm>
              <a:off x="5242819" y="3643312"/>
              <a:ext cx="99925" cy="99925"/>
            </a:xfrm>
            <a:prstGeom prst="ellipse">
              <a:avLst/>
            </a:prstGeom>
            <a:solidFill>
              <a:srgbClr val="FFFFFF"/>
            </a:solidFill>
            <a:ln w="8653" cap="flat">
              <a:noFill/>
              <a:prstDash val="solid"/>
              <a:miter/>
            </a:ln>
          </p:spPr>
          <p:txBody>
            <a:bodyPr/>
            <a:lstStyle/>
            <a:p>
              <a:endParaRPr lang="en-US"/>
            </a:p>
          </p:txBody>
        </p:sp>
        <p:sp>
          <p:nvSpPr>
            <p:cNvPr id="54" name="Oval 53">
              <a:extLst>
                <a:ext uri="{FF2B5EF4-FFF2-40B4-BE49-F238E27FC236}">
                  <a16:creationId xmlns:a16="http://schemas.microsoft.com/office/drawing/2014/main" id="{6689271D-0316-8777-31BA-D79016761FB6}"/>
                </a:ext>
              </a:extLst>
            </p:cNvPr>
            <p:cNvSpPr/>
            <p:nvPr/>
          </p:nvSpPr>
          <p:spPr>
            <a:xfrm>
              <a:off x="5242819" y="3375400"/>
              <a:ext cx="99925" cy="99925"/>
            </a:xfrm>
            <a:prstGeom prst="ellipse">
              <a:avLst/>
            </a:prstGeom>
            <a:solidFill>
              <a:srgbClr val="FFFFFF"/>
            </a:solidFill>
            <a:ln w="8653" cap="flat">
              <a:noFill/>
              <a:prstDash val="solid"/>
              <a:miter/>
            </a:ln>
          </p:spPr>
          <p:txBody>
            <a:bodyPr/>
            <a:lstStyle/>
            <a:p>
              <a:endParaRPr lang="en-US"/>
            </a:p>
          </p:txBody>
        </p:sp>
        <p:sp>
          <p:nvSpPr>
            <p:cNvPr id="55" name="Oval 54">
              <a:extLst>
                <a:ext uri="{FF2B5EF4-FFF2-40B4-BE49-F238E27FC236}">
                  <a16:creationId xmlns:a16="http://schemas.microsoft.com/office/drawing/2014/main" id="{300E5187-0419-3F56-9D24-E0922500C7CD}"/>
                </a:ext>
              </a:extLst>
            </p:cNvPr>
            <p:cNvSpPr/>
            <p:nvPr/>
          </p:nvSpPr>
          <p:spPr>
            <a:xfrm>
              <a:off x="5510732" y="3643312"/>
              <a:ext cx="99925" cy="99925"/>
            </a:xfrm>
            <a:prstGeom prst="ellipse">
              <a:avLst/>
            </a:prstGeom>
            <a:solidFill>
              <a:srgbClr val="FFFFFF"/>
            </a:solidFill>
            <a:ln w="8653" cap="flat">
              <a:noFill/>
              <a:prstDash val="solid"/>
              <a:miter/>
            </a:ln>
          </p:spPr>
          <p:txBody>
            <a:bodyPr/>
            <a:lstStyle/>
            <a:p>
              <a:endParaRPr lang="en-US"/>
            </a:p>
          </p:txBody>
        </p:sp>
        <p:sp>
          <p:nvSpPr>
            <p:cNvPr id="56" name="Oval 55">
              <a:extLst>
                <a:ext uri="{FF2B5EF4-FFF2-40B4-BE49-F238E27FC236}">
                  <a16:creationId xmlns:a16="http://schemas.microsoft.com/office/drawing/2014/main" id="{9E5C9A66-559C-B935-7F76-E2D863B4D65D}"/>
                </a:ext>
              </a:extLst>
            </p:cNvPr>
            <p:cNvSpPr/>
            <p:nvPr/>
          </p:nvSpPr>
          <p:spPr>
            <a:xfrm>
              <a:off x="5510732" y="3375400"/>
              <a:ext cx="99925" cy="99925"/>
            </a:xfrm>
            <a:prstGeom prst="ellipse">
              <a:avLst/>
            </a:prstGeom>
            <a:solidFill>
              <a:srgbClr val="FFFFFF"/>
            </a:solidFill>
            <a:ln w="8653" cap="flat">
              <a:noFill/>
              <a:prstDash val="solid"/>
              <a:miter/>
            </a:ln>
          </p:spPr>
          <p:txBody>
            <a:bodyPr/>
            <a:lstStyle/>
            <a:p>
              <a:endParaRPr lang="en-US"/>
            </a:p>
          </p:txBody>
        </p:sp>
        <p:sp>
          <p:nvSpPr>
            <p:cNvPr id="57" name="Oval 56">
              <a:extLst>
                <a:ext uri="{FF2B5EF4-FFF2-40B4-BE49-F238E27FC236}">
                  <a16:creationId xmlns:a16="http://schemas.microsoft.com/office/drawing/2014/main" id="{925DD5E5-95B2-297F-16ED-7AACC7712176}"/>
                </a:ext>
              </a:extLst>
            </p:cNvPr>
            <p:cNvSpPr/>
            <p:nvPr/>
          </p:nvSpPr>
          <p:spPr>
            <a:xfrm>
              <a:off x="5778644" y="3643312"/>
              <a:ext cx="99925" cy="99925"/>
            </a:xfrm>
            <a:prstGeom prst="ellipse">
              <a:avLst/>
            </a:prstGeom>
            <a:solidFill>
              <a:srgbClr val="FFFFFF"/>
            </a:solidFill>
            <a:ln w="8653" cap="flat">
              <a:noFill/>
              <a:prstDash val="solid"/>
              <a:miter/>
            </a:ln>
          </p:spPr>
          <p:txBody>
            <a:bodyPr/>
            <a:lstStyle/>
            <a:p>
              <a:endParaRPr lang="en-US"/>
            </a:p>
          </p:txBody>
        </p:sp>
        <p:sp>
          <p:nvSpPr>
            <p:cNvPr id="58" name="Oval 57">
              <a:extLst>
                <a:ext uri="{FF2B5EF4-FFF2-40B4-BE49-F238E27FC236}">
                  <a16:creationId xmlns:a16="http://schemas.microsoft.com/office/drawing/2014/main" id="{C635759F-745B-3989-DED6-B24431EAC66D}"/>
                </a:ext>
              </a:extLst>
            </p:cNvPr>
            <p:cNvSpPr/>
            <p:nvPr/>
          </p:nvSpPr>
          <p:spPr>
            <a:xfrm>
              <a:off x="5778644" y="3375400"/>
              <a:ext cx="99925" cy="99925"/>
            </a:xfrm>
            <a:prstGeom prst="ellipse">
              <a:avLst/>
            </a:prstGeom>
            <a:solidFill>
              <a:srgbClr val="FFFFFF"/>
            </a:solidFill>
            <a:ln w="8653" cap="flat">
              <a:noFill/>
              <a:prstDash val="solid"/>
              <a:miter/>
            </a:ln>
          </p:spPr>
          <p:txBody>
            <a:bodyPr/>
            <a:lstStyle/>
            <a:p>
              <a:endParaRPr lang="en-US"/>
            </a:p>
          </p:txBody>
        </p:sp>
        <p:sp>
          <p:nvSpPr>
            <p:cNvPr id="59" name="Oval 58">
              <a:extLst>
                <a:ext uri="{FF2B5EF4-FFF2-40B4-BE49-F238E27FC236}">
                  <a16:creationId xmlns:a16="http://schemas.microsoft.com/office/drawing/2014/main" id="{AEAAB8BE-E888-DB24-DC18-BB9738E2AAE4}"/>
                </a:ext>
              </a:extLst>
            </p:cNvPr>
            <p:cNvSpPr/>
            <p:nvPr/>
          </p:nvSpPr>
          <p:spPr>
            <a:xfrm>
              <a:off x="6046469" y="3643312"/>
              <a:ext cx="99925" cy="99925"/>
            </a:xfrm>
            <a:prstGeom prst="ellipse">
              <a:avLst/>
            </a:prstGeom>
            <a:solidFill>
              <a:srgbClr val="FFFFFF"/>
            </a:solidFill>
            <a:ln w="8653" cap="flat">
              <a:noFill/>
              <a:prstDash val="solid"/>
              <a:miter/>
            </a:ln>
          </p:spPr>
          <p:txBody>
            <a:bodyPr/>
            <a:lstStyle/>
            <a:p>
              <a:endParaRPr lang="en-US"/>
            </a:p>
          </p:txBody>
        </p:sp>
        <p:sp>
          <p:nvSpPr>
            <p:cNvPr id="60" name="Oval 59">
              <a:extLst>
                <a:ext uri="{FF2B5EF4-FFF2-40B4-BE49-F238E27FC236}">
                  <a16:creationId xmlns:a16="http://schemas.microsoft.com/office/drawing/2014/main" id="{072719F6-C447-5C12-A6ED-94349D7AAA1C}"/>
                </a:ext>
              </a:extLst>
            </p:cNvPr>
            <p:cNvSpPr/>
            <p:nvPr/>
          </p:nvSpPr>
          <p:spPr>
            <a:xfrm>
              <a:off x="6046469" y="3375400"/>
              <a:ext cx="99925" cy="99925"/>
            </a:xfrm>
            <a:prstGeom prst="ellipse">
              <a:avLst/>
            </a:prstGeom>
            <a:solidFill>
              <a:srgbClr val="FFFFFF"/>
            </a:solidFill>
            <a:ln w="8653" cap="flat">
              <a:noFill/>
              <a:prstDash val="solid"/>
              <a:miter/>
            </a:ln>
          </p:spPr>
          <p:txBody>
            <a:bodyPr/>
            <a:lstStyle/>
            <a:p>
              <a:endParaRPr lang="en-US"/>
            </a:p>
          </p:txBody>
        </p:sp>
        <p:sp>
          <p:nvSpPr>
            <p:cNvPr id="61" name="Oval 60">
              <a:extLst>
                <a:ext uri="{FF2B5EF4-FFF2-40B4-BE49-F238E27FC236}">
                  <a16:creationId xmlns:a16="http://schemas.microsoft.com/office/drawing/2014/main" id="{B03E9FD8-F4F1-C8C2-ADE1-2F793F1C8C6D}"/>
                </a:ext>
              </a:extLst>
            </p:cNvPr>
            <p:cNvSpPr/>
            <p:nvPr/>
          </p:nvSpPr>
          <p:spPr>
            <a:xfrm>
              <a:off x="6314382" y="3643312"/>
              <a:ext cx="99925" cy="99925"/>
            </a:xfrm>
            <a:prstGeom prst="ellipse">
              <a:avLst/>
            </a:prstGeom>
            <a:solidFill>
              <a:srgbClr val="FFFFFF"/>
            </a:solidFill>
            <a:ln w="8653" cap="flat">
              <a:noFill/>
              <a:prstDash val="solid"/>
              <a:miter/>
            </a:ln>
          </p:spPr>
          <p:txBody>
            <a:bodyPr/>
            <a:lstStyle/>
            <a:p>
              <a:endParaRPr lang="en-US"/>
            </a:p>
          </p:txBody>
        </p:sp>
        <p:sp>
          <p:nvSpPr>
            <p:cNvPr id="62" name="Oval 61">
              <a:extLst>
                <a:ext uri="{FF2B5EF4-FFF2-40B4-BE49-F238E27FC236}">
                  <a16:creationId xmlns:a16="http://schemas.microsoft.com/office/drawing/2014/main" id="{8AECEBB6-F903-D024-08CD-48733294D9AC}"/>
                </a:ext>
              </a:extLst>
            </p:cNvPr>
            <p:cNvSpPr/>
            <p:nvPr/>
          </p:nvSpPr>
          <p:spPr>
            <a:xfrm>
              <a:off x="6314382" y="3375400"/>
              <a:ext cx="99925" cy="99925"/>
            </a:xfrm>
            <a:prstGeom prst="ellipse">
              <a:avLst/>
            </a:prstGeom>
            <a:solidFill>
              <a:srgbClr val="FFFFFF"/>
            </a:solidFill>
            <a:ln w="8653" cap="flat">
              <a:noFill/>
              <a:prstDash val="solid"/>
              <a:miter/>
            </a:ln>
          </p:spPr>
          <p:txBody>
            <a:bodyPr/>
            <a:lstStyle/>
            <a:p>
              <a:endParaRPr lang="en-US"/>
            </a:p>
          </p:txBody>
        </p:sp>
        <p:sp>
          <p:nvSpPr>
            <p:cNvPr id="63" name="Oval 62">
              <a:extLst>
                <a:ext uri="{FF2B5EF4-FFF2-40B4-BE49-F238E27FC236}">
                  <a16:creationId xmlns:a16="http://schemas.microsoft.com/office/drawing/2014/main" id="{73101250-C531-3FD2-F828-A4308E5DC0EC}"/>
                </a:ext>
              </a:extLst>
            </p:cNvPr>
            <p:cNvSpPr/>
            <p:nvPr/>
          </p:nvSpPr>
          <p:spPr>
            <a:xfrm>
              <a:off x="6582294" y="3643312"/>
              <a:ext cx="99925" cy="99925"/>
            </a:xfrm>
            <a:prstGeom prst="ellipse">
              <a:avLst/>
            </a:prstGeom>
            <a:solidFill>
              <a:srgbClr val="FFFFFF"/>
            </a:solidFill>
            <a:ln w="8653" cap="flat">
              <a:noFill/>
              <a:prstDash val="solid"/>
              <a:miter/>
            </a:ln>
          </p:spPr>
          <p:txBody>
            <a:bodyPr/>
            <a:lstStyle/>
            <a:p>
              <a:endParaRPr lang="en-US"/>
            </a:p>
          </p:txBody>
        </p:sp>
        <p:sp>
          <p:nvSpPr>
            <p:cNvPr id="64" name="Oval 63">
              <a:extLst>
                <a:ext uri="{FF2B5EF4-FFF2-40B4-BE49-F238E27FC236}">
                  <a16:creationId xmlns:a16="http://schemas.microsoft.com/office/drawing/2014/main" id="{B17B3AFF-B50D-6370-44CA-2AB8995F5E5A}"/>
                </a:ext>
              </a:extLst>
            </p:cNvPr>
            <p:cNvSpPr/>
            <p:nvPr/>
          </p:nvSpPr>
          <p:spPr>
            <a:xfrm>
              <a:off x="6582294" y="3375400"/>
              <a:ext cx="99925" cy="99925"/>
            </a:xfrm>
            <a:prstGeom prst="ellipse">
              <a:avLst/>
            </a:prstGeom>
            <a:solidFill>
              <a:srgbClr val="FFFFFF"/>
            </a:solidFill>
            <a:ln w="8653" cap="flat">
              <a:noFill/>
              <a:prstDash val="solid"/>
              <a:miter/>
            </a:ln>
          </p:spPr>
          <p:txBody>
            <a:bodyPr/>
            <a:lstStyle/>
            <a:p>
              <a:endParaRPr lang="en-US"/>
            </a:p>
          </p:txBody>
        </p:sp>
        <p:sp>
          <p:nvSpPr>
            <p:cNvPr id="65" name="Oval 64">
              <a:extLst>
                <a:ext uri="{FF2B5EF4-FFF2-40B4-BE49-F238E27FC236}">
                  <a16:creationId xmlns:a16="http://schemas.microsoft.com/office/drawing/2014/main" id="{E09FDC29-D727-CC61-8732-402C349E6775}"/>
                </a:ext>
              </a:extLst>
            </p:cNvPr>
            <p:cNvSpPr/>
            <p:nvPr/>
          </p:nvSpPr>
          <p:spPr>
            <a:xfrm>
              <a:off x="6850206" y="3643312"/>
              <a:ext cx="99925" cy="99925"/>
            </a:xfrm>
            <a:prstGeom prst="ellipse">
              <a:avLst/>
            </a:prstGeom>
            <a:solidFill>
              <a:srgbClr val="FFFFFF"/>
            </a:solidFill>
            <a:ln w="8653" cap="flat">
              <a:noFill/>
              <a:prstDash val="solid"/>
              <a:miter/>
            </a:ln>
          </p:spPr>
          <p:txBody>
            <a:bodyPr/>
            <a:lstStyle/>
            <a:p>
              <a:endParaRPr lang="en-US"/>
            </a:p>
          </p:txBody>
        </p:sp>
        <p:sp>
          <p:nvSpPr>
            <p:cNvPr id="66" name="Oval 65">
              <a:extLst>
                <a:ext uri="{FF2B5EF4-FFF2-40B4-BE49-F238E27FC236}">
                  <a16:creationId xmlns:a16="http://schemas.microsoft.com/office/drawing/2014/main" id="{0A8406C0-7B5F-746F-F2C3-5C0DCED2BB31}"/>
                </a:ext>
              </a:extLst>
            </p:cNvPr>
            <p:cNvSpPr/>
            <p:nvPr/>
          </p:nvSpPr>
          <p:spPr>
            <a:xfrm>
              <a:off x="6850206" y="3375400"/>
              <a:ext cx="99925" cy="99925"/>
            </a:xfrm>
            <a:prstGeom prst="ellipse">
              <a:avLst/>
            </a:prstGeom>
            <a:solidFill>
              <a:srgbClr val="FFFFFF"/>
            </a:solidFill>
            <a:ln w="8653" cap="flat">
              <a:noFill/>
              <a:prstDash val="solid"/>
              <a:miter/>
            </a:ln>
          </p:spPr>
          <p:txBody>
            <a:bodyPr/>
            <a:lstStyle/>
            <a:p>
              <a:endParaRPr lang="en-US"/>
            </a:p>
          </p:txBody>
        </p:sp>
      </p:grpSp>
      <p:pic>
        <p:nvPicPr>
          <p:cNvPr id="9" name="Graphic 8">
            <a:extLst>
              <a:ext uri="{FF2B5EF4-FFF2-40B4-BE49-F238E27FC236}">
                <a16:creationId xmlns:a16="http://schemas.microsoft.com/office/drawing/2014/main" id="{74A867A3-CD26-2D66-321A-5FAF9A183494}"/>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169199" y="331119"/>
            <a:ext cx="2679700" cy="406400"/>
          </a:xfrm>
          <a:prstGeom prst="rect">
            <a:avLst/>
          </a:prstGeom>
        </p:spPr>
      </p:pic>
    </p:spTree>
    <p:extLst>
      <p:ext uri="{BB962C8B-B14F-4D97-AF65-F5344CB8AC3E}">
        <p14:creationId xmlns:p14="http://schemas.microsoft.com/office/powerpoint/2010/main" val="2296294239"/>
      </p:ext>
    </p:extLst>
  </p:cSld>
  <p:clrMapOvr>
    <a:masterClrMapping/>
  </p:clrMapOvr>
  <p:extLst>
    <p:ext uri="{DCECCB84-F9BA-43D5-87BE-67443E8EF086}">
      <p15:sldGuideLst xmlns:p15="http://schemas.microsoft.com/office/powerpoint/2012/main">
        <p15:guide id="1" orient="horz" pos="210" userDrawn="1">
          <p15:clr>
            <a:srgbClr val="FBAE40"/>
          </p15:clr>
        </p15:guide>
        <p15:guide id="2" orient="horz" pos="414" userDrawn="1">
          <p15:clr>
            <a:srgbClr val="FBAE40"/>
          </p15:clr>
        </p15:guide>
        <p15:guide id="3" orient="horz" pos="618" userDrawn="1">
          <p15:clr>
            <a:srgbClr val="FBAE40"/>
          </p15:clr>
        </p15:guide>
        <p15:guide id="4" orient="horz" pos="4110" userDrawn="1">
          <p15:clr>
            <a:srgbClr val="FBAE40"/>
          </p15:clr>
        </p15:guide>
        <p15:guide id="5" orient="horz" pos="3906" userDrawn="1">
          <p15:clr>
            <a:srgbClr val="FBAE40"/>
          </p15:clr>
        </p15:guide>
        <p15:guide id="6" pos="211" userDrawn="1">
          <p15:clr>
            <a:srgbClr val="FBAE40"/>
          </p15:clr>
        </p15:guide>
        <p15:guide id="7" pos="415"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Breaker 1">
    <p:bg>
      <p:bgPr>
        <a:solidFill>
          <a:schemeClr val="tx1"/>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Slide Number Placeholder 6">
            <a:extLst>
              <a:ext uri="{FF2B5EF4-FFF2-40B4-BE49-F238E27FC236}">
                <a16:creationId xmlns:a16="http://schemas.microsoft.com/office/drawing/2014/main" id="{5EF6DAF4-D814-3A51-BB97-077A69144036}"/>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grpSp>
        <p:nvGrpSpPr>
          <p:cNvPr id="9" name="Graphic 4">
            <a:extLst>
              <a:ext uri="{FF2B5EF4-FFF2-40B4-BE49-F238E27FC236}">
                <a16:creationId xmlns:a16="http://schemas.microsoft.com/office/drawing/2014/main" id="{CE6E3257-CB72-6AE3-1388-931EF6343F88}"/>
              </a:ext>
            </a:extLst>
          </p:cNvPr>
          <p:cNvGrpSpPr>
            <a:grpSpLocks noChangeAspect="1"/>
          </p:cNvGrpSpPr>
          <p:nvPr userDrawn="1"/>
        </p:nvGrpSpPr>
        <p:grpSpPr>
          <a:xfrm>
            <a:off x="8733924" y="703607"/>
            <a:ext cx="2520228" cy="2520000"/>
            <a:chOff x="9434512" y="4160044"/>
            <a:chExt cx="1066800" cy="1066704"/>
          </a:xfrm>
        </p:grpSpPr>
        <p:grpSp>
          <p:nvGrpSpPr>
            <p:cNvPr id="10" name="Graphic 4">
              <a:extLst>
                <a:ext uri="{FF2B5EF4-FFF2-40B4-BE49-F238E27FC236}">
                  <a16:creationId xmlns:a16="http://schemas.microsoft.com/office/drawing/2014/main" id="{9E9AD214-CF3C-28E8-5A7A-16AC0CA28453}"/>
                </a:ext>
              </a:extLst>
            </p:cNvPr>
            <p:cNvGrpSpPr/>
            <p:nvPr/>
          </p:nvGrpSpPr>
          <p:grpSpPr>
            <a:xfrm>
              <a:off x="9434512" y="4160044"/>
              <a:ext cx="1066800" cy="1066704"/>
              <a:chOff x="9434512" y="4160044"/>
              <a:chExt cx="1066800" cy="1066704"/>
            </a:xfrm>
          </p:grpSpPr>
          <p:sp>
            <p:nvSpPr>
              <p:cNvPr id="15" name="Freeform 14">
                <a:extLst>
                  <a:ext uri="{FF2B5EF4-FFF2-40B4-BE49-F238E27FC236}">
                    <a16:creationId xmlns:a16="http://schemas.microsoft.com/office/drawing/2014/main" id="{69652BC3-BB03-29AC-A0BA-4C6D53802AD4}"/>
                  </a:ext>
                </a:extLst>
              </p:cNvPr>
              <p:cNvSpPr/>
              <p:nvPr/>
            </p:nvSpPr>
            <p:spPr>
              <a:xfrm>
                <a:off x="10351102" y="4336923"/>
                <a:ext cx="150209" cy="712755"/>
              </a:xfrm>
              <a:custGeom>
                <a:avLst/>
                <a:gdLst>
                  <a:gd name="connsiteX0" fmla="*/ 13621 w 150209"/>
                  <a:gd name="connsiteY0" fmla="*/ 95 h 712755"/>
                  <a:gd name="connsiteX1" fmla="*/ 0 w 150209"/>
                  <a:gd name="connsiteY1" fmla="*/ 13716 h 712755"/>
                  <a:gd name="connsiteX2" fmla="*/ 131254 w 150209"/>
                  <a:gd name="connsiteY2" fmla="*/ 356426 h 712755"/>
                  <a:gd name="connsiteX3" fmla="*/ 0 w 150209"/>
                  <a:gd name="connsiteY3" fmla="*/ 699135 h 712755"/>
                  <a:gd name="connsiteX4" fmla="*/ 13621 w 150209"/>
                  <a:gd name="connsiteY4" fmla="*/ 712756 h 712755"/>
                  <a:gd name="connsiteX5" fmla="*/ 150209 w 150209"/>
                  <a:gd name="connsiteY5" fmla="*/ 356426 h 712755"/>
                  <a:gd name="connsiteX6" fmla="*/ 13621 w 150209"/>
                  <a:gd name="connsiteY6" fmla="*/ 0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209" h="712755">
                    <a:moveTo>
                      <a:pt x="13621" y="95"/>
                    </a:moveTo>
                    <a:lnTo>
                      <a:pt x="0" y="13716"/>
                    </a:lnTo>
                    <a:cubicBezTo>
                      <a:pt x="81534" y="104775"/>
                      <a:pt x="131254" y="224885"/>
                      <a:pt x="131254" y="356426"/>
                    </a:cubicBezTo>
                    <a:cubicBezTo>
                      <a:pt x="131254" y="487966"/>
                      <a:pt x="81534" y="608076"/>
                      <a:pt x="0" y="699135"/>
                    </a:cubicBezTo>
                    <a:lnTo>
                      <a:pt x="13621" y="712756"/>
                    </a:lnTo>
                    <a:cubicBezTo>
                      <a:pt x="98488" y="618268"/>
                      <a:pt x="150209" y="493395"/>
                      <a:pt x="150209" y="356426"/>
                    </a:cubicBezTo>
                    <a:cubicBezTo>
                      <a:pt x="150209" y="219456"/>
                      <a:pt x="98488" y="94488"/>
                      <a:pt x="13621" y="0"/>
                    </a:cubicBezTo>
                    <a:close/>
                  </a:path>
                </a:pathLst>
              </a:custGeom>
              <a:solidFill>
                <a:srgbClr val="85BC20"/>
              </a:solidFill>
              <a:ln w="0" cap="flat">
                <a:noFill/>
                <a:prstDash val="solid"/>
                <a:miter/>
              </a:ln>
            </p:spPr>
            <p:txBody>
              <a:bodyPr rtlCol="0" anchor="ctr"/>
              <a:lstStyle/>
              <a:p>
                <a:endParaRPr lang="en-NL"/>
              </a:p>
            </p:txBody>
          </p:sp>
          <p:sp>
            <p:nvSpPr>
              <p:cNvPr id="16" name="Freeform 15">
                <a:extLst>
                  <a:ext uri="{FF2B5EF4-FFF2-40B4-BE49-F238E27FC236}">
                    <a16:creationId xmlns:a16="http://schemas.microsoft.com/office/drawing/2014/main" id="{F7D03B2B-7482-896F-96BA-C0575B7AD901}"/>
                  </a:ext>
                </a:extLst>
              </p:cNvPr>
              <p:cNvSpPr/>
              <p:nvPr/>
            </p:nvSpPr>
            <p:spPr>
              <a:xfrm>
                <a:off x="9611581" y="5076539"/>
                <a:ext cx="712755" cy="150209"/>
              </a:xfrm>
              <a:custGeom>
                <a:avLst/>
                <a:gdLst>
                  <a:gd name="connsiteX0" fmla="*/ 699040 w 712755"/>
                  <a:gd name="connsiteY0" fmla="*/ 0 h 150209"/>
                  <a:gd name="connsiteX1" fmla="*/ 356330 w 712755"/>
                  <a:gd name="connsiteY1" fmla="*/ 131254 h 150209"/>
                  <a:gd name="connsiteX2" fmla="*/ 13621 w 712755"/>
                  <a:gd name="connsiteY2" fmla="*/ 0 h 150209"/>
                  <a:gd name="connsiteX3" fmla="*/ 0 w 712755"/>
                  <a:gd name="connsiteY3" fmla="*/ 13621 h 150209"/>
                  <a:gd name="connsiteX4" fmla="*/ 356330 w 712755"/>
                  <a:gd name="connsiteY4" fmla="*/ 150209 h 150209"/>
                  <a:gd name="connsiteX5" fmla="*/ 712756 w 712755"/>
                  <a:gd name="connsiteY5" fmla="*/ 13621 h 150209"/>
                  <a:gd name="connsiteX6" fmla="*/ 699135 w 712755"/>
                  <a:gd name="connsiteY6" fmla="*/ 0 h 150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209">
                    <a:moveTo>
                      <a:pt x="699040" y="0"/>
                    </a:moveTo>
                    <a:cubicBezTo>
                      <a:pt x="607981" y="81534"/>
                      <a:pt x="487870" y="131254"/>
                      <a:pt x="356330" y="131254"/>
                    </a:cubicBezTo>
                    <a:cubicBezTo>
                      <a:pt x="224790" y="131254"/>
                      <a:pt x="104680" y="81534"/>
                      <a:pt x="13621" y="0"/>
                    </a:cubicBezTo>
                    <a:lnTo>
                      <a:pt x="0" y="13621"/>
                    </a:lnTo>
                    <a:cubicBezTo>
                      <a:pt x="94488" y="98488"/>
                      <a:pt x="219361" y="150209"/>
                      <a:pt x="356330" y="150209"/>
                    </a:cubicBezTo>
                    <a:cubicBezTo>
                      <a:pt x="493300" y="150209"/>
                      <a:pt x="618268" y="98488"/>
                      <a:pt x="712756" y="13621"/>
                    </a:cubicBezTo>
                    <a:lnTo>
                      <a:pt x="699135" y="0"/>
                    </a:lnTo>
                    <a:close/>
                  </a:path>
                </a:pathLst>
              </a:custGeom>
              <a:solidFill>
                <a:schemeClr val="bg1"/>
              </a:solidFill>
              <a:ln w="0" cap="flat">
                <a:noFill/>
                <a:prstDash val="solid"/>
                <a:miter/>
              </a:ln>
            </p:spPr>
            <p:txBody>
              <a:bodyPr rtlCol="0" anchor="ctr"/>
              <a:lstStyle/>
              <a:p>
                <a:endParaRPr lang="en-NL"/>
              </a:p>
            </p:txBody>
          </p:sp>
          <p:sp>
            <p:nvSpPr>
              <p:cNvPr id="17" name="Freeform 16">
                <a:extLst>
                  <a:ext uri="{FF2B5EF4-FFF2-40B4-BE49-F238E27FC236}">
                    <a16:creationId xmlns:a16="http://schemas.microsoft.com/office/drawing/2014/main" id="{6BC6CEFB-46C0-BC8B-DB94-9B987894F2AD}"/>
                  </a:ext>
                </a:extLst>
              </p:cNvPr>
              <p:cNvSpPr/>
              <p:nvPr/>
            </p:nvSpPr>
            <p:spPr>
              <a:xfrm>
                <a:off x="9611486" y="4160044"/>
                <a:ext cx="712755" cy="150304"/>
              </a:xfrm>
              <a:custGeom>
                <a:avLst/>
                <a:gdLst>
                  <a:gd name="connsiteX0" fmla="*/ 13716 w 712755"/>
                  <a:gd name="connsiteY0" fmla="*/ 150305 h 150304"/>
                  <a:gd name="connsiteX1" fmla="*/ 356426 w 712755"/>
                  <a:gd name="connsiteY1" fmla="*/ 19050 h 150304"/>
                  <a:gd name="connsiteX2" fmla="*/ 699135 w 712755"/>
                  <a:gd name="connsiteY2" fmla="*/ 150305 h 150304"/>
                  <a:gd name="connsiteX3" fmla="*/ 712756 w 712755"/>
                  <a:gd name="connsiteY3" fmla="*/ 136684 h 150304"/>
                  <a:gd name="connsiteX4" fmla="*/ 356426 w 712755"/>
                  <a:gd name="connsiteY4" fmla="*/ 0 h 150304"/>
                  <a:gd name="connsiteX5" fmla="*/ 0 w 712755"/>
                  <a:gd name="connsiteY5" fmla="*/ 136589 h 150304"/>
                  <a:gd name="connsiteX6" fmla="*/ 13716 w 712755"/>
                  <a:gd name="connsiteY6" fmla="*/ 150305 h 15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304">
                    <a:moveTo>
                      <a:pt x="13716" y="150305"/>
                    </a:moveTo>
                    <a:cubicBezTo>
                      <a:pt x="104775" y="68771"/>
                      <a:pt x="224885" y="19050"/>
                      <a:pt x="356426" y="19050"/>
                    </a:cubicBezTo>
                    <a:cubicBezTo>
                      <a:pt x="487966" y="19050"/>
                      <a:pt x="608076" y="68771"/>
                      <a:pt x="699135" y="150305"/>
                    </a:cubicBezTo>
                    <a:lnTo>
                      <a:pt x="712756" y="136684"/>
                    </a:lnTo>
                    <a:cubicBezTo>
                      <a:pt x="618363" y="51721"/>
                      <a:pt x="493395" y="0"/>
                      <a:pt x="356426" y="0"/>
                    </a:cubicBezTo>
                    <a:cubicBezTo>
                      <a:pt x="219456" y="0"/>
                      <a:pt x="94488" y="51721"/>
                      <a:pt x="0" y="136589"/>
                    </a:cubicBezTo>
                    <a:lnTo>
                      <a:pt x="13716" y="150305"/>
                    </a:lnTo>
                    <a:close/>
                  </a:path>
                </a:pathLst>
              </a:custGeom>
              <a:solidFill>
                <a:srgbClr val="E5202E"/>
              </a:solidFill>
              <a:ln w="0" cap="flat">
                <a:noFill/>
                <a:prstDash val="solid"/>
                <a:miter/>
              </a:ln>
            </p:spPr>
            <p:txBody>
              <a:bodyPr rtlCol="0" anchor="ctr"/>
              <a:lstStyle/>
              <a:p>
                <a:endParaRPr lang="en-NL"/>
              </a:p>
            </p:txBody>
          </p:sp>
          <p:sp>
            <p:nvSpPr>
              <p:cNvPr id="18" name="Freeform 17">
                <a:extLst>
                  <a:ext uri="{FF2B5EF4-FFF2-40B4-BE49-F238E27FC236}">
                    <a16:creationId xmlns:a16="http://schemas.microsoft.com/office/drawing/2014/main" id="{3EBADF5E-C1F8-FA87-E6DE-B6820621D66D}"/>
                  </a:ext>
                </a:extLst>
              </p:cNvPr>
              <p:cNvSpPr/>
              <p:nvPr/>
            </p:nvSpPr>
            <p:spPr>
              <a:xfrm>
                <a:off x="9434512" y="4337113"/>
                <a:ext cx="150304" cy="712755"/>
              </a:xfrm>
              <a:custGeom>
                <a:avLst/>
                <a:gdLst>
                  <a:gd name="connsiteX0" fmla="*/ 150305 w 150304"/>
                  <a:gd name="connsiteY0" fmla="*/ 699040 h 712755"/>
                  <a:gd name="connsiteX1" fmla="*/ 19050 w 150304"/>
                  <a:gd name="connsiteY1" fmla="*/ 356330 h 712755"/>
                  <a:gd name="connsiteX2" fmla="*/ 150305 w 150304"/>
                  <a:gd name="connsiteY2" fmla="*/ 13621 h 712755"/>
                  <a:gd name="connsiteX3" fmla="*/ 136684 w 150304"/>
                  <a:gd name="connsiteY3" fmla="*/ 0 h 712755"/>
                  <a:gd name="connsiteX4" fmla="*/ 0 w 150304"/>
                  <a:gd name="connsiteY4" fmla="*/ 356330 h 712755"/>
                  <a:gd name="connsiteX5" fmla="*/ 136589 w 150304"/>
                  <a:gd name="connsiteY5" fmla="*/ 712756 h 712755"/>
                  <a:gd name="connsiteX6" fmla="*/ 150305 w 150304"/>
                  <a:gd name="connsiteY6" fmla="*/ 699135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304" h="712755">
                    <a:moveTo>
                      <a:pt x="150305" y="699040"/>
                    </a:moveTo>
                    <a:cubicBezTo>
                      <a:pt x="68771" y="607981"/>
                      <a:pt x="19050" y="487870"/>
                      <a:pt x="19050" y="356330"/>
                    </a:cubicBezTo>
                    <a:cubicBezTo>
                      <a:pt x="19050" y="224790"/>
                      <a:pt x="68771" y="104680"/>
                      <a:pt x="150305" y="13621"/>
                    </a:cubicBezTo>
                    <a:lnTo>
                      <a:pt x="136684" y="0"/>
                    </a:lnTo>
                    <a:cubicBezTo>
                      <a:pt x="51721" y="94393"/>
                      <a:pt x="0" y="219361"/>
                      <a:pt x="0" y="356330"/>
                    </a:cubicBezTo>
                    <a:cubicBezTo>
                      <a:pt x="0" y="493300"/>
                      <a:pt x="51721" y="618268"/>
                      <a:pt x="136589" y="712756"/>
                    </a:cubicBezTo>
                    <a:lnTo>
                      <a:pt x="150305" y="699135"/>
                    </a:lnTo>
                    <a:close/>
                  </a:path>
                </a:pathLst>
              </a:custGeom>
              <a:solidFill>
                <a:srgbClr val="007AC3"/>
              </a:solidFill>
              <a:ln w="0" cap="flat">
                <a:noFill/>
                <a:prstDash val="solid"/>
                <a:miter/>
              </a:ln>
            </p:spPr>
            <p:txBody>
              <a:bodyPr rtlCol="0" anchor="ctr"/>
              <a:lstStyle/>
              <a:p>
                <a:endParaRPr lang="en-NL"/>
              </a:p>
            </p:txBody>
          </p:sp>
        </p:grpSp>
        <p:sp>
          <p:nvSpPr>
            <p:cNvPr id="11" name="Freeform 10">
              <a:extLst>
                <a:ext uri="{FF2B5EF4-FFF2-40B4-BE49-F238E27FC236}">
                  <a16:creationId xmlns:a16="http://schemas.microsoft.com/office/drawing/2014/main" id="{1A4C194F-AB50-06CE-4B53-4AFB0B5E023C}"/>
                </a:ext>
              </a:extLst>
            </p:cNvPr>
            <p:cNvSpPr/>
            <p:nvPr/>
          </p:nvSpPr>
          <p:spPr>
            <a:xfrm>
              <a:off x="9819226" y="4658487"/>
              <a:ext cx="220598" cy="318230"/>
            </a:xfrm>
            <a:custGeom>
              <a:avLst/>
              <a:gdLst>
                <a:gd name="connsiteX0" fmla="*/ 220599 w 220598"/>
                <a:gd name="connsiteY0" fmla="*/ 318230 h 318230"/>
                <a:gd name="connsiteX1" fmla="*/ 201549 w 220598"/>
                <a:gd name="connsiteY1" fmla="*/ 318230 h 318230"/>
                <a:gd name="connsiteX2" fmla="*/ 201549 w 220598"/>
                <a:gd name="connsiteY2" fmla="*/ 21717 h 318230"/>
                <a:gd name="connsiteX3" fmla="*/ 2477 w 220598"/>
                <a:gd name="connsiteY3" fmla="*/ 48101 h 318230"/>
                <a:gd name="connsiteX4" fmla="*/ 0 w 220598"/>
                <a:gd name="connsiteY4" fmla="*/ 29242 h 318230"/>
                <a:gd name="connsiteX5" fmla="*/ 220599 w 220598"/>
                <a:gd name="connsiteY5" fmla="*/ 0 h 318230"/>
                <a:gd name="connsiteX6" fmla="*/ 220599 w 220598"/>
                <a:gd name="connsiteY6" fmla="*/ 318230 h 318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0598" h="318230">
                  <a:moveTo>
                    <a:pt x="220599" y="318230"/>
                  </a:moveTo>
                  <a:lnTo>
                    <a:pt x="201549" y="318230"/>
                  </a:lnTo>
                  <a:lnTo>
                    <a:pt x="201549" y="21717"/>
                  </a:lnTo>
                  <a:lnTo>
                    <a:pt x="2477" y="48101"/>
                  </a:lnTo>
                  <a:lnTo>
                    <a:pt x="0" y="29242"/>
                  </a:lnTo>
                  <a:lnTo>
                    <a:pt x="220599" y="0"/>
                  </a:lnTo>
                  <a:lnTo>
                    <a:pt x="220599" y="318230"/>
                  </a:lnTo>
                  <a:close/>
                </a:path>
              </a:pathLst>
            </a:custGeom>
            <a:solidFill>
              <a:srgbClr val="85BC20"/>
            </a:solidFill>
            <a:ln w="0" cap="flat">
              <a:noFill/>
              <a:prstDash val="solid"/>
              <a:miter/>
            </a:ln>
          </p:spPr>
          <p:txBody>
            <a:bodyPr rtlCol="0" anchor="ctr"/>
            <a:lstStyle/>
            <a:p>
              <a:endParaRPr lang="en-NL"/>
            </a:p>
          </p:txBody>
        </p:sp>
        <p:sp>
          <p:nvSpPr>
            <p:cNvPr id="12" name="Freeform 11">
              <a:extLst>
                <a:ext uri="{FF2B5EF4-FFF2-40B4-BE49-F238E27FC236}">
                  <a16:creationId xmlns:a16="http://schemas.microsoft.com/office/drawing/2014/main" id="{FBE0E5FF-D1C0-D0E5-316C-5BF96686292C}"/>
                </a:ext>
              </a:extLst>
            </p:cNvPr>
            <p:cNvSpPr/>
            <p:nvPr/>
          </p:nvSpPr>
          <p:spPr>
            <a:xfrm>
              <a:off x="9913905" y="4712589"/>
              <a:ext cx="18287" cy="264128"/>
            </a:xfrm>
            <a:custGeom>
              <a:avLst/>
              <a:gdLst>
                <a:gd name="connsiteX0" fmla="*/ 18288 w 18287"/>
                <a:gd name="connsiteY0" fmla="*/ 264128 h 264128"/>
                <a:gd name="connsiteX1" fmla="*/ 0 w 18287"/>
                <a:gd name="connsiteY1" fmla="*/ 264128 h 264128"/>
                <a:gd name="connsiteX2" fmla="*/ 0 w 18287"/>
                <a:gd name="connsiteY2" fmla="*/ 2477 h 264128"/>
                <a:gd name="connsiteX3" fmla="*/ 18288 w 18287"/>
                <a:gd name="connsiteY3" fmla="*/ 0 h 264128"/>
                <a:gd name="connsiteX4" fmla="*/ 18288 w 18287"/>
                <a:gd name="connsiteY4" fmla="*/ 264128 h 264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87" h="264128">
                  <a:moveTo>
                    <a:pt x="18288" y="264128"/>
                  </a:moveTo>
                  <a:lnTo>
                    <a:pt x="0" y="264128"/>
                  </a:lnTo>
                  <a:lnTo>
                    <a:pt x="0" y="2477"/>
                  </a:lnTo>
                  <a:lnTo>
                    <a:pt x="18288" y="0"/>
                  </a:lnTo>
                  <a:lnTo>
                    <a:pt x="18288" y="264128"/>
                  </a:lnTo>
                  <a:close/>
                </a:path>
              </a:pathLst>
            </a:custGeom>
            <a:solidFill>
              <a:srgbClr val="E5202E"/>
            </a:solidFill>
            <a:ln w="0" cap="flat">
              <a:noFill/>
              <a:prstDash val="solid"/>
              <a:miter/>
            </a:ln>
          </p:spPr>
          <p:txBody>
            <a:bodyPr rtlCol="0" anchor="ctr"/>
            <a:lstStyle/>
            <a:p>
              <a:endParaRPr lang="en-NL"/>
            </a:p>
          </p:txBody>
        </p:sp>
        <p:sp>
          <p:nvSpPr>
            <p:cNvPr id="13" name="Freeform 12">
              <a:extLst>
                <a:ext uri="{FF2B5EF4-FFF2-40B4-BE49-F238E27FC236}">
                  <a16:creationId xmlns:a16="http://schemas.microsoft.com/office/drawing/2014/main" id="{0E0460FD-5B5E-9834-F4D7-2492BF2016AB}"/>
                </a:ext>
              </a:extLst>
            </p:cNvPr>
            <p:cNvSpPr/>
            <p:nvPr/>
          </p:nvSpPr>
          <p:spPr>
            <a:xfrm>
              <a:off x="9848563" y="4369879"/>
              <a:ext cx="238696" cy="238696"/>
            </a:xfrm>
            <a:custGeom>
              <a:avLst/>
              <a:gdLst>
                <a:gd name="connsiteX0" fmla="*/ 119348 w 238696"/>
                <a:gd name="connsiteY0" fmla="*/ 238697 h 238696"/>
                <a:gd name="connsiteX1" fmla="*/ 0 w 238696"/>
                <a:gd name="connsiteY1" fmla="*/ 119348 h 238696"/>
                <a:gd name="connsiteX2" fmla="*/ 119348 w 238696"/>
                <a:gd name="connsiteY2" fmla="*/ 0 h 238696"/>
                <a:gd name="connsiteX3" fmla="*/ 238696 w 238696"/>
                <a:gd name="connsiteY3" fmla="*/ 119348 h 238696"/>
                <a:gd name="connsiteX4" fmla="*/ 119348 w 238696"/>
                <a:gd name="connsiteY4" fmla="*/ 238697 h 238696"/>
                <a:gd name="connsiteX5" fmla="*/ 119348 w 238696"/>
                <a:gd name="connsiteY5" fmla="*/ 18955 h 238696"/>
                <a:gd name="connsiteX6" fmla="*/ 19050 w 238696"/>
                <a:gd name="connsiteY6" fmla="*/ 119253 h 238696"/>
                <a:gd name="connsiteX7" fmla="*/ 119348 w 238696"/>
                <a:gd name="connsiteY7" fmla="*/ 219551 h 238696"/>
                <a:gd name="connsiteX8" fmla="*/ 219646 w 238696"/>
                <a:gd name="connsiteY8" fmla="*/ 119253 h 238696"/>
                <a:gd name="connsiteX9" fmla="*/ 119348 w 238696"/>
                <a:gd name="connsiteY9" fmla="*/ 18955 h 23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8696" h="238696">
                  <a:moveTo>
                    <a:pt x="119348" y="238697"/>
                  </a:moveTo>
                  <a:cubicBezTo>
                    <a:pt x="53530" y="238697"/>
                    <a:pt x="0" y="185166"/>
                    <a:pt x="0" y="119348"/>
                  </a:cubicBezTo>
                  <a:cubicBezTo>
                    <a:pt x="0" y="53530"/>
                    <a:pt x="53530" y="0"/>
                    <a:pt x="119348" y="0"/>
                  </a:cubicBezTo>
                  <a:cubicBezTo>
                    <a:pt x="185166" y="0"/>
                    <a:pt x="238696" y="53530"/>
                    <a:pt x="238696" y="119348"/>
                  </a:cubicBezTo>
                  <a:cubicBezTo>
                    <a:pt x="238696" y="185166"/>
                    <a:pt x="185166" y="238697"/>
                    <a:pt x="119348" y="238697"/>
                  </a:cubicBezTo>
                  <a:close/>
                  <a:moveTo>
                    <a:pt x="119348" y="18955"/>
                  </a:moveTo>
                  <a:cubicBezTo>
                    <a:pt x="64008" y="18955"/>
                    <a:pt x="19050" y="63913"/>
                    <a:pt x="19050" y="119253"/>
                  </a:cubicBezTo>
                  <a:cubicBezTo>
                    <a:pt x="19050" y="174593"/>
                    <a:pt x="64008" y="219551"/>
                    <a:pt x="119348" y="219551"/>
                  </a:cubicBezTo>
                  <a:cubicBezTo>
                    <a:pt x="174689" y="219551"/>
                    <a:pt x="219646" y="174593"/>
                    <a:pt x="219646" y="119253"/>
                  </a:cubicBezTo>
                  <a:cubicBezTo>
                    <a:pt x="219646" y="63913"/>
                    <a:pt x="174689" y="18955"/>
                    <a:pt x="119348" y="18955"/>
                  </a:cubicBezTo>
                  <a:close/>
                </a:path>
              </a:pathLst>
            </a:custGeom>
            <a:solidFill>
              <a:schemeClr val="bg1"/>
            </a:solidFill>
            <a:ln w="0" cap="flat">
              <a:noFill/>
              <a:prstDash val="solid"/>
              <a:miter/>
            </a:ln>
          </p:spPr>
          <p:txBody>
            <a:bodyPr rtlCol="0" anchor="ctr"/>
            <a:lstStyle/>
            <a:p>
              <a:endParaRPr lang="en-NL"/>
            </a:p>
          </p:txBody>
        </p:sp>
        <p:sp>
          <p:nvSpPr>
            <p:cNvPr id="14" name="Freeform 13">
              <a:extLst>
                <a:ext uri="{FF2B5EF4-FFF2-40B4-BE49-F238E27FC236}">
                  <a16:creationId xmlns:a16="http://schemas.microsoft.com/office/drawing/2014/main" id="{D4FF663A-6C7E-1603-C211-DA06469A2C27}"/>
                </a:ext>
              </a:extLst>
            </p:cNvPr>
            <p:cNvSpPr/>
            <p:nvPr/>
          </p:nvSpPr>
          <p:spPr>
            <a:xfrm>
              <a:off x="9820465" y="4998148"/>
              <a:ext cx="295275" cy="21621"/>
            </a:xfrm>
            <a:custGeom>
              <a:avLst/>
              <a:gdLst>
                <a:gd name="connsiteX0" fmla="*/ 0 w 295275"/>
                <a:gd name="connsiteY0" fmla="*/ 0 h 21621"/>
                <a:gd name="connsiteX1" fmla="*/ 295275 w 295275"/>
                <a:gd name="connsiteY1" fmla="*/ 0 h 21621"/>
                <a:gd name="connsiteX2" fmla="*/ 295275 w 295275"/>
                <a:gd name="connsiteY2" fmla="*/ 21622 h 21621"/>
                <a:gd name="connsiteX3" fmla="*/ 0 w 295275"/>
                <a:gd name="connsiteY3" fmla="*/ 21622 h 21621"/>
              </a:gdLst>
              <a:ahLst/>
              <a:cxnLst>
                <a:cxn ang="0">
                  <a:pos x="connsiteX0" y="connsiteY0"/>
                </a:cxn>
                <a:cxn ang="0">
                  <a:pos x="connsiteX1" y="connsiteY1"/>
                </a:cxn>
                <a:cxn ang="0">
                  <a:pos x="connsiteX2" y="connsiteY2"/>
                </a:cxn>
                <a:cxn ang="0">
                  <a:pos x="connsiteX3" y="connsiteY3"/>
                </a:cxn>
              </a:cxnLst>
              <a:rect l="l" t="t" r="r" b="b"/>
              <a:pathLst>
                <a:path w="295275" h="21621">
                  <a:moveTo>
                    <a:pt x="0" y="0"/>
                  </a:moveTo>
                  <a:lnTo>
                    <a:pt x="295275" y="0"/>
                  </a:lnTo>
                  <a:lnTo>
                    <a:pt x="295275" y="21622"/>
                  </a:lnTo>
                  <a:lnTo>
                    <a:pt x="0" y="21622"/>
                  </a:lnTo>
                  <a:close/>
                </a:path>
              </a:pathLst>
            </a:custGeom>
            <a:solidFill>
              <a:srgbClr val="007AC3"/>
            </a:solidFill>
            <a:ln w="0" cap="flat">
              <a:noFill/>
              <a:prstDash val="solid"/>
              <a:miter/>
            </a:ln>
          </p:spPr>
          <p:txBody>
            <a:bodyPr rtlCol="0" anchor="ctr"/>
            <a:lstStyle/>
            <a:p>
              <a:endParaRPr lang="en-NL"/>
            </a:p>
          </p:txBody>
        </p:sp>
      </p:grpSp>
      <p:sp>
        <p:nvSpPr>
          <p:cNvPr id="19" name="Title 1">
            <a:extLst>
              <a:ext uri="{FF2B5EF4-FFF2-40B4-BE49-F238E27FC236}">
                <a16:creationId xmlns:a16="http://schemas.microsoft.com/office/drawing/2014/main" id="{BF125D25-54F9-BAB5-AAD1-36D65CF34DC4}"/>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20" name="Content Placeholder 4">
            <a:extLst>
              <a:ext uri="{FF2B5EF4-FFF2-40B4-BE49-F238E27FC236}">
                <a16:creationId xmlns:a16="http://schemas.microsoft.com/office/drawing/2014/main" id="{7A632C23-4729-F59B-2E02-63AE18408413}"/>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jdelijke aanduiding voor voettekst 2">
            <a:extLst>
              <a:ext uri="{FF2B5EF4-FFF2-40B4-BE49-F238E27FC236}">
                <a16:creationId xmlns:a16="http://schemas.microsoft.com/office/drawing/2014/main" id="{3B6E73A7-457C-0B12-7AAF-5430AD60C173}"/>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407136480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userDrawn="1">
          <p15:clr>
            <a:srgbClr val="FBAE40"/>
          </p15:clr>
        </p15:guide>
        <p15:guide id="8" orient="horz" pos="4110" userDrawn="1">
          <p15:clr>
            <a:srgbClr val="FBAE40"/>
          </p15:clr>
        </p15:guide>
        <p15:guide id="9" orient="horz" pos="3906" userDrawn="1">
          <p15:clr>
            <a:srgbClr val="FBAE40"/>
          </p15:clr>
        </p15:guide>
        <p15:guide id="10" orient="horz" pos="913"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Breaker 2">
    <p:bg>
      <p:bgPr>
        <a:solidFill>
          <a:schemeClr val="bg2"/>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2" name="Graphic 4">
            <a:extLst>
              <a:ext uri="{FF2B5EF4-FFF2-40B4-BE49-F238E27FC236}">
                <a16:creationId xmlns:a16="http://schemas.microsoft.com/office/drawing/2014/main" id="{7CB80173-6B89-2D95-3E86-2C60090637B0}"/>
              </a:ext>
            </a:extLst>
          </p:cNvPr>
          <p:cNvGrpSpPr>
            <a:grpSpLocks noChangeAspect="1"/>
          </p:cNvGrpSpPr>
          <p:nvPr userDrawn="1"/>
        </p:nvGrpSpPr>
        <p:grpSpPr>
          <a:xfrm>
            <a:off x="8733924" y="703607"/>
            <a:ext cx="2520228" cy="2520000"/>
            <a:chOff x="9434512" y="4160044"/>
            <a:chExt cx="1066800" cy="1066704"/>
          </a:xfrm>
        </p:grpSpPr>
        <p:grpSp>
          <p:nvGrpSpPr>
            <p:cNvPr id="3" name="Graphic 4">
              <a:extLst>
                <a:ext uri="{FF2B5EF4-FFF2-40B4-BE49-F238E27FC236}">
                  <a16:creationId xmlns:a16="http://schemas.microsoft.com/office/drawing/2014/main" id="{26DE93DF-5D7E-4CF9-7244-80B34421536F}"/>
                </a:ext>
              </a:extLst>
            </p:cNvPr>
            <p:cNvGrpSpPr/>
            <p:nvPr/>
          </p:nvGrpSpPr>
          <p:grpSpPr>
            <a:xfrm>
              <a:off x="9434512" y="4160044"/>
              <a:ext cx="1066800" cy="1066704"/>
              <a:chOff x="9434512" y="4160044"/>
              <a:chExt cx="1066800" cy="1066704"/>
            </a:xfrm>
          </p:grpSpPr>
          <p:sp>
            <p:nvSpPr>
              <p:cNvPr id="21" name="Freeform 20">
                <a:extLst>
                  <a:ext uri="{FF2B5EF4-FFF2-40B4-BE49-F238E27FC236}">
                    <a16:creationId xmlns:a16="http://schemas.microsoft.com/office/drawing/2014/main" id="{06403379-2038-B8D4-C1F3-D83122C72B27}"/>
                  </a:ext>
                </a:extLst>
              </p:cNvPr>
              <p:cNvSpPr/>
              <p:nvPr/>
            </p:nvSpPr>
            <p:spPr>
              <a:xfrm>
                <a:off x="10351102" y="4336923"/>
                <a:ext cx="150209" cy="712755"/>
              </a:xfrm>
              <a:custGeom>
                <a:avLst/>
                <a:gdLst>
                  <a:gd name="connsiteX0" fmla="*/ 13621 w 150209"/>
                  <a:gd name="connsiteY0" fmla="*/ 95 h 712755"/>
                  <a:gd name="connsiteX1" fmla="*/ 0 w 150209"/>
                  <a:gd name="connsiteY1" fmla="*/ 13716 h 712755"/>
                  <a:gd name="connsiteX2" fmla="*/ 131254 w 150209"/>
                  <a:gd name="connsiteY2" fmla="*/ 356426 h 712755"/>
                  <a:gd name="connsiteX3" fmla="*/ 0 w 150209"/>
                  <a:gd name="connsiteY3" fmla="*/ 699135 h 712755"/>
                  <a:gd name="connsiteX4" fmla="*/ 13621 w 150209"/>
                  <a:gd name="connsiteY4" fmla="*/ 712756 h 712755"/>
                  <a:gd name="connsiteX5" fmla="*/ 150209 w 150209"/>
                  <a:gd name="connsiteY5" fmla="*/ 356426 h 712755"/>
                  <a:gd name="connsiteX6" fmla="*/ 13621 w 150209"/>
                  <a:gd name="connsiteY6" fmla="*/ 0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209" h="712755">
                    <a:moveTo>
                      <a:pt x="13621" y="95"/>
                    </a:moveTo>
                    <a:lnTo>
                      <a:pt x="0" y="13716"/>
                    </a:lnTo>
                    <a:cubicBezTo>
                      <a:pt x="81534" y="104775"/>
                      <a:pt x="131254" y="224885"/>
                      <a:pt x="131254" y="356426"/>
                    </a:cubicBezTo>
                    <a:cubicBezTo>
                      <a:pt x="131254" y="487966"/>
                      <a:pt x="81534" y="608076"/>
                      <a:pt x="0" y="699135"/>
                    </a:cubicBezTo>
                    <a:lnTo>
                      <a:pt x="13621" y="712756"/>
                    </a:lnTo>
                    <a:cubicBezTo>
                      <a:pt x="98488" y="618268"/>
                      <a:pt x="150209" y="493395"/>
                      <a:pt x="150209" y="356426"/>
                    </a:cubicBezTo>
                    <a:cubicBezTo>
                      <a:pt x="150209" y="219456"/>
                      <a:pt x="98488" y="94488"/>
                      <a:pt x="13621" y="0"/>
                    </a:cubicBezTo>
                    <a:close/>
                  </a:path>
                </a:pathLst>
              </a:custGeom>
              <a:solidFill>
                <a:srgbClr val="85BC20"/>
              </a:solidFill>
              <a:ln w="0" cap="flat">
                <a:noFill/>
                <a:prstDash val="solid"/>
                <a:miter/>
              </a:ln>
            </p:spPr>
            <p:txBody>
              <a:bodyPr rtlCol="0" anchor="ctr"/>
              <a:lstStyle/>
              <a:p>
                <a:endParaRPr lang="en-NL"/>
              </a:p>
            </p:txBody>
          </p:sp>
          <p:sp>
            <p:nvSpPr>
              <p:cNvPr id="22" name="Freeform 21">
                <a:extLst>
                  <a:ext uri="{FF2B5EF4-FFF2-40B4-BE49-F238E27FC236}">
                    <a16:creationId xmlns:a16="http://schemas.microsoft.com/office/drawing/2014/main" id="{709C0394-BADD-1534-4474-4214505A7DF7}"/>
                  </a:ext>
                </a:extLst>
              </p:cNvPr>
              <p:cNvSpPr/>
              <p:nvPr/>
            </p:nvSpPr>
            <p:spPr>
              <a:xfrm>
                <a:off x="9611581" y="5076539"/>
                <a:ext cx="712755" cy="150209"/>
              </a:xfrm>
              <a:custGeom>
                <a:avLst/>
                <a:gdLst>
                  <a:gd name="connsiteX0" fmla="*/ 699040 w 712755"/>
                  <a:gd name="connsiteY0" fmla="*/ 0 h 150209"/>
                  <a:gd name="connsiteX1" fmla="*/ 356330 w 712755"/>
                  <a:gd name="connsiteY1" fmla="*/ 131254 h 150209"/>
                  <a:gd name="connsiteX2" fmla="*/ 13621 w 712755"/>
                  <a:gd name="connsiteY2" fmla="*/ 0 h 150209"/>
                  <a:gd name="connsiteX3" fmla="*/ 0 w 712755"/>
                  <a:gd name="connsiteY3" fmla="*/ 13621 h 150209"/>
                  <a:gd name="connsiteX4" fmla="*/ 356330 w 712755"/>
                  <a:gd name="connsiteY4" fmla="*/ 150209 h 150209"/>
                  <a:gd name="connsiteX5" fmla="*/ 712756 w 712755"/>
                  <a:gd name="connsiteY5" fmla="*/ 13621 h 150209"/>
                  <a:gd name="connsiteX6" fmla="*/ 699135 w 712755"/>
                  <a:gd name="connsiteY6" fmla="*/ 0 h 150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209">
                    <a:moveTo>
                      <a:pt x="699040" y="0"/>
                    </a:moveTo>
                    <a:cubicBezTo>
                      <a:pt x="607981" y="81534"/>
                      <a:pt x="487870" y="131254"/>
                      <a:pt x="356330" y="131254"/>
                    </a:cubicBezTo>
                    <a:cubicBezTo>
                      <a:pt x="224790" y="131254"/>
                      <a:pt x="104680" y="81534"/>
                      <a:pt x="13621" y="0"/>
                    </a:cubicBezTo>
                    <a:lnTo>
                      <a:pt x="0" y="13621"/>
                    </a:lnTo>
                    <a:cubicBezTo>
                      <a:pt x="94488" y="98488"/>
                      <a:pt x="219361" y="150209"/>
                      <a:pt x="356330" y="150209"/>
                    </a:cubicBezTo>
                    <a:cubicBezTo>
                      <a:pt x="493300" y="150209"/>
                      <a:pt x="618268" y="98488"/>
                      <a:pt x="712756" y="13621"/>
                    </a:cubicBezTo>
                    <a:lnTo>
                      <a:pt x="699135" y="0"/>
                    </a:lnTo>
                    <a:close/>
                  </a:path>
                </a:pathLst>
              </a:custGeom>
              <a:solidFill>
                <a:schemeClr val="tx1"/>
              </a:solidFill>
              <a:ln w="0" cap="flat">
                <a:noFill/>
                <a:prstDash val="solid"/>
                <a:miter/>
              </a:ln>
            </p:spPr>
            <p:txBody>
              <a:bodyPr rtlCol="0" anchor="ctr"/>
              <a:lstStyle/>
              <a:p>
                <a:endParaRPr lang="en-NL"/>
              </a:p>
            </p:txBody>
          </p:sp>
          <p:sp>
            <p:nvSpPr>
              <p:cNvPr id="23" name="Freeform 22">
                <a:extLst>
                  <a:ext uri="{FF2B5EF4-FFF2-40B4-BE49-F238E27FC236}">
                    <a16:creationId xmlns:a16="http://schemas.microsoft.com/office/drawing/2014/main" id="{3EC53F09-AA88-6232-B71A-90FF1C71B6FA}"/>
                  </a:ext>
                </a:extLst>
              </p:cNvPr>
              <p:cNvSpPr/>
              <p:nvPr/>
            </p:nvSpPr>
            <p:spPr>
              <a:xfrm>
                <a:off x="9611486" y="4160044"/>
                <a:ext cx="712755" cy="150304"/>
              </a:xfrm>
              <a:custGeom>
                <a:avLst/>
                <a:gdLst>
                  <a:gd name="connsiteX0" fmla="*/ 13716 w 712755"/>
                  <a:gd name="connsiteY0" fmla="*/ 150305 h 150304"/>
                  <a:gd name="connsiteX1" fmla="*/ 356426 w 712755"/>
                  <a:gd name="connsiteY1" fmla="*/ 19050 h 150304"/>
                  <a:gd name="connsiteX2" fmla="*/ 699135 w 712755"/>
                  <a:gd name="connsiteY2" fmla="*/ 150305 h 150304"/>
                  <a:gd name="connsiteX3" fmla="*/ 712756 w 712755"/>
                  <a:gd name="connsiteY3" fmla="*/ 136684 h 150304"/>
                  <a:gd name="connsiteX4" fmla="*/ 356426 w 712755"/>
                  <a:gd name="connsiteY4" fmla="*/ 0 h 150304"/>
                  <a:gd name="connsiteX5" fmla="*/ 0 w 712755"/>
                  <a:gd name="connsiteY5" fmla="*/ 136589 h 150304"/>
                  <a:gd name="connsiteX6" fmla="*/ 13716 w 712755"/>
                  <a:gd name="connsiteY6" fmla="*/ 150305 h 15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304">
                    <a:moveTo>
                      <a:pt x="13716" y="150305"/>
                    </a:moveTo>
                    <a:cubicBezTo>
                      <a:pt x="104775" y="68771"/>
                      <a:pt x="224885" y="19050"/>
                      <a:pt x="356426" y="19050"/>
                    </a:cubicBezTo>
                    <a:cubicBezTo>
                      <a:pt x="487966" y="19050"/>
                      <a:pt x="608076" y="68771"/>
                      <a:pt x="699135" y="150305"/>
                    </a:cubicBezTo>
                    <a:lnTo>
                      <a:pt x="712756" y="136684"/>
                    </a:lnTo>
                    <a:cubicBezTo>
                      <a:pt x="618363" y="51721"/>
                      <a:pt x="493395" y="0"/>
                      <a:pt x="356426" y="0"/>
                    </a:cubicBezTo>
                    <a:cubicBezTo>
                      <a:pt x="219456" y="0"/>
                      <a:pt x="94488" y="51721"/>
                      <a:pt x="0" y="136589"/>
                    </a:cubicBezTo>
                    <a:lnTo>
                      <a:pt x="13716" y="150305"/>
                    </a:lnTo>
                    <a:close/>
                  </a:path>
                </a:pathLst>
              </a:custGeom>
              <a:solidFill>
                <a:srgbClr val="E5202E"/>
              </a:solidFill>
              <a:ln w="0" cap="flat">
                <a:noFill/>
                <a:prstDash val="solid"/>
                <a:miter/>
              </a:ln>
            </p:spPr>
            <p:txBody>
              <a:bodyPr rtlCol="0" anchor="ctr"/>
              <a:lstStyle/>
              <a:p>
                <a:endParaRPr lang="en-NL"/>
              </a:p>
            </p:txBody>
          </p:sp>
          <p:sp>
            <p:nvSpPr>
              <p:cNvPr id="24" name="Freeform 23">
                <a:extLst>
                  <a:ext uri="{FF2B5EF4-FFF2-40B4-BE49-F238E27FC236}">
                    <a16:creationId xmlns:a16="http://schemas.microsoft.com/office/drawing/2014/main" id="{0826462F-0673-47B7-46E3-AFA3D5565321}"/>
                  </a:ext>
                </a:extLst>
              </p:cNvPr>
              <p:cNvSpPr/>
              <p:nvPr/>
            </p:nvSpPr>
            <p:spPr>
              <a:xfrm>
                <a:off x="9434512" y="4337113"/>
                <a:ext cx="150304" cy="712755"/>
              </a:xfrm>
              <a:custGeom>
                <a:avLst/>
                <a:gdLst>
                  <a:gd name="connsiteX0" fmla="*/ 150305 w 150304"/>
                  <a:gd name="connsiteY0" fmla="*/ 699040 h 712755"/>
                  <a:gd name="connsiteX1" fmla="*/ 19050 w 150304"/>
                  <a:gd name="connsiteY1" fmla="*/ 356330 h 712755"/>
                  <a:gd name="connsiteX2" fmla="*/ 150305 w 150304"/>
                  <a:gd name="connsiteY2" fmla="*/ 13621 h 712755"/>
                  <a:gd name="connsiteX3" fmla="*/ 136684 w 150304"/>
                  <a:gd name="connsiteY3" fmla="*/ 0 h 712755"/>
                  <a:gd name="connsiteX4" fmla="*/ 0 w 150304"/>
                  <a:gd name="connsiteY4" fmla="*/ 356330 h 712755"/>
                  <a:gd name="connsiteX5" fmla="*/ 136589 w 150304"/>
                  <a:gd name="connsiteY5" fmla="*/ 712756 h 712755"/>
                  <a:gd name="connsiteX6" fmla="*/ 150305 w 150304"/>
                  <a:gd name="connsiteY6" fmla="*/ 699135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304" h="712755">
                    <a:moveTo>
                      <a:pt x="150305" y="699040"/>
                    </a:moveTo>
                    <a:cubicBezTo>
                      <a:pt x="68771" y="607981"/>
                      <a:pt x="19050" y="487870"/>
                      <a:pt x="19050" y="356330"/>
                    </a:cubicBezTo>
                    <a:cubicBezTo>
                      <a:pt x="19050" y="224790"/>
                      <a:pt x="68771" y="104680"/>
                      <a:pt x="150305" y="13621"/>
                    </a:cubicBezTo>
                    <a:lnTo>
                      <a:pt x="136684" y="0"/>
                    </a:lnTo>
                    <a:cubicBezTo>
                      <a:pt x="51721" y="94393"/>
                      <a:pt x="0" y="219361"/>
                      <a:pt x="0" y="356330"/>
                    </a:cubicBezTo>
                    <a:cubicBezTo>
                      <a:pt x="0" y="493300"/>
                      <a:pt x="51721" y="618268"/>
                      <a:pt x="136589" y="712756"/>
                    </a:cubicBezTo>
                    <a:lnTo>
                      <a:pt x="150305" y="699135"/>
                    </a:lnTo>
                    <a:close/>
                  </a:path>
                </a:pathLst>
              </a:custGeom>
              <a:solidFill>
                <a:srgbClr val="007AC3"/>
              </a:solidFill>
              <a:ln w="0" cap="flat">
                <a:noFill/>
                <a:prstDash val="solid"/>
                <a:miter/>
              </a:ln>
            </p:spPr>
            <p:txBody>
              <a:bodyPr rtlCol="0" anchor="ctr"/>
              <a:lstStyle/>
              <a:p>
                <a:endParaRPr lang="en-NL"/>
              </a:p>
            </p:txBody>
          </p:sp>
        </p:grpSp>
        <p:sp>
          <p:nvSpPr>
            <p:cNvPr id="4" name="Freeform 3">
              <a:extLst>
                <a:ext uri="{FF2B5EF4-FFF2-40B4-BE49-F238E27FC236}">
                  <a16:creationId xmlns:a16="http://schemas.microsoft.com/office/drawing/2014/main" id="{A3C9DCB2-4AA8-AC92-59E2-755525711FEF}"/>
                </a:ext>
              </a:extLst>
            </p:cNvPr>
            <p:cNvSpPr/>
            <p:nvPr/>
          </p:nvSpPr>
          <p:spPr>
            <a:xfrm>
              <a:off x="9819226" y="4658487"/>
              <a:ext cx="220598" cy="318230"/>
            </a:xfrm>
            <a:custGeom>
              <a:avLst/>
              <a:gdLst>
                <a:gd name="connsiteX0" fmla="*/ 220599 w 220598"/>
                <a:gd name="connsiteY0" fmla="*/ 318230 h 318230"/>
                <a:gd name="connsiteX1" fmla="*/ 201549 w 220598"/>
                <a:gd name="connsiteY1" fmla="*/ 318230 h 318230"/>
                <a:gd name="connsiteX2" fmla="*/ 201549 w 220598"/>
                <a:gd name="connsiteY2" fmla="*/ 21717 h 318230"/>
                <a:gd name="connsiteX3" fmla="*/ 2477 w 220598"/>
                <a:gd name="connsiteY3" fmla="*/ 48101 h 318230"/>
                <a:gd name="connsiteX4" fmla="*/ 0 w 220598"/>
                <a:gd name="connsiteY4" fmla="*/ 29242 h 318230"/>
                <a:gd name="connsiteX5" fmla="*/ 220599 w 220598"/>
                <a:gd name="connsiteY5" fmla="*/ 0 h 318230"/>
                <a:gd name="connsiteX6" fmla="*/ 220599 w 220598"/>
                <a:gd name="connsiteY6" fmla="*/ 318230 h 318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0598" h="318230">
                  <a:moveTo>
                    <a:pt x="220599" y="318230"/>
                  </a:moveTo>
                  <a:lnTo>
                    <a:pt x="201549" y="318230"/>
                  </a:lnTo>
                  <a:lnTo>
                    <a:pt x="201549" y="21717"/>
                  </a:lnTo>
                  <a:lnTo>
                    <a:pt x="2477" y="48101"/>
                  </a:lnTo>
                  <a:lnTo>
                    <a:pt x="0" y="29242"/>
                  </a:lnTo>
                  <a:lnTo>
                    <a:pt x="220599" y="0"/>
                  </a:lnTo>
                  <a:lnTo>
                    <a:pt x="220599" y="318230"/>
                  </a:lnTo>
                  <a:close/>
                </a:path>
              </a:pathLst>
            </a:custGeom>
            <a:solidFill>
              <a:srgbClr val="85BC20"/>
            </a:solidFill>
            <a:ln w="0" cap="flat">
              <a:noFill/>
              <a:prstDash val="solid"/>
              <a:miter/>
            </a:ln>
          </p:spPr>
          <p:txBody>
            <a:bodyPr rtlCol="0" anchor="ctr"/>
            <a:lstStyle/>
            <a:p>
              <a:endParaRPr lang="en-NL"/>
            </a:p>
          </p:txBody>
        </p:sp>
        <p:sp>
          <p:nvSpPr>
            <p:cNvPr id="8" name="Freeform 7">
              <a:extLst>
                <a:ext uri="{FF2B5EF4-FFF2-40B4-BE49-F238E27FC236}">
                  <a16:creationId xmlns:a16="http://schemas.microsoft.com/office/drawing/2014/main" id="{4238AB32-CF51-B5D0-B934-CEE356BFD689}"/>
                </a:ext>
              </a:extLst>
            </p:cNvPr>
            <p:cNvSpPr/>
            <p:nvPr/>
          </p:nvSpPr>
          <p:spPr>
            <a:xfrm>
              <a:off x="9913905" y="4712589"/>
              <a:ext cx="18287" cy="264128"/>
            </a:xfrm>
            <a:custGeom>
              <a:avLst/>
              <a:gdLst>
                <a:gd name="connsiteX0" fmla="*/ 18288 w 18287"/>
                <a:gd name="connsiteY0" fmla="*/ 264128 h 264128"/>
                <a:gd name="connsiteX1" fmla="*/ 0 w 18287"/>
                <a:gd name="connsiteY1" fmla="*/ 264128 h 264128"/>
                <a:gd name="connsiteX2" fmla="*/ 0 w 18287"/>
                <a:gd name="connsiteY2" fmla="*/ 2477 h 264128"/>
                <a:gd name="connsiteX3" fmla="*/ 18288 w 18287"/>
                <a:gd name="connsiteY3" fmla="*/ 0 h 264128"/>
                <a:gd name="connsiteX4" fmla="*/ 18288 w 18287"/>
                <a:gd name="connsiteY4" fmla="*/ 264128 h 264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87" h="264128">
                  <a:moveTo>
                    <a:pt x="18288" y="264128"/>
                  </a:moveTo>
                  <a:lnTo>
                    <a:pt x="0" y="264128"/>
                  </a:lnTo>
                  <a:lnTo>
                    <a:pt x="0" y="2477"/>
                  </a:lnTo>
                  <a:lnTo>
                    <a:pt x="18288" y="0"/>
                  </a:lnTo>
                  <a:lnTo>
                    <a:pt x="18288" y="264128"/>
                  </a:lnTo>
                  <a:close/>
                </a:path>
              </a:pathLst>
            </a:custGeom>
            <a:solidFill>
              <a:srgbClr val="E5202E"/>
            </a:solidFill>
            <a:ln w="0" cap="flat">
              <a:noFill/>
              <a:prstDash val="solid"/>
              <a:miter/>
            </a:ln>
          </p:spPr>
          <p:txBody>
            <a:bodyPr rtlCol="0" anchor="ctr"/>
            <a:lstStyle/>
            <a:p>
              <a:endParaRPr lang="en-NL"/>
            </a:p>
          </p:txBody>
        </p:sp>
        <p:sp>
          <p:nvSpPr>
            <p:cNvPr id="19" name="Freeform 18">
              <a:extLst>
                <a:ext uri="{FF2B5EF4-FFF2-40B4-BE49-F238E27FC236}">
                  <a16:creationId xmlns:a16="http://schemas.microsoft.com/office/drawing/2014/main" id="{C46B726F-AEED-449E-9336-B4D5866FB6F4}"/>
                </a:ext>
              </a:extLst>
            </p:cNvPr>
            <p:cNvSpPr/>
            <p:nvPr/>
          </p:nvSpPr>
          <p:spPr>
            <a:xfrm>
              <a:off x="9848563" y="4369879"/>
              <a:ext cx="238696" cy="238696"/>
            </a:xfrm>
            <a:custGeom>
              <a:avLst/>
              <a:gdLst>
                <a:gd name="connsiteX0" fmla="*/ 119348 w 238696"/>
                <a:gd name="connsiteY0" fmla="*/ 238697 h 238696"/>
                <a:gd name="connsiteX1" fmla="*/ 0 w 238696"/>
                <a:gd name="connsiteY1" fmla="*/ 119348 h 238696"/>
                <a:gd name="connsiteX2" fmla="*/ 119348 w 238696"/>
                <a:gd name="connsiteY2" fmla="*/ 0 h 238696"/>
                <a:gd name="connsiteX3" fmla="*/ 238696 w 238696"/>
                <a:gd name="connsiteY3" fmla="*/ 119348 h 238696"/>
                <a:gd name="connsiteX4" fmla="*/ 119348 w 238696"/>
                <a:gd name="connsiteY4" fmla="*/ 238697 h 238696"/>
                <a:gd name="connsiteX5" fmla="*/ 119348 w 238696"/>
                <a:gd name="connsiteY5" fmla="*/ 18955 h 238696"/>
                <a:gd name="connsiteX6" fmla="*/ 19050 w 238696"/>
                <a:gd name="connsiteY6" fmla="*/ 119253 h 238696"/>
                <a:gd name="connsiteX7" fmla="*/ 119348 w 238696"/>
                <a:gd name="connsiteY7" fmla="*/ 219551 h 238696"/>
                <a:gd name="connsiteX8" fmla="*/ 219646 w 238696"/>
                <a:gd name="connsiteY8" fmla="*/ 119253 h 238696"/>
                <a:gd name="connsiteX9" fmla="*/ 119348 w 238696"/>
                <a:gd name="connsiteY9" fmla="*/ 18955 h 23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8696" h="238696">
                  <a:moveTo>
                    <a:pt x="119348" y="238697"/>
                  </a:moveTo>
                  <a:cubicBezTo>
                    <a:pt x="53530" y="238697"/>
                    <a:pt x="0" y="185166"/>
                    <a:pt x="0" y="119348"/>
                  </a:cubicBezTo>
                  <a:cubicBezTo>
                    <a:pt x="0" y="53530"/>
                    <a:pt x="53530" y="0"/>
                    <a:pt x="119348" y="0"/>
                  </a:cubicBezTo>
                  <a:cubicBezTo>
                    <a:pt x="185166" y="0"/>
                    <a:pt x="238696" y="53530"/>
                    <a:pt x="238696" y="119348"/>
                  </a:cubicBezTo>
                  <a:cubicBezTo>
                    <a:pt x="238696" y="185166"/>
                    <a:pt x="185166" y="238697"/>
                    <a:pt x="119348" y="238697"/>
                  </a:cubicBezTo>
                  <a:close/>
                  <a:moveTo>
                    <a:pt x="119348" y="18955"/>
                  </a:moveTo>
                  <a:cubicBezTo>
                    <a:pt x="64008" y="18955"/>
                    <a:pt x="19050" y="63913"/>
                    <a:pt x="19050" y="119253"/>
                  </a:cubicBezTo>
                  <a:cubicBezTo>
                    <a:pt x="19050" y="174593"/>
                    <a:pt x="64008" y="219551"/>
                    <a:pt x="119348" y="219551"/>
                  </a:cubicBezTo>
                  <a:cubicBezTo>
                    <a:pt x="174689" y="219551"/>
                    <a:pt x="219646" y="174593"/>
                    <a:pt x="219646" y="119253"/>
                  </a:cubicBezTo>
                  <a:cubicBezTo>
                    <a:pt x="219646" y="63913"/>
                    <a:pt x="174689" y="18955"/>
                    <a:pt x="119348" y="18955"/>
                  </a:cubicBezTo>
                  <a:close/>
                </a:path>
              </a:pathLst>
            </a:custGeom>
            <a:solidFill>
              <a:schemeClr val="tx1"/>
            </a:solidFill>
            <a:ln w="0" cap="flat">
              <a:noFill/>
              <a:prstDash val="solid"/>
              <a:miter/>
            </a:ln>
          </p:spPr>
          <p:txBody>
            <a:bodyPr rtlCol="0" anchor="ctr"/>
            <a:lstStyle/>
            <a:p>
              <a:endParaRPr lang="en-NL"/>
            </a:p>
          </p:txBody>
        </p:sp>
        <p:sp>
          <p:nvSpPr>
            <p:cNvPr id="20" name="Freeform 19">
              <a:extLst>
                <a:ext uri="{FF2B5EF4-FFF2-40B4-BE49-F238E27FC236}">
                  <a16:creationId xmlns:a16="http://schemas.microsoft.com/office/drawing/2014/main" id="{0BCC363B-BE71-3F67-6ADE-7E5A2106C07C}"/>
                </a:ext>
              </a:extLst>
            </p:cNvPr>
            <p:cNvSpPr/>
            <p:nvPr/>
          </p:nvSpPr>
          <p:spPr>
            <a:xfrm>
              <a:off x="9820465" y="4998148"/>
              <a:ext cx="295275" cy="21621"/>
            </a:xfrm>
            <a:custGeom>
              <a:avLst/>
              <a:gdLst>
                <a:gd name="connsiteX0" fmla="*/ 0 w 295275"/>
                <a:gd name="connsiteY0" fmla="*/ 0 h 21621"/>
                <a:gd name="connsiteX1" fmla="*/ 295275 w 295275"/>
                <a:gd name="connsiteY1" fmla="*/ 0 h 21621"/>
                <a:gd name="connsiteX2" fmla="*/ 295275 w 295275"/>
                <a:gd name="connsiteY2" fmla="*/ 21622 h 21621"/>
                <a:gd name="connsiteX3" fmla="*/ 0 w 295275"/>
                <a:gd name="connsiteY3" fmla="*/ 21622 h 21621"/>
              </a:gdLst>
              <a:ahLst/>
              <a:cxnLst>
                <a:cxn ang="0">
                  <a:pos x="connsiteX0" y="connsiteY0"/>
                </a:cxn>
                <a:cxn ang="0">
                  <a:pos x="connsiteX1" y="connsiteY1"/>
                </a:cxn>
                <a:cxn ang="0">
                  <a:pos x="connsiteX2" y="connsiteY2"/>
                </a:cxn>
                <a:cxn ang="0">
                  <a:pos x="connsiteX3" y="connsiteY3"/>
                </a:cxn>
              </a:cxnLst>
              <a:rect l="l" t="t" r="r" b="b"/>
              <a:pathLst>
                <a:path w="295275" h="21621">
                  <a:moveTo>
                    <a:pt x="0" y="0"/>
                  </a:moveTo>
                  <a:lnTo>
                    <a:pt x="295275" y="0"/>
                  </a:lnTo>
                  <a:lnTo>
                    <a:pt x="295275" y="21622"/>
                  </a:lnTo>
                  <a:lnTo>
                    <a:pt x="0" y="21622"/>
                  </a:lnTo>
                  <a:close/>
                </a:path>
              </a:pathLst>
            </a:custGeom>
            <a:solidFill>
              <a:srgbClr val="007AC3"/>
            </a:solidFill>
            <a:ln w="0" cap="flat">
              <a:noFill/>
              <a:prstDash val="solid"/>
              <a:miter/>
            </a:ln>
          </p:spPr>
          <p:txBody>
            <a:bodyPr rtlCol="0" anchor="ctr"/>
            <a:lstStyle/>
            <a:p>
              <a:endParaRPr lang="en-NL"/>
            </a:p>
          </p:txBody>
        </p:sp>
      </p:grpSp>
      <p:sp>
        <p:nvSpPr>
          <p:cNvPr id="25" name="Title 1">
            <a:extLst>
              <a:ext uri="{FF2B5EF4-FFF2-40B4-BE49-F238E27FC236}">
                <a16:creationId xmlns:a16="http://schemas.microsoft.com/office/drawing/2014/main" id="{1616F4D3-F72D-47CC-FC2B-1B61A440ABAA}"/>
              </a:ext>
            </a:extLst>
          </p:cNvPr>
          <p:cNvSpPr>
            <a:spLocks noGrp="1"/>
          </p:cNvSpPr>
          <p:nvPr>
            <p:ph type="title"/>
          </p:nvPr>
        </p:nvSpPr>
        <p:spPr>
          <a:xfrm>
            <a:off x="242969" y="519957"/>
            <a:ext cx="7716032" cy="93393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27" name="Slide Number Placeholder 6">
            <a:extLst>
              <a:ext uri="{FF2B5EF4-FFF2-40B4-BE49-F238E27FC236}">
                <a16:creationId xmlns:a16="http://schemas.microsoft.com/office/drawing/2014/main" id="{2B7CDEDD-6BE0-308B-B3ED-876295D9B472}"/>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9" name="Content Placeholder 4">
            <a:extLst>
              <a:ext uri="{FF2B5EF4-FFF2-40B4-BE49-F238E27FC236}">
                <a16:creationId xmlns:a16="http://schemas.microsoft.com/office/drawing/2014/main" id="{59C643FA-9207-ECE0-A0D6-E2AC4ABB16A5}"/>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ijdelijke aanduiding voor voettekst 2">
            <a:extLst>
              <a:ext uri="{FF2B5EF4-FFF2-40B4-BE49-F238E27FC236}">
                <a16:creationId xmlns:a16="http://schemas.microsoft.com/office/drawing/2014/main" id="{1D44B478-7397-2535-E0BB-2E675550FACF}"/>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143081141"/>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p15:clr>
            <a:srgbClr val="FBAE40"/>
          </p15:clr>
        </p15:guide>
        <p15:guide id="8" orient="horz" pos="913" userDrawn="1">
          <p15:clr>
            <a:srgbClr val="FBAE40"/>
          </p15:clr>
        </p15:guide>
        <p15:guide id="9" orient="horz" pos="4110" userDrawn="1">
          <p15:clr>
            <a:srgbClr val="FBAE40"/>
          </p15:clr>
        </p15:guide>
        <p15:guide id="10" orient="horz" pos="390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Slide Number Placeholder 6">
            <a:extLst>
              <a:ext uri="{FF2B5EF4-FFF2-40B4-BE49-F238E27FC236}">
                <a16:creationId xmlns:a16="http://schemas.microsoft.com/office/drawing/2014/main" id="{5EF6DAF4-D814-3A51-BB97-077A69144036}"/>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3" name="Picture Placeholder 13">
            <a:extLst>
              <a:ext uri="{FF2B5EF4-FFF2-40B4-BE49-F238E27FC236}">
                <a16:creationId xmlns:a16="http://schemas.microsoft.com/office/drawing/2014/main" id="{A385A8F4-FE2D-EB95-7C78-708EC46F5691}"/>
              </a:ext>
            </a:extLst>
          </p:cNvPr>
          <p:cNvSpPr>
            <a:spLocks noGrp="1"/>
          </p:cNvSpPr>
          <p:nvPr>
            <p:ph type="pic" sz="quarter" idx="10" hasCustomPrompt="1"/>
          </p:nvPr>
        </p:nvSpPr>
        <p:spPr>
          <a:xfrm>
            <a:off x="8733924" y="703376"/>
            <a:ext cx="2520225" cy="2520225"/>
          </a:xfrm>
        </p:spPr>
        <p:txBody>
          <a:bodyPr anchor="t"/>
          <a:lstStyle>
            <a:lvl1pPr marL="40639" indent="0" algn="ctr">
              <a:buNone/>
              <a:defRPr sz="1600">
                <a:solidFill>
                  <a:schemeClr val="bg1"/>
                </a:solidFill>
              </a:defRPr>
            </a:lvl1pPr>
          </a:lstStyle>
          <a:p>
            <a:r>
              <a:rPr lang="en-US" dirty="0"/>
              <a:t>Click to add icon or copy/paste an icon from the icon library template</a:t>
            </a:r>
          </a:p>
        </p:txBody>
      </p:sp>
      <p:sp>
        <p:nvSpPr>
          <p:cNvPr id="19" name="Title 1">
            <a:extLst>
              <a:ext uri="{FF2B5EF4-FFF2-40B4-BE49-F238E27FC236}">
                <a16:creationId xmlns:a16="http://schemas.microsoft.com/office/drawing/2014/main" id="{BF125D25-54F9-BAB5-AAD1-36D65CF34DC4}"/>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20" name="Content Placeholder 4">
            <a:extLst>
              <a:ext uri="{FF2B5EF4-FFF2-40B4-BE49-F238E27FC236}">
                <a16:creationId xmlns:a16="http://schemas.microsoft.com/office/drawing/2014/main" id="{7A632C23-4729-F59B-2E02-63AE18408413}"/>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jdelijke aanduiding voor voettekst 2">
            <a:extLst>
              <a:ext uri="{FF2B5EF4-FFF2-40B4-BE49-F238E27FC236}">
                <a16:creationId xmlns:a16="http://schemas.microsoft.com/office/drawing/2014/main" id="{3B6E73A7-457C-0B12-7AAF-5430AD60C173}"/>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75948675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p15:clr>
            <a:srgbClr val="FBAE40"/>
          </p15:clr>
        </p15:guide>
        <p15:guide id="8" orient="horz" pos="4110">
          <p15:clr>
            <a:srgbClr val="FBAE40"/>
          </p15:clr>
        </p15:guide>
        <p15:guide id="9" orient="horz" pos="3906">
          <p15:clr>
            <a:srgbClr val="FBAE40"/>
          </p15:clr>
        </p15:guide>
        <p15:guide id="10" orient="horz" pos="913">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aker with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8131038"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 name="Content Placeholder 4">
            <a:extLst>
              <a:ext uri="{FF2B5EF4-FFF2-40B4-BE49-F238E27FC236}">
                <a16:creationId xmlns:a16="http://schemas.microsoft.com/office/drawing/2014/main" id="{45D90A1D-230A-BCDB-1B3E-B239CD154A18}"/>
              </a:ext>
            </a:extLst>
          </p:cNvPr>
          <p:cNvSpPr>
            <a:spLocks noGrp="1"/>
          </p:cNvSpPr>
          <p:nvPr>
            <p:ph sz="quarter" idx="19" hasCustomPrompt="1"/>
          </p:nvPr>
        </p:nvSpPr>
        <p:spPr>
          <a:xfrm>
            <a:off x="8229600" y="3206338"/>
            <a:ext cx="3458818" cy="2886813"/>
          </a:xfrm>
        </p:spPr>
        <p:txBody>
          <a:bodyPr/>
          <a:lstStyle>
            <a:lvl1pPr marL="40639" indent="0">
              <a:spcBef>
                <a:spcPts val="984"/>
              </a:spcBef>
              <a:buNone/>
              <a:defRPr sz="1600">
                <a:solidFill>
                  <a:schemeClr val="tx1"/>
                </a:solidFill>
              </a:defRPr>
            </a:lvl1pPr>
            <a:lvl2pPr marL="282709" indent="0">
              <a:spcBef>
                <a:spcPts val="984"/>
              </a:spcBef>
              <a:buNone/>
              <a:defRPr sz="1600">
                <a:solidFill>
                  <a:schemeClr val="tx1"/>
                </a:solidFill>
              </a:defRPr>
            </a:lvl2pPr>
            <a:lvl3pPr marL="516652" indent="0">
              <a:spcBef>
                <a:spcPts val="984"/>
              </a:spcBef>
              <a:buNone/>
              <a:defRPr sz="1600">
                <a:solidFill>
                  <a:schemeClr val="tx1"/>
                </a:solidFill>
              </a:defRPr>
            </a:lvl3pPr>
            <a:lvl4pPr marL="738403" indent="0">
              <a:spcBef>
                <a:spcPts val="984"/>
              </a:spcBef>
              <a:buNone/>
              <a:defRPr sz="1600">
                <a:solidFill>
                  <a:schemeClr val="tx1"/>
                </a:solidFill>
              </a:defRPr>
            </a:lvl4pPr>
            <a:lvl5pPr marL="961200" indent="0">
              <a:spcBef>
                <a:spcPts val="984"/>
              </a:spcBef>
              <a:buNone/>
              <a:defRPr sz="1600">
                <a:solidFill>
                  <a:schemeClr val="tx1"/>
                </a:solidFill>
              </a:defRPr>
            </a:lvl5pPr>
          </a:lstStyle>
          <a:p>
            <a:pPr lvl="0"/>
            <a:r>
              <a:rPr lang="en-GB" dirty="0"/>
              <a:t>Click to add text</a:t>
            </a: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Slide Number Placeholder 6">
            <a:extLst>
              <a:ext uri="{FF2B5EF4-FFF2-40B4-BE49-F238E27FC236}">
                <a16:creationId xmlns:a16="http://schemas.microsoft.com/office/drawing/2014/main" id="{71EF82F7-5754-2645-C4BF-3D06C38286A6}"/>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9A163764-6823-6A1B-C5A7-5AE4603F8CD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4" name="Tijdelijke aanduiding voor afbeelding 12">
            <a:extLst>
              <a:ext uri="{FF2B5EF4-FFF2-40B4-BE49-F238E27FC236}">
                <a16:creationId xmlns:a16="http://schemas.microsoft.com/office/drawing/2014/main" id="{7263119A-F39A-1716-1E07-4A03605754F0}"/>
              </a:ext>
            </a:extLst>
          </p:cNvPr>
          <p:cNvSpPr>
            <a:spLocks noGrp="1"/>
          </p:cNvSpPr>
          <p:nvPr>
            <p:ph type="pic" sz="quarter" idx="20"/>
          </p:nvPr>
        </p:nvSpPr>
        <p:spPr>
          <a:xfrm>
            <a:off x="8881096" y="691945"/>
            <a:ext cx="2155825" cy="2155825"/>
          </a:xfrm>
          <a:prstGeom prst="ellipse">
            <a:avLst/>
          </a:prstGeom>
        </p:spPr>
        <p:txBody>
          <a:bodyPr/>
          <a:lstStyle>
            <a:lvl1pPr marL="40639" indent="0" algn="ctr">
              <a:buNone/>
              <a:defRPr sz="1600"/>
            </a:lvl1pPr>
          </a:lstStyle>
          <a:p>
            <a:r>
              <a:rPr lang="en-US"/>
              <a:t>Click icon to add picture</a:t>
            </a:r>
            <a:endParaRPr lang="en-US" dirty="0"/>
          </a:p>
        </p:txBody>
      </p:sp>
      <p:sp>
        <p:nvSpPr>
          <p:cNvPr id="6" name="Title 1">
            <a:extLst>
              <a:ext uri="{FF2B5EF4-FFF2-40B4-BE49-F238E27FC236}">
                <a16:creationId xmlns:a16="http://schemas.microsoft.com/office/drawing/2014/main" id="{B68D4A01-CDF9-276F-22F8-E08FF432937B}"/>
              </a:ext>
            </a:extLst>
          </p:cNvPr>
          <p:cNvSpPr>
            <a:spLocks noGrp="1"/>
          </p:cNvSpPr>
          <p:nvPr>
            <p:ph type="title"/>
          </p:nvPr>
        </p:nvSpPr>
        <p:spPr>
          <a:xfrm>
            <a:off x="242969" y="519957"/>
            <a:ext cx="7716032" cy="93393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7" name="Content Placeholder 4">
            <a:extLst>
              <a:ext uri="{FF2B5EF4-FFF2-40B4-BE49-F238E27FC236}">
                <a16:creationId xmlns:a16="http://schemas.microsoft.com/office/drawing/2014/main" id="{8D3DFCA8-B193-0A1A-1C94-E6AE45E9CF17}"/>
              </a:ext>
            </a:extLst>
          </p:cNvPr>
          <p:cNvSpPr>
            <a:spLocks noGrp="1"/>
          </p:cNvSpPr>
          <p:nvPr>
            <p:ph sz="quarter" idx="21"/>
          </p:nvPr>
        </p:nvSpPr>
        <p:spPr>
          <a:xfrm>
            <a:off x="209835" y="1451739"/>
            <a:ext cx="7749165" cy="4749036"/>
          </a:xfrm>
        </p:spPr>
        <p:txBody>
          <a:bodyPr/>
          <a:lstStyle>
            <a:lvl1pPr marL="40639" indent="0">
              <a:spcBef>
                <a:spcPts val="1080"/>
              </a:spcBef>
              <a:buNone/>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noProof="0"/>
              <a:t>Click to edit Master text styles</a:t>
            </a:r>
          </a:p>
        </p:txBody>
      </p:sp>
    </p:spTree>
    <p:extLst>
      <p:ext uri="{BB962C8B-B14F-4D97-AF65-F5344CB8AC3E}">
        <p14:creationId xmlns:p14="http://schemas.microsoft.com/office/powerpoint/2010/main" val="4224879418"/>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pos="5019">
          <p15:clr>
            <a:srgbClr val="FBAE40"/>
          </p15:clr>
        </p15:guide>
        <p15:guide id="8" orient="horz" pos="4110">
          <p15:clr>
            <a:srgbClr val="FBAE40"/>
          </p15:clr>
        </p15:guide>
        <p15:guide id="9" orient="horz" pos="390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eaker without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4306691" y="4453248"/>
            <a:ext cx="7434735" cy="1562121"/>
          </a:xfrm>
        </p:spPr>
        <p:txBody>
          <a:bodyPr/>
          <a:lstStyle>
            <a:lvl1pPr marL="40639" indent="0" algn="ctr">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2" name="Tijdelijke aanduiding voor afbeelding 12">
            <a:extLst>
              <a:ext uri="{FF2B5EF4-FFF2-40B4-BE49-F238E27FC236}">
                <a16:creationId xmlns:a16="http://schemas.microsoft.com/office/drawing/2014/main" id="{0DA12904-9A78-D539-8A33-C6FC45327261}"/>
              </a:ext>
            </a:extLst>
          </p:cNvPr>
          <p:cNvSpPr>
            <a:spLocks noGrp="1" noChangeAspect="1"/>
          </p:cNvSpPr>
          <p:nvPr>
            <p:ph type="pic" sz="quarter" idx="14"/>
          </p:nvPr>
        </p:nvSpPr>
        <p:spPr>
          <a:xfrm>
            <a:off x="6604501" y="935197"/>
            <a:ext cx="2880000" cy="2880000"/>
          </a:xfrm>
          <a:prstGeom prst="ellipse">
            <a:avLst/>
          </a:prstGeom>
        </p:spPr>
        <p:txBody>
          <a:bodyPr/>
          <a:lstStyle>
            <a:lvl1pPr marL="40639" indent="0" algn="ctr">
              <a:buNone/>
              <a:defRPr sz="1600"/>
            </a:lvl1pPr>
          </a:lstStyle>
          <a:p>
            <a:r>
              <a:rPr lang="en-US"/>
              <a:t>Click icon to add picture</a:t>
            </a:r>
            <a:endParaRPr lang="en-US" dirty="0"/>
          </a:p>
        </p:txBody>
      </p:sp>
      <p:sp>
        <p:nvSpPr>
          <p:cNvPr id="8" name="Content Placeholder 4">
            <a:extLst>
              <a:ext uri="{FF2B5EF4-FFF2-40B4-BE49-F238E27FC236}">
                <a16:creationId xmlns:a16="http://schemas.microsoft.com/office/drawing/2014/main" id="{634A8399-078A-3CF0-7503-DE6A179BC565}"/>
              </a:ext>
            </a:extLst>
          </p:cNvPr>
          <p:cNvSpPr>
            <a:spLocks noGrp="1"/>
          </p:cNvSpPr>
          <p:nvPr>
            <p:ph sz="quarter" idx="22"/>
          </p:nvPr>
        </p:nvSpPr>
        <p:spPr>
          <a:xfrm>
            <a:off x="4306690" y="4061362"/>
            <a:ext cx="7434735" cy="415637"/>
          </a:xfrm>
        </p:spPr>
        <p:txBody>
          <a:bodyPr/>
          <a:lstStyle>
            <a:lvl1pPr marL="40639" indent="0" algn="ctr">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Tree>
    <p:extLst>
      <p:ext uri="{BB962C8B-B14F-4D97-AF65-F5344CB8AC3E}">
        <p14:creationId xmlns:p14="http://schemas.microsoft.com/office/powerpoint/2010/main" val="851041897"/>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p15:clr>
            <a:srgbClr val="FBAE40"/>
          </p15:clr>
        </p15:guide>
        <p15:guide id="13" orient="horz" pos="390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speaker without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7060238" y="1923803"/>
            <a:ext cx="4482578" cy="1100142"/>
          </a:xfrm>
        </p:spPr>
        <p:txBody>
          <a:bodyPr/>
          <a:lstStyle>
            <a:lvl1pPr marL="40639" indent="0" algn="l">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2" name="Tijdelijke aanduiding voor afbeelding 12">
            <a:extLst>
              <a:ext uri="{FF2B5EF4-FFF2-40B4-BE49-F238E27FC236}">
                <a16:creationId xmlns:a16="http://schemas.microsoft.com/office/drawing/2014/main" id="{0DA12904-9A78-D539-8A33-C6FC45327261}"/>
              </a:ext>
            </a:extLst>
          </p:cNvPr>
          <p:cNvSpPr>
            <a:spLocks noGrp="1" noChangeAspect="1"/>
          </p:cNvSpPr>
          <p:nvPr>
            <p:ph type="pic" sz="quarter" idx="14"/>
          </p:nvPr>
        </p:nvSpPr>
        <p:spPr>
          <a:xfrm>
            <a:off x="4728200" y="86394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0" name="Content Placeholder 4">
            <a:extLst>
              <a:ext uri="{FF2B5EF4-FFF2-40B4-BE49-F238E27FC236}">
                <a16:creationId xmlns:a16="http://schemas.microsoft.com/office/drawing/2014/main" id="{63D3FCBB-A7E8-BF63-D32C-9634F065DD0C}"/>
              </a:ext>
            </a:extLst>
          </p:cNvPr>
          <p:cNvSpPr>
            <a:spLocks noGrp="1"/>
          </p:cNvSpPr>
          <p:nvPr>
            <p:ph sz="quarter" idx="22" hasCustomPrompt="1"/>
          </p:nvPr>
        </p:nvSpPr>
        <p:spPr>
          <a:xfrm>
            <a:off x="7060238" y="1540542"/>
            <a:ext cx="4482578" cy="415637"/>
          </a:xfrm>
        </p:spPr>
        <p:txBody>
          <a:bodyPr/>
          <a:lstStyle>
            <a:lvl1pPr marL="40639" indent="0" algn="l">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1" name="Content Placeholder 4">
            <a:extLst>
              <a:ext uri="{FF2B5EF4-FFF2-40B4-BE49-F238E27FC236}">
                <a16:creationId xmlns:a16="http://schemas.microsoft.com/office/drawing/2014/main" id="{11B560C3-8699-B2B1-8321-1A0C5196096F}"/>
              </a:ext>
            </a:extLst>
          </p:cNvPr>
          <p:cNvSpPr>
            <a:spLocks noGrp="1"/>
          </p:cNvSpPr>
          <p:nvPr>
            <p:ph sz="quarter" idx="23"/>
          </p:nvPr>
        </p:nvSpPr>
        <p:spPr>
          <a:xfrm>
            <a:off x="7060238" y="4560125"/>
            <a:ext cx="4482578" cy="1100142"/>
          </a:xfrm>
        </p:spPr>
        <p:txBody>
          <a:bodyPr/>
          <a:lstStyle>
            <a:lvl1pPr marL="40639" indent="0" algn="l">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2" name="Tijdelijke aanduiding voor afbeelding 12">
            <a:extLst>
              <a:ext uri="{FF2B5EF4-FFF2-40B4-BE49-F238E27FC236}">
                <a16:creationId xmlns:a16="http://schemas.microsoft.com/office/drawing/2014/main" id="{279610B9-781A-03AF-19C4-1054780BCE76}"/>
              </a:ext>
            </a:extLst>
          </p:cNvPr>
          <p:cNvSpPr>
            <a:spLocks noGrp="1" noChangeAspect="1"/>
          </p:cNvSpPr>
          <p:nvPr>
            <p:ph type="pic" sz="quarter" idx="24"/>
          </p:nvPr>
        </p:nvSpPr>
        <p:spPr>
          <a:xfrm>
            <a:off x="4728200" y="3500267"/>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3" name="Content Placeholder 4">
            <a:extLst>
              <a:ext uri="{FF2B5EF4-FFF2-40B4-BE49-F238E27FC236}">
                <a16:creationId xmlns:a16="http://schemas.microsoft.com/office/drawing/2014/main" id="{1915F01D-5BFD-B2A1-F0B4-21678419A4C8}"/>
              </a:ext>
            </a:extLst>
          </p:cNvPr>
          <p:cNvSpPr>
            <a:spLocks noGrp="1"/>
          </p:cNvSpPr>
          <p:nvPr>
            <p:ph sz="quarter" idx="25" hasCustomPrompt="1"/>
          </p:nvPr>
        </p:nvSpPr>
        <p:spPr>
          <a:xfrm>
            <a:off x="7060238" y="4176864"/>
            <a:ext cx="4482578" cy="415637"/>
          </a:xfrm>
        </p:spPr>
        <p:txBody>
          <a:bodyPr/>
          <a:lstStyle>
            <a:lvl1pPr marL="40639" indent="0" algn="l">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Tree>
    <p:extLst>
      <p:ext uri="{BB962C8B-B14F-4D97-AF65-F5344CB8AC3E}">
        <p14:creationId xmlns:p14="http://schemas.microsoft.com/office/powerpoint/2010/main" val="3592552709"/>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p15:clr>
            <a:srgbClr val="FBAE40"/>
          </p15:clr>
        </p15:guide>
        <p15:guide id="13" orient="horz" pos="3906">
          <p15:clr>
            <a:srgbClr val="FBAE40"/>
          </p15:clr>
        </p15:guide>
        <p15:guide id="14" orient="horz" pos="125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speakers without bio">
    <p:bg>
      <p:bgPr>
        <a:solidFill>
          <a:schemeClr val="bg2"/>
        </a:solidFill>
        <a:effectLst/>
      </p:bgPr>
    </p:bg>
    <p:spTree>
      <p:nvGrpSpPr>
        <p:cNvPr id="1" name=""/>
        <p:cNvGrpSpPr/>
        <p:nvPr/>
      </p:nvGrpSpPr>
      <p:grpSpPr>
        <a:xfrm>
          <a:off x="0" y="0"/>
          <a:ext cx="0" cy="0"/>
          <a:chOff x="0" y="0"/>
          <a:chExt cx="0" cy="0"/>
        </a:xfrm>
      </p:grpSpPr>
      <p:cxnSp>
        <p:nvCxnSpPr>
          <p:cNvPr id="2" name="Rechte verbindingslijn 8">
            <a:extLst>
              <a:ext uri="{FF2B5EF4-FFF2-40B4-BE49-F238E27FC236}">
                <a16:creationId xmlns:a16="http://schemas.microsoft.com/office/drawing/2014/main" id="{76501614-6A83-AAC2-7106-02BC1AE84951}"/>
              </a:ext>
            </a:extLst>
          </p:cNvPr>
          <p:cNvCxnSpPr>
            <a:cxnSpLocks/>
          </p:cNvCxnSpPr>
          <p:nvPr userDrawn="1"/>
        </p:nvCxnSpPr>
        <p:spPr>
          <a:xfrm flipH="1">
            <a:off x="336000" y="354338"/>
            <a:ext cx="11520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97CF2491-B0EE-27E1-8189-732B80A05713}"/>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8" name="Slide Number Placeholder 6">
            <a:extLst>
              <a:ext uri="{FF2B5EF4-FFF2-40B4-BE49-F238E27FC236}">
                <a16:creationId xmlns:a16="http://schemas.microsoft.com/office/drawing/2014/main" id="{0D5C5C23-9496-CCC5-CED7-FD522EBC1A57}"/>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3" name="Tijdelijke aanduiding voor voettekst 2">
            <a:extLst>
              <a:ext uri="{FF2B5EF4-FFF2-40B4-BE49-F238E27FC236}">
                <a16:creationId xmlns:a16="http://schemas.microsoft.com/office/drawing/2014/main" id="{E1EB7E51-1900-CD72-338E-9904C08ACAB0}"/>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4" name="Tijdelijke aanduiding voor afbeelding 12">
            <a:extLst>
              <a:ext uri="{FF2B5EF4-FFF2-40B4-BE49-F238E27FC236}">
                <a16:creationId xmlns:a16="http://schemas.microsoft.com/office/drawing/2014/main" id="{B9F887ED-0A00-6EC3-C561-DB909EFA8014}"/>
              </a:ext>
            </a:extLst>
          </p:cNvPr>
          <p:cNvSpPr>
            <a:spLocks noGrp="1" noChangeAspect="1"/>
          </p:cNvSpPr>
          <p:nvPr>
            <p:ph type="pic" sz="quarter" idx="14"/>
          </p:nvPr>
        </p:nvSpPr>
        <p:spPr>
          <a:xfrm>
            <a:off x="1164139"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7" name="Content Placeholder 4">
            <a:extLst>
              <a:ext uri="{FF2B5EF4-FFF2-40B4-BE49-F238E27FC236}">
                <a16:creationId xmlns:a16="http://schemas.microsoft.com/office/drawing/2014/main" id="{0C088CF8-D427-4D7B-ADC4-7393857FC9D9}"/>
              </a:ext>
            </a:extLst>
          </p:cNvPr>
          <p:cNvSpPr>
            <a:spLocks noGrp="1"/>
          </p:cNvSpPr>
          <p:nvPr>
            <p:ph sz="quarter" idx="19"/>
          </p:nvPr>
        </p:nvSpPr>
        <p:spPr>
          <a:xfrm>
            <a:off x="509960"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9" name="Content Placeholder 4">
            <a:extLst>
              <a:ext uri="{FF2B5EF4-FFF2-40B4-BE49-F238E27FC236}">
                <a16:creationId xmlns:a16="http://schemas.microsoft.com/office/drawing/2014/main" id="{C4FC418A-CCEF-722E-46A6-ECD7A52D7148}"/>
              </a:ext>
            </a:extLst>
          </p:cNvPr>
          <p:cNvSpPr>
            <a:spLocks noGrp="1"/>
          </p:cNvSpPr>
          <p:nvPr>
            <p:ph sz="quarter" idx="22" hasCustomPrompt="1"/>
          </p:nvPr>
        </p:nvSpPr>
        <p:spPr>
          <a:xfrm>
            <a:off x="509960"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2" name="Tijdelijke aanduiding voor afbeelding 12">
            <a:extLst>
              <a:ext uri="{FF2B5EF4-FFF2-40B4-BE49-F238E27FC236}">
                <a16:creationId xmlns:a16="http://schemas.microsoft.com/office/drawing/2014/main" id="{64CF1BDD-2BF3-EA09-F2CD-A1CF313AF190}"/>
              </a:ext>
            </a:extLst>
          </p:cNvPr>
          <p:cNvSpPr>
            <a:spLocks noGrp="1" noChangeAspect="1"/>
          </p:cNvSpPr>
          <p:nvPr>
            <p:ph type="pic" sz="quarter" idx="23"/>
          </p:nvPr>
        </p:nvSpPr>
        <p:spPr>
          <a:xfrm>
            <a:off x="5016000"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3" name="Content Placeholder 4">
            <a:extLst>
              <a:ext uri="{FF2B5EF4-FFF2-40B4-BE49-F238E27FC236}">
                <a16:creationId xmlns:a16="http://schemas.microsoft.com/office/drawing/2014/main" id="{EF29977E-553C-E789-3BD8-DBBA38EFACA1}"/>
              </a:ext>
            </a:extLst>
          </p:cNvPr>
          <p:cNvSpPr>
            <a:spLocks noGrp="1"/>
          </p:cNvSpPr>
          <p:nvPr>
            <p:ph sz="quarter" idx="24"/>
          </p:nvPr>
        </p:nvSpPr>
        <p:spPr>
          <a:xfrm>
            <a:off x="4361821"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4" name="Content Placeholder 4">
            <a:extLst>
              <a:ext uri="{FF2B5EF4-FFF2-40B4-BE49-F238E27FC236}">
                <a16:creationId xmlns:a16="http://schemas.microsoft.com/office/drawing/2014/main" id="{39AF1F99-F04F-5A89-C73F-C138DC3FCAA6}"/>
              </a:ext>
            </a:extLst>
          </p:cNvPr>
          <p:cNvSpPr>
            <a:spLocks noGrp="1"/>
          </p:cNvSpPr>
          <p:nvPr>
            <p:ph sz="quarter" idx="25" hasCustomPrompt="1"/>
          </p:nvPr>
        </p:nvSpPr>
        <p:spPr>
          <a:xfrm>
            <a:off x="4361820"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5" name="Tijdelijke aanduiding voor afbeelding 12">
            <a:extLst>
              <a:ext uri="{FF2B5EF4-FFF2-40B4-BE49-F238E27FC236}">
                <a16:creationId xmlns:a16="http://schemas.microsoft.com/office/drawing/2014/main" id="{801155BE-9168-3B37-37D7-58E2E91838E7}"/>
              </a:ext>
            </a:extLst>
          </p:cNvPr>
          <p:cNvSpPr>
            <a:spLocks noGrp="1" noChangeAspect="1"/>
          </p:cNvSpPr>
          <p:nvPr>
            <p:ph type="pic" sz="quarter" idx="26"/>
          </p:nvPr>
        </p:nvSpPr>
        <p:spPr>
          <a:xfrm>
            <a:off x="8867860"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6" name="Content Placeholder 4">
            <a:extLst>
              <a:ext uri="{FF2B5EF4-FFF2-40B4-BE49-F238E27FC236}">
                <a16:creationId xmlns:a16="http://schemas.microsoft.com/office/drawing/2014/main" id="{96E5FE48-6A9D-1329-BC32-D549789EECEF}"/>
              </a:ext>
            </a:extLst>
          </p:cNvPr>
          <p:cNvSpPr>
            <a:spLocks noGrp="1"/>
          </p:cNvSpPr>
          <p:nvPr>
            <p:ph sz="quarter" idx="27"/>
          </p:nvPr>
        </p:nvSpPr>
        <p:spPr>
          <a:xfrm>
            <a:off x="8213681"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7" name="Content Placeholder 4">
            <a:extLst>
              <a:ext uri="{FF2B5EF4-FFF2-40B4-BE49-F238E27FC236}">
                <a16:creationId xmlns:a16="http://schemas.microsoft.com/office/drawing/2014/main" id="{D55B831E-8B46-0D1E-3F5C-632827FDA590}"/>
              </a:ext>
            </a:extLst>
          </p:cNvPr>
          <p:cNvSpPr>
            <a:spLocks noGrp="1"/>
          </p:cNvSpPr>
          <p:nvPr>
            <p:ph sz="quarter" idx="28" hasCustomPrompt="1"/>
          </p:nvPr>
        </p:nvSpPr>
        <p:spPr>
          <a:xfrm>
            <a:off x="8213681"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Tree>
    <p:extLst>
      <p:ext uri="{BB962C8B-B14F-4D97-AF65-F5344CB8AC3E}">
        <p14:creationId xmlns:p14="http://schemas.microsoft.com/office/powerpoint/2010/main" val="564420"/>
      </p:ext>
    </p:extLst>
  </p:cSld>
  <p:clrMapOvr>
    <a:masterClrMapping/>
  </p:clrMapOvr>
  <p:extLst>
    <p:ext uri="{DCECCB84-F9BA-43D5-87BE-67443E8EF086}">
      <p15:sldGuideLst xmlns:p15="http://schemas.microsoft.com/office/powerpoint/2012/main">
        <p15:guide id="1" pos="211">
          <p15:clr>
            <a:srgbClr val="FBAE40"/>
          </p15:clr>
        </p15:guide>
        <p15:guide id="2" orient="horz" pos="210">
          <p15:clr>
            <a:srgbClr val="FBAE40"/>
          </p15:clr>
        </p15:guide>
        <p15:guide id="3" orient="horz" pos="414">
          <p15:clr>
            <a:srgbClr val="FBAE40"/>
          </p15:clr>
        </p15:guide>
        <p15:guide id="4" orient="horz" pos="913">
          <p15:clr>
            <a:srgbClr val="FBAE40"/>
          </p15:clr>
        </p15:guide>
        <p15:guide id="5" orient="horz" pos="4110">
          <p15:clr>
            <a:srgbClr val="FBAE40"/>
          </p15:clr>
        </p15:guide>
        <p15:guide id="6" orient="horz" pos="3906">
          <p15:clr>
            <a:srgbClr val="FBAE40"/>
          </p15:clr>
        </p15:guide>
        <p15:guide id="7" pos="746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3"/>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90352F92-09FD-6C95-2310-D1E6CB738831}"/>
              </a:ext>
            </a:extLst>
          </p:cNvPr>
          <p:cNvSpPr>
            <a:spLocks noGrp="1"/>
          </p:cNvSpPr>
          <p:nvPr>
            <p:ph sz="quarter" idx="19"/>
          </p:nvPr>
        </p:nvSpPr>
        <p:spPr>
          <a:xfrm>
            <a:off x="4152426" y="551208"/>
            <a:ext cx="7704611" cy="5649562"/>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Slide Number Placeholder 6">
            <a:extLst>
              <a:ext uri="{FF2B5EF4-FFF2-40B4-BE49-F238E27FC236}">
                <a16:creationId xmlns:a16="http://schemas.microsoft.com/office/drawing/2014/main" id="{E375921B-3BC6-0782-EADD-26857A7847E4}"/>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6" name="Tijdelijke aanduiding voor voettekst 2">
            <a:extLst>
              <a:ext uri="{FF2B5EF4-FFF2-40B4-BE49-F238E27FC236}">
                <a16:creationId xmlns:a16="http://schemas.microsoft.com/office/drawing/2014/main" id="{4695A83F-C9ED-F50C-E5A4-53C061CBD656}"/>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548213796"/>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Grey)">
    <p:bg>
      <p:bgPr>
        <a:solidFill>
          <a:schemeClr val="bg2"/>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Slide Number Placeholder 6">
            <a:extLst>
              <a:ext uri="{FF2B5EF4-FFF2-40B4-BE49-F238E27FC236}">
                <a16:creationId xmlns:a16="http://schemas.microsoft.com/office/drawing/2014/main" id="{7E1E1944-7068-A8DF-C647-3C98885A9468}"/>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6" name="Tijdelijke aanduiding voor voettekst 2">
            <a:extLst>
              <a:ext uri="{FF2B5EF4-FFF2-40B4-BE49-F238E27FC236}">
                <a16:creationId xmlns:a16="http://schemas.microsoft.com/office/drawing/2014/main" id="{DC9FAC1A-F1D5-FFFD-873B-E3B269FCBA44}"/>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8" name="Title 1">
            <a:extLst>
              <a:ext uri="{FF2B5EF4-FFF2-40B4-BE49-F238E27FC236}">
                <a16:creationId xmlns:a16="http://schemas.microsoft.com/office/drawing/2014/main" id="{DDEF9E1C-0DDE-1761-89FF-553DF6904A0F}"/>
              </a:ext>
            </a:extLst>
          </p:cNvPr>
          <p:cNvSpPr>
            <a:spLocks noGrp="1"/>
          </p:cNvSpPr>
          <p:nvPr>
            <p:ph type="title"/>
          </p:nvPr>
        </p:nvSpPr>
        <p:spPr>
          <a:xfrm>
            <a:off x="242969" y="519957"/>
            <a:ext cx="3817994" cy="5680817"/>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9" name="Content Placeholder 4">
            <a:extLst>
              <a:ext uri="{FF2B5EF4-FFF2-40B4-BE49-F238E27FC236}">
                <a16:creationId xmlns:a16="http://schemas.microsoft.com/office/drawing/2014/main" id="{CD0841CC-FDBC-C6F5-5902-8F290A2B6EA6}"/>
              </a:ext>
            </a:extLst>
          </p:cNvPr>
          <p:cNvSpPr>
            <a:spLocks noGrp="1"/>
          </p:cNvSpPr>
          <p:nvPr>
            <p:ph sz="quarter" idx="19"/>
          </p:nvPr>
        </p:nvSpPr>
        <p:spPr>
          <a:xfrm>
            <a:off x="4152426" y="551207"/>
            <a:ext cx="7704611" cy="5649563"/>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79170250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Dark)">
    <p:bg>
      <p:bgPr>
        <a:solidFill>
          <a:schemeClr val="tx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Slide Number Placeholder 6">
            <a:extLst>
              <a:ext uri="{FF2B5EF4-FFF2-40B4-BE49-F238E27FC236}">
                <a16:creationId xmlns:a16="http://schemas.microsoft.com/office/drawing/2014/main" id="{977BC1F3-41D6-531A-C75A-48C63980B5C1}"/>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9" name="Tijdelijke aanduiding voor voettekst 2">
            <a:extLst>
              <a:ext uri="{FF2B5EF4-FFF2-40B4-BE49-F238E27FC236}">
                <a16:creationId xmlns:a16="http://schemas.microsoft.com/office/drawing/2014/main" id="{D49A1260-7183-3F25-A44A-BE7847AFB49A}"/>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
        <p:nvSpPr>
          <p:cNvPr id="10" name="Title 1">
            <a:extLst>
              <a:ext uri="{FF2B5EF4-FFF2-40B4-BE49-F238E27FC236}">
                <a16:creationId xmlns:a16="http://schemas.microsoft.com/office/drawing/2014/main" id="{75F989AE-CE31-973C-6843-1B5DD053E1F1}"/>
              </a:ext>
            </a:extLst>
          </p:cNvPr>
          <p:cNvSpPr>
            <a:spLocks noGrp="1"/>
          </p:cNvSpPr>
          <p:nvPr>
            <p:ph type="title"/>
          </p:nvPr>
        </p:nvSpPr>
        <p:spPr>
          <a:xfrm>
            <a:off x="242969" y="519957"/>
            <a:ext cx="3817994" cy="5680817"/>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12" name="Content Placeholder 4">
            <a:extLst>
              <a:ext uri="{FF2B5EF4-FFF2-40B4-BE49-F238E27FC236}">
                <a16:creationId xmlns:a16="http://schemas.microsoft.com/office/drawing/2014/main" id="{9ADBD5AC-4842-A17A-97DA-56BB274889ED}"/>
              </a:ext>
            </a:extLst>
          </p:cNvPr>
          <p:cNvSpPr>
            <a:spLocks noGrp="1"/>
          </p:cNvSpPr>
          <p:nvPr>
            <p:ph sz="quarter" idx="19"/>
          </p:nvPr>
        </p:nvSpPr>
        <p:spPr>
          <a:xfrm>
            <a:off x="4152426" y="551207"/>
            <a:ext cx="7704611" cy="5649567"/>
          </a:xfrm>
        </p:spPr>
        <p:txBody>
          <a:bodyPr/>
          <a:lstStyle>
            <a:lvl1pPr marL="334390" indent="-293751">
              <a:spcBef>
                <a:spcPts val="1176"/>
              </a:spcBef>
              <a:defRPr sz="2400">
                <a:solidFill>
                  <a:schemeClr val="bg1"/>
                </a:solidFill>
              </a:defRPr>
            </a:lvl1pPr>
            <a:lvl2pPr marL="648460" indent="-293751">
              <a:spcBef>
                <a:spcPts val="1176"/>
              </a:spcBef>
              <a:defRPr sz="2400">
                <a:solidFill>
                  <a:schemeClr val="bg1"/>
                </a:solidFill>
              </a:defRPr>
            </a:lvl2pPr>
            <a:lvl3pPr marL="954403" indent="-293751">
              <a:spcBef>
                <a:spcPts val="1176"/>
              </a:spcBef>
              <a:defRPr sz="2400">
                <a:solidFill>
                  <a:schemeClr val="bg1"/>
                </a:solidFill>
              </a:defRPr>
            </a:lvl3pPr>
            <a:lvl4pPr marL="1248154" indent="-293751">
              <a:spcBef>
                <a:spcPts val="1176"/>
              </a:spcBef>
              <a:defRPr sz="2400">
                <a:solidFill>
                  <a:schemeClr val="bg1"/>
                </a:solidFill>
              </a:defRPr>
            </a:lvl4pPr>
            <a:lvl5pPr marL="1544400" indent="-295200">
              <a:spcBef>
                <a:spcPts val="1176"/>
              </a:spcBef>
              <a:defRPr sz="2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09432664"/>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p:bg>
      <p:bgPr>
        <a:solidFill>
          <a:schemeClr val="bg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7"/>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Content Placeholder 4">
            <a:extLst>
              <a:ext uri="{FF2B5EF4-FFF2-40B4-BE49-F238E27FC236}">
                <a16:creationId xmlns:a16="http://schemas.microsoft.com/office/drawing/2014/main" id="{B3710905-0921-B14E-951B-3D074520550C}"/>
              </a:ext>
            </a:extLst>
          </p:cNvPr>
          <p:cNvSpPr>
            <a:spLocks noGrp="1"/>
          </p:cNvSpPr>
          <p:nvPr>
            <p:ph sz="quarter" idx="17"/>
          </p:nvPr>
        </p:nvSpPr>
        <p:spPr>
          <a:xfrm>
            <a:off x="8150085" y="557835"/>
            <a:ext cx="3705915" cy="56429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4">
            <a:extLst>
              <a:ext uri="{FF2B5EF4-FFF2-40B4-BE49-F238E27FC236}">
                <a16:creationId xmlns:a16="http://schemas.microsoft.com/office/drawing/2014/main" id="{3A61168B-746D-0F1E-8ABF-B574466BF75A}"/>
              </a:ext>
            </a:extLst>
          </p:cNvPr>
          <p:cNvSpPr>
            <a:spLocks noGrp="1"/>
          </p:cNvSpPr>
          <p:nvPr>
            <p:ph sz="quarter" idx="19"/>
          </p:nvPr>
        </p:nvSpPr>
        <p:spPr>
          <a:xfrm>
            <a:off x="4165679" y="557834"/>
            <a:ext cx="3785626" cy="5642939"/>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6">
            <a:extLst>
              <a:ext uri="{FF2B5EF4-FFF2-40B4-BE49-F238E27FC236}">
                <a16:creationId xmlns:a16="http://schemas.microsoft.com/office/drawing/2014/main" id="{35D3CD3E-D68F-F1FD-C1CC-A3B3A9BC4F0D}"/>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11" name="Tijdelijke aanduiding voor voettekst 2">
            <a:extLst>
              <a:ext uri="{FF2B5EF4-FFF2-40B4-BE49-F238E27FC236}">
                <a16:creationId xmlns:a16="http://schemas.microsoft.com/office/drawing/2014/main" id="{03A8F1C1-F800-5353-A653-C25D0157B9FA}"/>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04916931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lumns Right">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4306691" y="551209"/>
            <a:ext cx="7434735" cy="5511662"/>
          </a:xfrm>
        </p:spPr>
        <p:txBody>
          <a:bodyPr/>
          <a:lstStyle>
            <a:lvl1pPr marL="383539" indent="-342900">
              <a:spcBef>
                <a:spcPts val="1176"/>
              </a:spcBef>
              <a:buFont typeface="Arial" panose="020B0604020202020204" pitchFamily="34" charset="0"/>
              <a:buChar char="•"/>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2012145791"/>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userDrawn="1">
          <p15:clr>
            <a:srgbClr val="FBAE40"/>
          </p15:clr>
        </p15:guide>
        <p15:guide id="13" orient="horz" pos="390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Right (Grey)">
    <p:bg>
      <p:bgPr>
        <a:solidFill>
          <a:schemeClr val="bg2"/>
        </a:solidFill>
        <a:effectLst/>
      </p:bgPr>
    </p:bg>
    <p:spTree>
      <p:nvGrpSpPr>
        <p:cNvPr id="1" name=""/>
        <p:cNvGrpSpPr/>
        <p:nvPr/>
      </p:nvGrpSpPr>
      <p:grpSpPr>
        <a:xfrm>
          <a:off x="0" y="0"/>
          <a:ext cx="0" cy="0"/>
          <a:chOff x="0" y="0"/>
          <a:chExt cx="0" cy="0"/>
        </a:xfrm>
      </p:grpSpPr>
      <p:sp>
        <p:nvSpPr>
          <p:cNvPr id="6" name="Rechthoek 8">
            <a:extLst>
              <a:ext uri="{FF2B5EF4-FFF2-40B4-BE49-F238E27FC236}">
                <a16:creationId xmlns:a16="http://schemas.microsoft.com/office/drawing/2014/main" id="{37A50D53-3DF6-C1E3-48FB-53E227B07436}"/>
              </a:ext>
            </a:extLst>
          </p:cNvPr>
          <p:cNvSpPr/>
          <p:nvPr userDrawn="1"/>
        </p:nvSpPr>
        <p:spPr>
          <a:xfrm flipH="1">
            <a:off x="336000"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4233001"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501386" y="519956"/>
            <a:ext cx="3421257" cy="5558400"/>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4" name="Slide Number Placeholder 6">
            <a:extLst>
              <a:ext uri="{FF2B5EF4-FFF2-40B4-BE49-F238E27FC236}">
                <a16:creationId xmlns:a16="http://schemas.microsoft.com/office/drawing/2014/main" id="{BDC6F17B-22E1-D7A4-427C-8C2B59034954}"/>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AD601AC4-9A72-A8AE-1C19-F7AD1F3C7086}"/>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8" name="Content Placeholder 4">
            <a:extLst>
              <a:ext uri="{FF2B5EF4-FFF2-40B4-BE49-F238E27FC236}">
                <a16:creationId xmlns:a16="http://schemas.microsoft.com/office/drawing/2014/main" id="{EF71EC62-9703-22DC-48FF-5BB20DB8A0FB}"/>
              </a:ext>
            </a:extLst>
          </p:cNvPr>
          <p:cNvSpPr>
            <a:spLocks noGrp="1"/>
          </p:cNvSpPr>
          <p:nvPr>
            <p:ph sz="quarter" idx="19"/>
          </p:nvPr>
        </p:nvSpPr>
        <p:spPr>
          <a:xfrm>
            <a:off x="4152426" y="551207"/>
            <a:ext cx="7704611" cy="5649565"/>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6204473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guide id="9" pos="266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Column Right">
    <p:bg>
      <p:bgPr>
        <a:solidFill>
          <a:schemeClr val="bg1"/>
        </a:solidFill>
        <a:effectLst/>
      </p:bgPr>
    </p:bg>
    <p:spTree>
      <p:nvGrpSpPr>
        <p:cNvPr id="1" name=""/>
        <p:cNvGrpSpPr/>
        <p:nvPr/>
      </p:nvGrpSpPr>
      <p:grpSpPr>
        <a:xfrm>
          <a:off x="0" y="0"/>
          <a:ext cx="0" cy="0"/>
          <a:chOff x="0" y="0"/>
          <a:chExt cx="0" cy="0"/>
        </a:xfrm>
      </p:grpSpPr>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242969" y="519957"/>
            <a:ext cx="7716032" cy="5680818"/>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145" name="Rechte verbindingslijn 8">
            <a:extLst>
              <a:ext uri="{FF2B5EF4-FFF2-40B4-BE49-F238E27FC236}">
                <a16:creationId xmlns:a16="http://schemas.microsoft.com/office/drawing/2014/main" id="{A41C52AB-9C78-BF92-968A-00DC2A6E2BEF}"/>
              </a:ext>
            </a:extLst>
          </p:cNvPr>
          <p:cNvCxnSpPr>
            <a:cxnSpLocks/>
          </p:cNvCxnSpPr>
          <p:nvPr userDrawn="1"/>
        </p:nvCxnSpPr>
        <p:spPr>
          <a:xfrm flipH="1">
            <a:off x="8131038"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46" name="Content Placeholder 4">
            <a:extLst>
              <a:ext uri="{FF2B5EF4-FFF2-40B4-BE49-F238E27FC236}">
                <a16:creationId xmlns:a16="http://schemas.microsoft.com/office/drawing/2014/main" id="{6A3BEB99-7EBF-D297-4E7F-2FB9E34DDC51}"/>
              </a:ext>
            </a:extLst>
          </p:cNvPr>
          <p:cNvSpPr>
            <a:spLocks noGrp="1"/>
          </p:cNvSpPr>
          <p:nvPr>
            <p:ph sz="quarter" idx="19"/>
          </p:nvPr>
        </p:nvSpPr>
        <p:spPr>
          <a:xfrm>
            <a:off x="8091282" y="572966"/>
            <a:ext cx="3765755" cy="562780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7" name="Slide Number Placeholder 6">
            <a:extLst>
              <a:ext uri="{FF2B5EF4-FFF2-40B4-BE49-F238E27FC236}">
                <a16:creationId xmlns:a16="http://schemas.microsoft.com/office/drawing/2014/main" id="{A0D11A25-5915-826B-D676-7939F793ADA9}"/>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CC97F473-C6E9-4A61-E4F3-E0D1D22535B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214958190"/>
      </p:ext>
    </p:extLst>
  </p:cSld>
  <p:clrMapOvr>
    <a:masterClrMapping/>
  </p:clrMapOvr>
  <p:extLst>
    <p:ext uri="{DCECCB84-F9BA-43D5-87BE-67443E8EF086}">
      <p15:sldGuideLst xmlns:p15="http://schemas.microsoft.com/office/powerpoint/2012/main">
        <p15:guide id="1" pos="211" userDrawn="1">
          <p15:clr>
            <a:srgbClr val="FBAE40"/>
          </p15:clr>
        </p15:guide>
        <p15:guide id="3" pos="7469" userDrawn="1">
          <p15:clr>
            <a:srgbClr val="FBAE40"/>
          </p15:clr>
        </p15:guide>
        <p15:guide id="5" orient="horz" pos="414" userDrawn="1">
          <p15:clr>
            <a:srgbClr val="FBAE40"/>
          </p15:clr>
        </p15:guide>
        <p15:guide id="6" orient="horz" pos="210" userDrawn="1">
          <p15:clr>
            <a:srgbClr val="FBAE40"/>
          </p15:clr>
        </p15:guide>
        <p15:guide id="7" pos="5019" userDrawn="1">
          <p15:clr>
            <a:srgbClr val="FBAE40"/>
          </p15:clr>
        </p15:guide>
        <p15:guide id="8" orient="horz" pos="4110" userDrawn="1">
          <p15:clr>
            <a:srgbClr val="FBAE40"/>
          </p15:clr>
        </p15:guide>
        <p15:guide id="9" orient="horz" pos="3906"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mall Column Right (Grey)">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8131038"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 name="Content Placeholder 4">
            <a:extLst>
              <a:ext uri="{FF2B5EF4-FFF2-40B4-BE49-F238E27FC236}">
                <a16:creationId xmlns:a16="http://schemas.microsoft.com/office/drawing/2014/main" id="{45D90A1D-230A-BCDB-1B3E-B239CD154A18}"/>
              </a:ext>
            </a:extLst>
          </p:cNvPr>
          <p:cNvSpPr>
            <a:spLocks noGrp="1"/>
          </p:cNvSpPr>
          <p:nvPr>
            <p:ph sz="quarter" idx="19"/>
          </p:nvPr>
        </p:nvSpPr>
        <p:spPr>
          <a:xfrm>
            <a:off x="8229600" y="572966"/>
            <a:ext cx="3458818" cy="5520185"/>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242969" y="519957"/>
            <a:ext cx="7716032" cy="5692187"/>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3" name="Slide Number Placeholder 6">
            <a:extLst>
              <a:ext uri="{FF2B5EF4-FFF2-40B4-BE49-F238E27FC236}">
                <a16:creationId xmlns:a16="http://schemas.microsoft.com/office/drawing/2014/main" id="{71EF82F7-5754-2645-C4BF-3D06C38286A6}"/>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9A163764-6823-6A1B-C5A7-5AE4603F8CD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905752808"/>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pos="5019">
          <p15:clr>
            <a:srgbClr val="FBAE40"/>
          </p15:clr>
        </p15:guide>
        <p15:guide id="8" orient="horz" pos="4110" userDrawn="1">
          <p15:clr>
            <a:srgbClr val="FBAE40"/>
          </p15:clr>
        </p15:guide>
        <p15:guide id="9" orient="horz" pos="390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 Classic">
    <p:spTree>
      <p:nvGrpSpPr>
        <p:cNvPr id="1" name=""/>
        <p:cNvGrpSpPr/>
        <p:nvPr/>
      </p:nvGrpSpPr>
      <p:grpSpPr>
        <a:xfrm>
          <a:off x="0" y="0"/>
          <a:ext cx="0" cy="0"/>
          <a:chOff x="0" y="0"/>
          <a:chExt cx="0" cy="0"/>
        </a:xfrm>
      </p:grpSpPr>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0FB4C7A-C9DD-C732-C6FA-9DD015916782}"/>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616EE94F-EDA2-78D4-9A52-D8AC96E8A80B}"/>
              </a:ext>
            </a:extLst>
          </p:cNvPr>
          <p:cNvSpPr>
            <a:spLocks noGrp="1"/>
          </p:cNvSpPr>
          <p:nvPr>
            <p:ph sz="quarter" idx="19"/>
          </p:nvPr>
        </p:nvSpPr>
        <p:spPr>
          <a:xfrm>
            <a:off x="209835" y="1451737"/>
            <a:ext cx="11641619" cy="47490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63C1ABF0-76D9-8274-27C7-F4119B777435}"/>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2C7664AC-50C6-DF7F-8314-B795788BD4F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85418193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lumns - Classic (Grey)">
    <p:bg>
      <p:bgPr>
        <a:solidFill>
          <a:schemeClr val="bg2"/>
        </a:solidFill>
        <a:effectLst/>
      </p:bgPr>
    </p:bg>
    <p:spTree>
      <p:nvGrpSpPr>
        <p:cNvPr id="1" name=""/>
        <p:cNvGrpSpPr/>
        <p:nvPr/>
      </p:nvGrpSpPr>
      <p:grpSpPr>
        <a:xfrm>
          <a:off x="0" y="0"/>
          <a:ext cx="0" cy="0"/>
          <a:chOff x="0" y="0"/>
          <a:chExt cx="0" cy="0"/>
        </a:xfrm>
      </p:grpSpPr>
      <p:cxnSp>
        <p:nvCxnSpPr>
          <p:cNvPr id="2" name="Rechte verbindingslijn 8">
            <a:extLst>
              <a:ext uri="{FF2B5EF4-FFF2-40B4-BE49-F238E27FC236}">
                <a16:creationId xmlns:a16="http://schemas.microsoft.com/office/drawing/2014/main" id="{76501614-6A83-AAC2-7106-02BC1AE84951}"/>
              </a:ext>
            </a:extLst>
          </p:cNvPr>
          <p:cNvCxnSpPr>
            <a:cxnSpLocks/>
          </p:cNvCxnSpPr>
          <p:nvPr userDrawn="1"/>
        </p:nvCxnSpPr>
        <p:spPr>
          <a:xfrm flipH="1">
            <a:off x="336000" y="354338"/>
            <a:ext cx="11520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97CF2491-B0EE-27E1-8189-732B80A05713}"/>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3CC906F6-18E5-2473-588E-A77F259F694F}"/>
              </a:ext>
            </a:extLst>
          </p:cNvPr>
          <p:cNvSpPr>
            <a:spLocks noGrp="1"/>
          </p:cNvSpPr>
          <p:nvPr>
            <p:ph sz="quarter" idx="19"/>
          </p:nvPr>
        </p:nvSpPr>
        <p:spPr>
          <a:xfrm>
            <a:off x="209835" y="1451737"/>
            <a:ext cx="11641619" cy="47490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0D5C5C23-9496-CCC5-CED7-FD522EBC1A57}"/>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3" name="Tijdelijke aanduiding voor voettekst 2">
            <a:extLst>
              <a:ext uri="{FF2B5EF4-FFF2-40B4-BE49-F238E27FC236}">
                <a16:creationId xmlns:a16="http://schemas.microsoft.com/office/drawing/2014/main" id="{E1EB7E51-1900-CD72-338E-9904C08ACAB0}"/>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417686229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Columns - Classic (Dark)">
    <p:bg>
      <p:bgPr>
        <a:solidFill>
          <a:schemeClr val="tx1"/>
        </a:solidFill>
        <a:effectLst/>
      </p:bgPr>
    </p:bg>
    <p:spTree>
      <p:nvGrpSpPr>
        <p:cNvPr id="1" name=""/>
        <p:cNvGrpSpPr/>
        <p:nvPr/>
      </p:nvGrpSpPr>
      <p:grpSpPr>
        <a:xfrm>
          <a:off x="0" y="0"/>
          <a:ext cx="0" cy="0"/>
          <a:chOff x="0" y="0"/>
          <a:chExt cx="0" cy="0"/>
        </a:xfrm>
      </p:grpSpPr>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ED88F95F-5FBF-59C5-6EEB-ABCE7212B946}"/>
              </a:ext>
            </a:extLst>
          </p:cNvPr>
          <p:cNvSpPr>
            <a:spLocks noGrp="1"/>
          </p:cNvSpPr>
          <p:nvPr>
            <p:ph type="title"/>
          </p:nvPr>
        </p:nvSpPr>
        <p:spPr>
          <a:xfrm>
            <a:off x="242969" y="533210"/>
            <a:ext cx="11608486" cy="918528"/>
          </a:xfrm>
          <a:prstGeom prst="rect">
            <a:avLst/>
          </a:prstGeom>
        </p:spPr>
        <p:txBody>
          <a:bodyPr/>
          <a:lstStyle>
            <a:lvl1pPr>
              <a:defRPr sz="2800">
                <a:solidFill>
                  <a:schemeClr val="bg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B1BBA972-78D3-F3F3-08CF-F5C26BF1E9D4}"/>
              </a:ext>
            </a:extLst>
          </p:cNvPr>
          <p:cNvSpPr>
            <a:spLocks noGrp="1"/>
          </p:cNvSpPr>
          <p:nvPr>
            <p:ph sz="quarter" idx="19"/>
          </p:nvPr>
        </p:nvSpPr>
        <p:spPr>
          <a:xfrm>
            <a:off x="209835" y="1451738"/>
            <a:ext cx="11641619" cy="4749037"/>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5FA98234-89D6-822F-8A10-E7DFEDC9C90B}"/>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9028CEA8-B60D-3F16-2760-CE24E1FEE261}"/>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58915973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wo Columns 2">
    <p:spTree>
      <p:nvGrpSpPr>
        <p:cNvPr id="1" name=""/>
        <p:cNvGrpSpPr/>
        <p:nvPr/>
      </p:nvGrpSpPr>
      <p:grpSpPr>
        <a:xfrm>
          <a:off x="0" y="0"/>
          <a:ext cx="0" cy="0"/>
          <a:chOff x="0" y="0"/>
          <a:chExt cx="0" cy="0"/>
        </a:xfrm>
      </p:grpSpPr>
      <p:sp>
        <p:nvSpPr>
          <p:cNvPr id="12" name="Content Placeholder 4">
            <a:extLst>
              <a:ext uri="{FF2B5EF4-FFF2-40B4-BE49-F238E27FC236}">
                <a16:creationId xmlns:a16="http://schemas.microsoft.com/office/drawing/2014/main" id="{7841F79A-1F6D-73C9-7D44-7EC1E24F6BCD}"/>
              </a:ext>
            </a:extLst>
          </p:cNvPr>
          <p:cNvSpPr>
            <a:spLocks noGrp="1"/>
          </p:cNvSpPr>
          <p:nvPr>
            <p:ph sz="quarter" idx="27"/>
          </p:nvPr>
        </p:nvSpPr>
        <p:spPr>
          <a:xfrm>
            <a:off x="6229340" y="1451738"/>
            <a:ext cx="5622115" cy="4749037"/>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4">
            <a:extLst>
              <a:ext uri="{FF2B5EF4-FFF2-40B4-BE49-F238E27FC236}">
                <a16:creationId xmlns:a16="http://schemas.microsoft.com/office/drawing/2014/main" id="{5635ADD7-25CD-1FF7-DA90-C489DA403E96}"/>
              </a:ext>
            </a:extLst>
          </p:cNvPr>
          <p:cNvSpPr>
            <a:spLocks noGrp="1"/>
          </p:cNvSpPr>
          <p:nvPr>
            <p:ph sz="quarter" idx="19"/>
          </p:nvPr>
        </p:nvSpPr>
        <p:spPr>
          <a:xfrm>
            <a:off x="209836" y="1451738"/>
            <a:ext cx="5752824" cy="4749037"/>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C66F6F91-52A6-BB43-E787-E577D8E2118B}"/>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14" name="Slide Number Placeholder 6">
            <a:extLst>
              <a:ext uri="{FF2B5EF4-FFF2-40B4-BE49-F238E27FC236}">
                <a16:creationId xmlns:a16="http://schemas.microsoft.com/office/drawing/2014/main" id="{DD2B1061-F88C-28AE-A9A1-05465AC7F2B1}"/>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279AC725-EDFE-09CB-9BB4-51E67ED2913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727729898"/>
      </p:ext>
    </p:extLst>
  </p:cSld>
  <p:clrMapOvr>
    <a:masterClrMapping/>
  </p:clrMapOvr>
  <p:extLst>
    <p:ext uri="{DCECCB84-F9BA-43D5-87BE-67443E8EF086}">
      <p15:sldGuideLst xmlns:p15="http://schemas.microsoft.com/office/powerpoint/2012/main">
        <p15:guide id="1" pos="211">
          <p15:clr>
            <a:srgbClr val="FBAE40"/>
          </p15:clr>
        </p15:guide>
        <p15:guide id="2" pos="7469" userDrawn="1">
          <p15:clr>
            <a:srgbClr val="FBAE40"/>
          </p15:clr>
        </p15:guide>
        <p15:guide id="3" orient="horz" pos="210" userDrawn="1">
          <p15:clr>
            <a:srgbClr val="FBAE40"/>
          </p15:clr>
        </p15:guide>
        <p15:guide id="4" orient="horz" pos="414" userDrawn="1">
          <p15:clr>
            <a:srgbClr val="FBAE40"/>
          </p15:clr>
        </p15:guide>
        <p15:guide id="5" orient="horz" pos="913" userDrawn="1">
          <p15:clr>
            <a:srgbClr val="FBAE40"/>
          </p15:clr>
        </p15:guide>
        <p15:guide id="6" orient="horz" pos="4110" userDrawn="1">
          <p15:clr>
            <a:srgbClr val="FBAE40"/>
          </p15:clr>
        </p15:guide>
        <p15:guide id="7" orient="horz" pos="3906"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Columns - Classic">
    <p:spTree>
      <p:nvGrpSpPr>
        <p:cNvPr id="1" name=""/>
        <p:cNvGrpSpPr/>
        <p:nvPr/>
      </p:nvGrpSpPr>
      <p:grpSpPr>
        <a:xfrm>
          <a:off x="0" y="0"/>
          <a:ext cx="0" cy="0"/>
          <a:chOff x="0" y="0"/>
          <a:chExt cx="0" cy="0"/>
        </a:xfrm>
      </p:grpSpPr>
      <p:sp>
        <p:nvSpPr>
          <p:cNvPr id="14" name="Content Placeholder 4">
            <a:extLst>
              <a:ext uri="{FF2B5EF4-FFF2-40B4-BE49-F238E27FC236}">
                <a16:creationId xmlns:a16="http://schemas.microsoft.com/office/drawing/2014/main" id="{E14805C7-358A-0142-C3D2-092FE1C51651}"/>
              </a:ext>
            </a:extLst>
          </p:cNvPr>
          <p:cNvSpPr>
            <a:spLocks noGrp="1"/>
          </p:cNvSpPr>
          <p:nvPr>
            <p:ph sz="quarter" idx="26"/>
          </p:nvPr>
        </p:nvSpPr>
        <p:spPr>
          <a:xfrm>
            <a:off x="8275463" y="1453676"/>
            <a:ext cx="3589243"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4">
            <a:extLst>
              <a:ext uri="{FF2B5EF4-FFF2-40B4-BE49-F238E27FC236}">
                <a16:creationId xmlns:a16="http://schemas.microsoft.com/office/drawing/2014/main" id="{96E0F4DD-5CD0-1B6F-66D2-D73EA6224691}"/>
              </a:ext>
            </a:extLst>
          </p:cNvPr>
          <p:cNvSpPr>
            <a:spLocks noGrp="1"/>
          </p:cNvSpPr>
          <p:nvPr>
            <p:ph sz="quarter" idx="25"/>
          </p:nvPr>
        </p:nvSpPr>
        <p:spPr>
          <a:xfrm>
            <a:off x="4215492" y="1453676"/>
            <a:ext cx="3808699"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4">
            <a:extLst>
              <a:ext uri="{FF2B5EF4-FFF2-40B4-BE49-F238E27FC236}">
                <a16:creationId xmlns:a16="http://schemas.microsoft.com/office/drawing/2014/main" id="{FDBA24A9-40A8-1D95-8E7A-C756E613C3CF}"/>
              </a:ext>
            </a:extLst>
          </p:cNvPr>
          <p:cNvSpPr>
            <a:spLocks noGrp="1"/>
          </p:cNvSpPr>
          <p:nvPr>
            <p:ph sz="quarter" idx="19"/>
          </p:nvPr>
        </p:nvSpPr>
        <p:spPr>
          <a:xfrm>
            <a:off x="216460" y="1453676"/>
            <a:ext cx="3747759"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4E3E1E6A-8280-50E4-CAD0-BB9E93B9CB65}"/>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15" name="Slide Number Placeholder 6">
            <a:extLst>
              <a:ext uri="{FF2B5EF4-FFF2-40B4-BE49-F238E27FC236}">
                <a16:creationId xmlns:a16="http://schemas.microsoft.com/office/drawing/2014/main" id="{6AD72D60-4ED5-4094-5FD8-E5F86BAF806D}"/>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995727C3-BEA2-9D77-BEE0-21E85E2BCD41}"/>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582267712"/>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tx1"/>
        </a:solidFill>
        <a:effectLst/>
      </p:bgPr>
    </p:bg>
    <p:spTree>
      <p:nvGrpSpPr>
        <p:cNvPr id="1" name=""/>
        <p:cNvGrpSpPr/>
        <p:nvPr/>
      </p:nvGrpSpPr>
      <p:grpSpPr>
        <a:xfrm>
          <a:off x="0" y="0"/>
          <a:ext cx="0" cy="0"/>
          <a:chOff x="0" y="0"/>
          <a:chExt cx="0" cy="0"/>
        </a:xfrm>
      </p:grpSpPr>
      <p:pic>
        <p:nvPicPr>
          <p:cNvPr id="54" name="Picture 53" descr="A black and white sign with white text&#10;&#10;Description automatically generated">
            <a:extLst>
              <a:ext uri="{FF2B5EF4-FFF2-40B4-BE49-F238E27FC236}">
                <a16:creationId xmlns:a16="http://schemas.microsoft.com/office/drawing/2014/main" id="{1C52C29C-582D-2872-23AC-FB9EAAF2C13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842000"/>
            <a:ext cx="2799645" cy="1016000"/>
          </a:xfrm>
          <a:prstGeom prst="rect">
            <a:avLst/>
          </a:prstGeom>
        </p:spPr>
      </p:pic>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77" name="Picture 76" descr="A blue circle with a white play button&#10;&#10;Description automatically generated">
            <a:hlinkClick r:id="rId3"/>
            <a:extLst>
              <a:ext uri="{FF2B5EF4-FFF2-40B4-BE49-F238E27FC236}">
                <a16:creationId xmlns:a16="http://schemas.microsoft.com/office/drawing/2014/main" id="{01DEC49A-7E78-3F93-141E-F92187BB752D}"/>
              </a:ext>
            </a:extLst>
          </p:cNvPr>
          <p:cNvPicPr>
            <a:picLocks noChangeAspect="1"/>
          </p:cNvPicPr>
          <p:nvPr userDrawn="1"/>
        </p:nvPicPr>
        <p:blipFill>
          <a:blip r:embed="rId4"/>
          <a:stretch>
            <a:fillRect/>
          </a:stretch>
        </p:blipFill>
        <p:spPr>
          <a:xfrm>
            <a:off x="11009427" y="6180800"/>
            <a:ext cx="338400" cy="338400"/>
          </a:xfrm>
          <a:prstGeom prst="rect">
            <a:avLst/>
          </a:prstGeom>
        </p:spPr>
      </p:pic>
      <p:pic>
        <p:nvPicPr>
          <p:cNvPr id="79" name="Picture 78" descr="A blue circle with a white letter f in it&#10;&#10;Description automatically generated">
            <a:hlinkClick r:id="rId5"/>
            <a:extLst>
              <a:ext uri="{FF2B5EF4-FFF2-40B4-BE49-F238E27FC236}">
                <a16:creationId xmlns:a16="http://schemas.microsoft.com/office/drawing/2014/main" id="{CC32E34C-9756-3169-5767-D48A6B98E148}"/>
              </a:ext>
            </a:extLst>
          </p:cNvPr>
          <p:cNvPicPr>
            <a:picLocks noChangeAspect="1"/>
          </p:cNvPicPr>
          <p:nvPr userDrawn="1"/>
        </p:nvPicPr>
        <p:blipFill>
          <a:blip r:embed="rId6"/>
          <a:stretch>
            <a:fillRect/>
          </a:stretch>
        </p:blipFill>
        <p:spPr>
          <a:xfrm>
            <a:off x="10417132" y="6180800"/>
            <a:ext cx="338400" cy="338400"/>
          </a:xfrm>
          <a:prstGeom prst="rect">
            <a:avLst/>
          </a:prstGeom>
        </p:spPr>
      </p:pic>
      <p:pic>
        <p:nvPicPr>
          <p:cNvPr id="89" name="Picture 88" descr="A blue and white logo&#10;&#10;Description automatically generated">
            <a:hlinkClick r:id="rId7"/>
            <a:extLst>
              <a:ext uri="{FF2B5EF4-FFF2-40B4-BE49-F238E27FC236}">
                <a16:creationId xmlns:a16="http://schemas.microsoft.com/office/drawing/2014/main" id="{5EC40730-419A-F86A-3006-BAEA63A743DC}"/>
              </a:ext>
            </a:extLst>
          </p:cNvPr>
          <p:cNvPicPr>
            <a:picLocks noChangeAspect="1"/>
          </p:cNvPicPr>
          <p:nvPr userDrawn="1"/>
        </p:nvPicPr>
        <p:blipFill>
          <a:blip r:embed="rId8"/>
          <a:stretch>
            <a:fillRect/>
          </a:stretch>
        </p:blipFill>
        <p:spPr>
          <a:xfrm>
            <a:off x="9232543" y="6180800"/>
            <a:ext cx="338400" cy="338400"/>
          </a:xfrm>
          <a:prstGeom prst="rect">
            <a:avLst/>
          </a:prstGeom>
        </p:spPr>
      </p:pic>
      <p:pic>
        <p:nvPicPr>
          <p:cNvPr id="93" name="Picture 92" descr="A blue circle with white letters on it&#10;&#10;Description automatically generated">
            <a:hlinkClick r:id="rId9"/>
            <a:extLst>
              <a:ext uri="{FF2B5EF4-FFF2-40B4-BE49-F238E27FC236}">
                <a16:creationId xmlns:a16="http://schemas.microsoft.com/office/drawing/2014/main" id="{07E2B9C7-517D-50AD-666B-93C8AE7C0BA7}"/>
              </a:ext>
            </a:extLst>
          </p:cNvPr>
          <p:cNvPicPr>
            <a:picLocks noChangeAspect="1"/>
          </p:cNvPicPr>
          <p:nvPr userDrawn="1"/>
        </p:nvPicPr>
        <p:blipFill>
          <a:blip r:embed="rId10"/>
          <a:stretch>
            <a:fillRect/>
          </a:stretch>
        </p:blipFill>
        <p:spPr>
          <a:xfrm>
            <a:off x="8640249" y="6180800"/>
            <a:ext cx="338400" cy="338400"/>
          </a:xfrm>
          <a:prstGeom prst="rect">
            <a:avLst/>
          </a:prstGeom>
        </p:spPr>
      </p:pic>
      <p:pic>
        <p:nvPicPr>
          <p:cNvPr id="97" name="Picture 96" descr="A blue circle with white x in it&#10;&#10;Description automatically generated">
            <a:hlinkClick r:id="rId11"/>
            <a:extLst>
              <a:ext uri="{FF2B5EF4-FFF2-40B4-BE49-F238E27FC236}">
                <a16:creationId xmlns:a16="http://schemas.microsoft.com/office/drawing/2014/main" id="{F84EEE6C-2FD9-E3F5-7102-F158B42CCEB0}"/>
              </a:ext>
            </a:extLst>
          </p:cNvPr>
          <p:cNvPicPr>
            <a:picLocks noChangeAspect="1"/>
          </p:cNvPicPr>
          <p:nvPr userDrawn="1"/>
        </p:nvPicPr>
        <p:blipFill>
          <a:blip r:embed="rId12"/>
          <a:stretch>
            <a:fillRect/>
          </a:stretch>
        </p:blipFill>
        <p:spPr>
          <a:xfrm>
            <a:off x="9824837" y="6180800"/>
            <a:ext cx="338400" cy="338400"/>
          </a:xfrm>
          <a:prstGeom prst="rect">
            <a:avLst/>
          </a:prstGeom>
        </p:spPr>
      </p:pic>
      <p:grpSp>
        <p:nvGrpSpPr>
          <p:cNvPr id="124" name="Group 123">
            <a:extLst>
              <a:ext uri="{FF2B5EF4-FFF2-40B4-BE49-F238E27FC236}">
                <a16:creationId xmlns:a16="http://schemas.microsoft.com/office/drawing/2014/main" id="{959A6B64-7AC1-F616-580F-CFC8F183B535}"/>
              </a:ext>
            </a:extLst>
          </p:cNvPr>
          <p:cNvGrpSpPr>
            <a:grpSpLocks noChangeAspect="1"/>
          </p:cNvGrpSpPr>
          <p:nvPr userDrawn="1"/>
        </p:nvGrpSpPr>
        <p:grpSpPr>
          <a:xfrm>
            <a:off x="8737430" y="703607"/>
            <a:ext cx="2523600" cy="2523600"/>
            <a:chOff x="9528212" y="1441384"/>
            <a:chExt cx="1065847" cy="1065847"/>
          </a:xfrm>
        </p:grpSpPr>
        <p:grpSp>
          <p:nvGrpSpPr>
            <p:cNvPr id="125" name="Graphic 19">
              <a:extLst>
                <a:ext uri="{FF2B5EF4-FFF2-40B4-BE49-F238E27FC236}">
                  <a16:creationId xmlns:a16="http://schemas.microsoft.com/office/drawing/2014/main" id="{C1EA08F6-5225-7C12-2252-75A1323EF14F}"/>
                </a:ext>
              </a:extLst>
            </p:cNvPr>
            <p:cNvGrpSpPr/>
            <p:nvPr/>
          </p:nvGrpSpPr>
          <p:grpSpPr>
            <a:xfrm>
              <a:off x="9718712" y="1764281"/>
              <a:ext cx="686752" cy="439102"/>
              <a:chOff x="9718712" y="1764281"/>
              <a:chExt cx="686752" cy="439102"/>
            </a:xfrm>
          </p:grpSpPr>
          <p:sp>
            <p:nvSpPr>
              <p:cNvPr id="131" name="Freeform 130">
                <a:extLst>
                  <a:ext uri="{FF2B5EF4-FFF2-40B4-BE49-F238E27FC236}">
                    <a16:creationId xmlns:a16="http://schemas.microsoft.com/office/drawing/2014/main" id="{EE5F49AD-740B-4093-6BA5-3E297E3534D0}"/>
                  </a:ext>
                </a:extLst>
              </p:cNvPr>
              <p:cNvSpPr/>
              <p:nvPr/>
            </p:nvSpPr>
            <p:spPr>
              <a:xfrm>
                <a:off x="9718712" y="1764281"/>
                <a:ext cx="314325" cy="39052"/>
              </a:xfrm>
              <a:custGeom>
                <a:avLst/>
                <a:gdLst>
                  <a:gd name="connsiteX0" fmla="*/ 131445 w 314325"/>
                  <a:gd name="connsiteY0" fmla="*/ 29527 h 39052"/>
                  <a:gd name="connsiteX1" fmla="*/ 204788 w 314325"/>
                  <a:gd name="connsiteY1" fmla="*/ 18097 h 39052"/>
                  <a:gd name="connsiteX2" fmla="*/ 283845 w 314325"/>
                  <a:gd name="connsiteY2" fmla="*/ 32385 h 39052"/>
                  <a:gd name="connsiteX3" fmla="*/ 314325 w 314325"/>
                  <a:gd name="connsiteY3" fmla="*/ 28575 h 39052"/>
                  <a:gd name="connsiteX4" fmla="*/ 307658 w 314325"/>
                  <a:gd name="connsiteY4" fmla="*/ 23813 h 39052"/>
                  <a:gd name="connsiteX5" fmla="*/ 204788 w 314325"/>
                  <a:gd name="connsiteY5" fmla="*/ 0 h 39052"/>
                  <a:gd name="connsiteX6" fmla="*/ 127635 w 314325"/>
                  <a:gd name="connsiteY6" fmla="*/ 11430 h 39052"/>
                  <a:gd name="connsiteX7" fmla="*/ 74295 w 314325"/>
                  <a:gd name="connsiteY7" fmla="*/ 20002 h 39052"/>
                  <a:gd name="connsiteX8" fmla="*/ 0 w 314325"/>
                  <a:gd name="connsiteY8" fmla="*/ 20002 h 39052"/>
                  <a:gd name="connsiteX9" fmla="*/ 0 w 314325"/>
                  <a:gd name="connsiteY9" fmla="*/ 39052 h 39052"/>
                  <a:gd name="connsiteX10" fmla="*/ 74295 w 314325"/>
                  <a:gd name="connsiteY10" fmla="*/ 39052 h 39052"/>
                  <a:gd name="connsiteX11" fmla="*/ 131445 w 314325"/>
                  <a:gd name="connsiteY11" fmla="*/ 29527 h 39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4325" h="39052">
                    <a:moveTo>
                      <a:pt x="131445" y="29527"/>
                    </a:moveTo>
                    <a:cubicBezTo>
                      <a:pt x="156210" y="23813"/>
                      <a:pt x="180975" y="18097"/>
                      <a:pt x="204788" y="18097"/>
                    </a:cubicBezTo>
                    <a:cubicBezTo>
                      <a:pt x="243840" y="18097"/>
                      <a:pt x="269558" y="25717"/>
                      <a:pt x="283845" y="32385"/>
                    </a:cubicBezTo>
                    <a:cubicBezTo>
                      <a:pt x="294323" y="31432"/>
                      <a:pt x="304800" y="29527"/>
                      <a:pt x="314325" y="28575"/>
                    </a:cubicBezTo>
                    <a:cubicBezTo>
                      <a:pt x="312420" y="26670"/>
                      <a:pt x="309563" y="24765"/>
                      <a:pt x="307658" y="23813"/>
                    </a:cubicBezTo>
                    <a:cubicBezTo>
                      <a:pt x="306705" y="22860"/>
                      <a:pt x="274320" y="0"/>
                      <a:pt x="204788" y="0"/>
                    </a:cubicBezTo>
                    <a:cubicBezTo>
                      <a:pt x="179070" y="0"/>
                      <a:pt x="151448" y="6667"/>
                      <a:pt x="127635" y="11430"/>
                    </a:cubicBezTo>
                    <a:cubicBezTo>
                      <a:pt x="107632" y="16192"/>
                      <a:pt x="88582" y="20002"/>
                      <a:pt x="74295" y="20002"/>
                    </a:cubicBezTo>
                    <a:cubicBezTo>
                      <a:pt x="57150" y="20002"/>
                      <a:pt x="0" y="20002"/>
                      <a:pt x="0" y="20002"/>
                    </a:cubicBezTo>
                    <a:lnTo>
                      <a:pt x="0" y="39052"/>
                    </a:lnTo>
                    <a:cubicBezTo>
                      <a:pt x="0" y="39052"/>
                      <a:pt x="57150" y="39052"/>
                      <a:pt x="74295" y="39052"/>
                    </a:cubicBezTo>
                    <a:cubicBezTo>
                      <a:pt x="90488" y="39052"/>
                      <a:pt x="110490" y="34290"/>
                      <a:pt x="131445" y="29527"/>
                    </a:cubicBezTo>
                    <a:close/>
                  </a:path>
                </a:pathLst>
              </a:custGeom>
              <a:solidFill>
                <a:srgbClr val="85BC20"/>
              </a:solidFill>
              <a:ln w="9525" cap="flat">
                <a:noFill/>
                <a:prstDash val="solid"/>
                <a:miter/>
              </a:ln>
            </p:spPr>
            <p:txBody>
              <a:bodyPr rtlCol="0" anchor="ctr"/>
              <a:lstStyle/>
              <a:p>
                <a:endParaRPr lang="en-NL">
                  <a:solidFill>
                    <a:schemeClr val="bg1"/>
                  </a:solidFill>
                </a:endParaRPr>
              </a:p>
            </p:txBody>
          </p:sp>
          <p:sp>
            <p:nvSpPr>
              <p:cNvPr id="132" name="Freeform 131">
                <a:extLst>
                  <a:ext uri="{FF2B5EF4-FFF2-40B4-BE49-F238E27FC236}">
                    <a16:creationId xmlns:a16="http://schemas.microsoft.com/office/drawing/2014/main" id="{68896246-0FCF-4497-6EB8-B902AD145576}"/>
                  </a:ext>
                </a:extLst>
              </p:cNvPr>
              <p:cNvSpPr/>
              <p:nvPr/>
            </p:nvSpPr>
            <p:spPr>
              <a:xfrm>
                <a:off x="9902544" y="1803334"/>
                <a:ext cx="501967" cy="146685"/>
              </a:xfrm>
              <a:custGeom>
                <a:avLst/>
                <a:gdLst>
                  <a:gd name="connsiteX0" fmla="*/ 411480 w 501967"/>
                  <a:gd name="connsiteY0" fmla="*/ 38100 h 146685"/>
                  <a:gd name="connsiteX1" fmla="*/ 377190 w 501967"/>
                  <a:gd name="connsiteY1" fmla="*/ 22860 h 146685"/>
                  <a:gd name="connsiteX2" fmla="*/ 320993 w 501967"/>
                  <a:gd name="connsiteY2" fmla="*/ 0 h 146685"/>
                  <a:gd name="connsiteX3" fmla="*/ 197168 w 501967"/>
                  <a:gd name="connsiteY3" fmla="*/ 0 h 146685"/>
                  <a:gd name="connsiteX4" fmla="*/ 160973 w 501967"/>
                  <a:gd name="connsiteY4" fmla="*/ 3810 h 146685"/>
                  <a:gd name="connsiteX5" fmla="*/ 40957 w 501967"/>
                  <a:gd name="connsiteY5" fmla="*/ 15240 h 146685"/>
                  <a:gd name="connsiteX6" fmla="*/ 0 w 501967"/>
                  <a:gd name="connsiteY6" fmla="*/ 40957 h 146685"/>
                  <a:gd name="connsiteX7" fmla="*/ 63818 w 501967"/>
                  <a:gd name="connsiteY7" fmla="*/ 93345 h 146685"/>
                  <a:gd name="connsiteX8" fmla="*/ 188595 w 501967"/>
                  <a:gd name="connsiteY8" fmla="*/ 93345 h 146685"/>
                  <a:gd name="connsiteX9" fmla="*/ 214313 w 501967"/>
                  <a:gd name="connsiteY9" fmla="*/ 110490 h 146685"/>
                  <a:gd name="connsiteX10" fmla="*/ 235268 w 501967"/>
                  <a:gd name="connsiteY10" fmla="*/ 146685 h 146685"/>
                  <a:gd name="connsiteX11" fmla="*/ 252413 w 501967"/>
                  <a:gd name="connsiteY11" fmla="*/ 137160 h 146685"/>
                  <a:gd name="connsiteX12" fmla="*/ 231458 w 501967"/>
                  <a:gd name="connsiteY12" fmla="*/ 100013 h 146685"/>
                  <a:gd name="connsiteX13" fmla="*/ 189548 w 501967"/>
                  <a:gd name="connsiteY13" fmla="*/ 73343 h 146685"/>
                  <a:gd name="connsiteX14" fmla="*/ 64770 w 501967"/>
                  <a:gd name="connsiteY14" fmla="*/ 73343 h 146685"/>
                  <a:gd name="connsiteX15" fmla="*/ 20003 w 501967"/>
                  <a:gd name="connsiteY15" fmla="*/ 40005 h 146685"/>
                  <a:gd name="connsiteX16" fmla="*/ 41910 w 501967"/>
                  <a:gd name="connsiteY16" fmla="*/ 33338 h 146685"/>
                  <a:gd name="connsiteX17" fmla="*/ 164783 w 501967"/>
                  <a:gd name="connsiteY17" fmla="*/ 21907 h 146685"/>
                  <a:gd name="connsiteX18" fmla="*/ 198120 w 501967"/>
                  <a:gd name="connsiteY18" fmla="*/ 18098 h 146685"/>
                  <a:gd name="connsiteX19" fmla="*/ 321945 w 501967"/>
                  <a:gd name="connsiteY19" fmla="*/ 18098 h 146685"/>
                  <a:gd name="connsiteX20" fmla="*/ 369570 w 501967"/>
                  <a:gd name="connsiteY20" fmla="*/ 38100 h 146685"/>
                  <a:gd name="connsiteX21" fmla="*/ 413385 w 501967"/>
                  <a:gd name="connsiteY21" fmla="*/ 56198 h 146685"/>
                  <a:gd name="connsiteX22" fmla="*/ 501968 w 501967"/>
                  <a:gd name="connsiteY22" fmla="*/ 56198 h 146685"/>
                  <a:gd name="connsiteX23" fmla="*/ 501968 w 501967"/>
                  <a:gd name="connsiteY23" fmla="*/ 37148 h 146685"/>
                  <a:gd name="connsiteX24" fmla="*/ 411480 w 501967"/>
                  <a:gd name="connsiteY24" fmla="*/ 37148 h 146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01967" h="146685">
                    <a:moveTo>
                      <a:pt x="411480" y="38100"/>
                    </a:moveTo>
                    <a:cubicBezTo>
                      <a:pt x="404813" y="38100"/>
                      <a:pt x="389572" y="29527"/>
                      <a:pt x="377190" y="22860"/>
                    </a:cubicBezTo>
                    <a:cubicBezTo>
                      <a:pt x="358140" y="11430"/>
                      <a:pt x="337185" y="0"/>
                      <a:pt x="320993" y="0"/>
                    </a:cubicBezTo>
                    <a:lnTo>
                      <a:pt x="197168" y="0"/>
                    </a:lnTo>
                    <a:cubicBezTo>
                      <a:pt x="191453" y="0"/>
                      <a:pt x="178118" y="1905"/>
                      <a:pt x="160973" y="3810"/>
                    </a:cubicBezTo>
                    <a:cubicBezTo>
                      <a:pt x="129540" y="8573"/>
                      <a:pt x="80963" y="15240"/>
                      <a:pt x="40957" y="15240"/>
                    </a:cubicBezTo>
                    <a:cubicBezTo>
                      <a:pt x="25718" y="15240"/>
                      <a:pt x="0" y="15240"/>
                      <a:pt x="0" y="40957"/>
                    </a:cubicBezTo>
                    <a:cubicBezTo>
                      <a:pt x="0" y="61913"/>
                      <a:pt x="22860" y="93345"/>
                      <a:pt x="63818" y="93345"/>
                    </a:cubicBezTo>
                    <a:lnTo>
                      <a:pt x="188595" y="93345"/>
                    </a:lnTo>
                    <a:cubicBezTo>
                      <a:pt x="197168" y="93345"/>
                      <a:pt x="208598" y="100965"/>
                      <a:pt x="214313" y="110490"/>
                    </a:cubicBezTo>
                    <a:cubicBezTo>
                      <a:pt x="223838" y="127635"/>
                      <a:pt x="235268" y="146685"/>
                      <a:pt x="235268" y="146685"/>
                    </a:cubicBezTo>
                    <a:lnTo>
                      <a:pt x="252413" y="137160"/>
                    </a:lnTo>
                    <a:cubicBezTo>
                      <a:pt x="252413" y="137160"/>
                      <a:pt x="240983" y="117157"/>
                      <a:pt x="231458" y="100013"/>
                    </a:cubicBezTo>
                    <a:cubicBezTo>
                      <a:pt x="221933" y="83820"/>
                      <a:pt x="204788" y="73343"/>
                      <a:pt x="189548" y="73343"/>
                    </a:cubicBezTo>
                    <a:lnTo>
                      <a:pt x="64770" y="73343"/>
                    </a:lnTo>
                    <a:cubicBezTo>
                      <a:pt x="33338" y="73343"/>
                      <a:pt x="20003" y="50482"/>
                      <a:pt x="20003" y="40005"/>
                    </a:cubicBezTo>
                    <a:cubicBezTo>
                      <a:pt x="20003" y="36195"/>
                      <a:pt x="20003" y="33338"/>
                      <a:pt x="41910" y="33338"/>
                    </a:cubicBezTo>
                    <a:cubicBezTo>
                      <a:pt x="83820" y="33338"/>
                      <a:pt x="132398" y="26670"/>
                      <a:pt x="164783" y="21907"/>
                    </a:cubicBezTo>
                    <a:cubicBezTo>
                      <a:pt x="180023" y="20002"/>
                      <a:pt x="193358" y="18098"/>
                      <a:pt x="198120" y="18098"/>
                    </a:cubicBezTo>
                    <a:lnTo>
                      <a:pt x="321945" y="18098"/>
                    </a:lnTo>
                    <a:cubicBezTo>
                      <a:pt x="333375" y="18098"/>
                      <a:pt x="352425" y="28575"/>
                      <a:pt x="369570" y="38100"/>
                    </a:cubicBezTo>
                    <a:cubicBezTo>
                      <a:pt x="386715" y="47625"/>
                      <a:pt x="401955" y="56198"/>
                      <a:pt x="413385" y="56198"/>
                    </a:cubicBezTo>
                    <a:lnTo>
                      <a:pt x="501968" y="56198"/>
                    </a:lnTo>
                    <a:lnTo>
                      <a:pt x="501968" y="37148"/>
                    </a:lnTo>
                    <a:lnTo>
                      <a:pt x="411480" y="37148"/>
                    </a:lnTo>
                    <a:close/>
                  </a:path>
                </a:pathLst>
              </a:custGeom>
              <a:solidFill>
                <a:srgbClr val="007AC3"/>
              </a:solidFill>
              <a:ln w="9525" cap="flat">
                <a:noFill/>
                <a:prstDash val="solid"/>
                <a:miter/>
              </a:ln>
            </p:spPr>
            <p:txBody>
              <a:bodyPr rtlCol="0" anchor="ctr"/>
              <a:lstStyle/>
              <a:p>
                <a:endParaRPr lang="en-NL">
                  <a:solidFill>
                    <a:schemeClr val="bg1"/>
                  </a:solidFill>
                </a:endParaRPr>
              </a:p>
            </p:txBody>
          </p:sp>
          <p:sp>
            <p:nvSpPr>
              <p:cNvPr id="133" name="Freeform 132">
                <a:extLst>
                  <a:ext uri="{FF2B5EF4-FFF2-40B4-BE49-F238E27FC236}">
                    <a16:creationId xmlns:a16="http://schemas.microsoft.com/office/drawing/2014/main" id="{2F83ABF5-66AF-FB35-A909-0C30F3727BE7}"/>
                  </a:ext>
                </a:extLst>
              </p:cNvPr>
              <p:cNvSpPr/>
              <p:nvPr/>
            </p:nvSpPr>
            <p:spPr>
              <a:xfrm>
                <a:off x="9718712" y="1984309"/>
                <a:ext cx="109537" cy="32385"/>
              </a:xfrm>
              <a:custGeom>
                <a:avLst/>
                <a:gdLst>
                  <a:gd name="connsiteX0" fmla="*/ 64770 w 109537"/>
                  <a:gd name="connsiteY0" fmla="*/ 0 h 32385"/>
                  <a:gd name="connsiteX1" fmla="*/ 0 w 109537"/>
                  <a:gd name="connsiteY1" fmla="*/ 0 h 32385"/>
                  <a:gd name="connsiteX2" fmla="*/ 0 w 109537"/>
                  <a:gd name="connsiteY2" fmla="*/ 19050 h 32385"/>
                  <a:gd name="connsiteX3" fmla="*/ 64770 w 109537"/>
                  <a:gd name="connsiteY3" fmla="*/ 19050 h 32385"/>
                  <a:gd name="connsiteX4" fmla="*/ 93345 w 109537"/>
                  <a:gd name="connsiteY4" fmla="*/ 32385 h 32385"/>
                  <a:gd name="connsiteX5" fmla="*/ 94298 w 109537"/>
                  <a:gd name="connsiteY5" fmla="*/ 31432 h 32385"/>
                  <a:gd name="connsiteX6" fmla="*/ 109538 w 109537"/>
                  <a:gd name="connsiteY6" fmla="*/ 21907 h 32385"/>
                  <a:gd name="connsiteX7" fmla="*/ 64770 w 109537"/>
                  <a:gd name="connsiteY7" fmla="*/ 0 h 32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9537" h="32385">
                    <a:moveTo>
                      <a:pt x="64770" y="0"/>
                    </a:moveTo>
                    <a:cubicBezTo>
                      <a:pt x="47625" y="0"/>
                      <a:pt x="1905" y="0"/>
                      <a:pt x="0" y="0"/>
                    </a:cubicBezTo>
                    <a:lnTo>
                      <a:pt x="0" y="19050"/>
                    </a:lnTo>
                    <a:cubicBezTo>
                      <a:pt x="0" y="19050"/>
                      <a:pt x="47625" y="19050"/>
                      <a:pt x="64770" y="19050"/>
                    </a:cubicBezTo>
                    <a:cubicBezTo>
                      <a:pt x="76200" y="19050"/>
                      <a:pt x="82868" y="20955"/>
                      <a:pt x="93345" y="32385"/>
                    </a:cubicBezTo>
                    <a:cubicBezTo>
                      <a:pt x="93345" y="32385"/>
                      <a:pt x="94298" y="31432"/>
                      <a:pt x="94298" y="31432"/>
                    </a:cubicBezTo>
                    <a:cubicBezTo>
                      <a:pt x="99060" y="27623"/>
                      <a:pt x="103823" y="23813"/>
                      <a:pt x="109538" y="21907"/>
                    </a:cubicBezTo>
                    <a:cubicBezTo>
                      <a:pt x="95250" y="6668"/>
                      <a:pt x="83820" y="952"/>
                      <a:pt x="64770" y="0"/>
                    </a:cubicBezTo>
                    <a:close/>
                  </a:path>
                </a:pathLst>
              </a:custGeom>
              <a:solidFill>
                <a:srgbClr val="007AC3"/>
              </a:solidFill>
              <a:ln w="9525" cap="flat">
                <a:noFill/>
                <a:prstDash val="solid"/>
                <a:miter/>
              </a:ln>
            </p:spPr>
            <p:txBody>
              <a:bodyPr rtlCol="0" anchor="ctr"/>
              <a:lstStyle/>
              <a:p>
                <a:endParaRPr lang="en-NL">
                  <a:solidFill>
                    <a:schemeClr val="bg1"/>
                  </a:solidFill>
                </a:endParaRPr>
              </a:p>
            </p:txBody>
          </p:sp>
          <p:sp>
            <p:nvSpPr>
              <p:cNvPr id="134" name="Freeform 133">
                <a:extLst>
                  <a:ext uri="{FF2B5EF4-FFF2-40B4-BE49-F238E27FC236}">
                    <a16:creationId xmlns:a16="http://schemas.microsoft.com/office/drawing/2014/main" id="{45E1E48A-0238-1CBF-257F-8BF7C02941FA}"/>
                  </a:ext>
                </a:extLst>
              </p:cNvPr>
              <p:cNvSpPr/>
              <p:nvPr/>
            </p:nvSpPr>
            <p:spPr>
              <a:xfrm>
                <a:off x="10212107" y="2031934"/>
                <a:ext cx="193357" cy="68579"/>
              </a:xfrm>
              <a:custGeom>
                <a:avLst/>
                <a:gdLst>
                  <a:gd name="connsiteX0" fmla="*/ 60007 w 193357"/>
                  <a:gd name="connsiteY0" fmla="*/ 15240 h 68579"/>
                  <a:gd name="connsiteX1" fmla="*/ 0 w 193357"/>
                  <a:gd name="connsiteY1" fmla="*/ 51435 h 68579"/>
                  <a:gd name="connsiteX2" fmla="*/ 9525 w 193357"/>
                  <a:gd name="connsiteY2" fmla="*/ 68580 h 68579"/>
                  <a:gd name="connsiteX3" fmla="*/ 71438 w 193357"/>
                  <a:gd name="connsiteY3" fmla="*/ 31433 h 68579"/>
                  <a:gd name="connsiteX4" fmla="*/ 107632 w 193357"/>
                  <a:gd name="connsiteY4" fmla="*/ 19050 h 68579"/>
                  <a:gd name="connsiteX5" fmla="*/ 193357 w 193357"/>
                  <a:gd name="connsiteY5" fmla="*/ 19050 h 68579"/>
                  <a:gd name="connsiteX6" fmla="*/ 193357 w 193357"/>
                  <a:gd name="connsiteY6" fmla="*/ 0 h 68579"/>
                  <a:gd name="connsiteX7" fmla="*/ 107632 w 193357"/>
                  <a:gd name="connsiteY7" fmla="*/ 0 h 68579"/>
                  <a:gd name="connsiteX8" fmla="*/ 60007 w 193357"/>
                  <a:gd name="connsiteY8" fmla="*/ 15240 h 68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3357" h="68579">
                    <a:moveTo>
                      <a:pt x="60007" y="15240"/>
                    </a:moveTo>
                    <a:cubicBezTo>
                      <a:pt x="34290" y="32385"/>
                      <a:pt x="10477" y="45720"/>
                      <a:pt x="0" y="51435"/>
                    </a:cubicBezTo>
                    <a:cubicBezTo>
                      <a:pt x="3810" y="58102"/>
                      <a:pt x="6667" y="63817"/>
                      <a:pt x="9525" y="68580"/>
                    </a:cubicBezTo>
                    <a:cubicBezTo>
                      <a:pt x="20955" y="62865"/>
                      <a:pt x="44767" y="49530"/>
                      <a:pt x="71438" y="31433"/>
                    </a:cubicBezTo>
                    <a:cubicBezTo>
                      <a:pt x="85725" y="21908"/>
                      <a:pt x="100965" y="19050"/>
                      <a:pt x="107632" y="19050"/>
                    </a:cubicBezTo>
                    <a:lnTo>
                      <a:pt x="193357" y="19050"/>
                    </a:lnTo>
                    <a:lnTo>
                      <a:pt x="193357" y="0"/>
                    </a:lnTo>
                    <a:lnTo>
                      <a:pt x="107632" y="0"/>
                    </a:lnTo>
                    <a:cubicBezTo>
                      <a:pt x="95250" y="0"/>
                      <a:pt x="76200" y="3810"/>
                      <a:pt x="60007" y="15240"/>
                    </a:cubicBez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5" name="Freeform 134">
                <a:extLst>
                  <a:ext uri="{FF2B5EF4-FFF2-40B4-BE49-F238E27FC236}">
                    <a16:creationId xmlns:a16="http://schemas.microsoft.com/office/drawing/2014/main" id="{08C121DF-1F4F-1477-FC2D-4DAC2196CAA8}"/>
                  </a:ext>
                </a:extLst>
              </p:cNvPr>
              <p:cNvSpPr/>
              <p:nvPr/>
            </p:nvSpPr>
            <p:spPr>
              <a:xfrm>
                <a:off x="9817593" y="2021226"/>
                <a:ext cx="159436" cy="169774"/>
              </a:xfrm>
              <a:custGeom>
                <a:avLst/>
                <a:gdLst>
                  <a:gd name="connsiteX0" fmla="*/ 120194 w 159436"/>
                  <a:gd name="connsiteY0" fmla="*/ 93575 h 169774"/>
                  <a:gd name="connsiteX1" fmla="*/ 109716 w 159436"/>
                  <a:gd name="connsiteY1" fmla="*/ 93575 h 169774"/>
                  <a:gd name="connsiteX2" fmla="*/ 98286 w 159436"/>
                  <a:gd name="connsiteY2" fmla="*/ 67857 h 169774"/>
                  <a:gd name="connsiteX3" fmla="*/ 73521 w 159436"/>
                  <a:gd name="connsiteY3" fmla="*/ 53570 h 169774"/>
                  <a:gd name="connsiteX4" fmla="*/ 62091 w 159436"/>
                  <a:gd name="connsiteY4" fmla="*/ 14517 h 169774"/>
                  <a:gd name="connsiteX5" fmla="*/ 35421 w 159436"/>
                  <a:gd name="connsiteY5" fmla="*/ 230 h 169774"/>
                  <a:gd name="connsiteX6" fmla="*/ 8751 w 159436"/>
                  <a:gd name="connsiteY6" fmla="*/ 7850 h 169774"/>
                  <a:gd name="connsiteX7" fmla="*/ 179 w 159436"/>
                  <a:gd name="connsiteY7" fmla="*/ 33567 h 169774"/>
                  <a:gd name="connsiteX8" fmla="*/ 13514 w 159436"/>
                  <a:gd name="connsiteY8" fmla="*/ 60237 h 169774"/>
                  <a:gd name="connsiteX9" fmla="*/ 36374 w 159436"/>
                  <a:gd name="connsiteY9" fmla="*/ 75477 h 169774"/>
                  <a:gd name="connsiteX10" fmla="*/ 49709 w 159436"/>
                  <a:gd name="connsiteY10" fmla="*/ 113577 h 169774"/>
                  <a:gd name="connsiteX11" fmla="*/ 49709 w 159436"/>
                  <a:gd name="connsiteY11" fmla="*/ 113577 h 169774"/>
                  <a:gd name="connsiteX12" fmla="*/ 82094 w 159436"/>
                  <a:gd name="connsiteY12" fmla="*/ 129770 h 169774"/>
                  <a:gd name="connsiteX13" fmla="*/ 85904 w 159436"/>
                  <a:gd name="connsiteY13" fmla="*/ 129770 h 169774"/>
                  <a:gd name="connsiteX14" fmla="*/ 99239 w 159436"/>
                  <a:gd name="connsiteY14" fmla="*/ 153582 h 169774"/>
                  <a:gd name="connsiteX15" fmla="*/ 124004 w 159436"/>
                  <a:gd name="connsiteY15" fmla="*/ 168822 h 169774"/>
                  <a:gd name="connsiteX16" fmla="*/ 130671 w 159436"/>
                  <a:gd name="connsiteY16" fmla="*/ 169775 h 169774"/>
                  <a:gd name="connsiteX17" fmla="*/ 149721 w 159436"/>
                  <a:gd name="connsiteY17" fmla="*/ 162155 h 169774"/>
                  <a:gd name="connsiteX18" fmla="*/ 146864 w 159436"/>
                  <a:gd name="connsiteY18" fmla="*/ 107862 h 169774"/>
                  <a:gd name="connsiteX19" fmla="*/ 120194 w 159436"/>
                  <a:gd name="connsiteY19" fmla="*/ 93575 h 169774"/>
                  <a:gd name="connsiteX20" fmla="*/ 27801 w 159436"/>
                  <a:gd name="connsiteY20" fmla="*/ 47855 h 169774"/>
                  <a:gd name="connsiteX21" fmla="*/ 19229 w 159436"/>
                  <a:gd name="connsiteY21" fmla="*/ 31662 h 169774"/>
                  <a:gd name="connsiteX22" fmla="*/ 22086 w 159436"/>
                  <a:gd name="connsiteY22" fmla="*/ 23090 h 169774"/>
                  <a:gd name="connsiteX23" fmla="*/ 30659 w 159436"/>
                  <a:gd name="connsiteY23" fmla="*/ 20232 h 169774"/>
                  <a:gd name="connsiteX24" fmla="*/ 33516 w 159436"/>
                  <a:gd name="connsiteY24" fmla="*/ 20232 h 169774"/>
                  <a:gd name="connsiteX25" fmla="*/ 48756 w 159436"/>
                  <a:gd name="connsiteY25" fmla="*/ 28805 h 169774"/>
                  <a:gd name="connsiteX26" fmla="*/ 52566 w 159436"/>
                  <a:gd name="connsiteY26" fmla="*/ 55475 h 169774"/>
                  <a:gd name="connsiteX27" fmla="*/ 43041 w 159436"/>
                  <a:gd name="connsiteY27" fmla="*/ 57380 h 169774"/>
                  <a:gd name="connsiteX28" fmla="*/ 27801 w 159436"/>
                  <a:gd name="connsiteY28" fmla="*/ 47855 h 169774"/>
                  <a:gd name="connsiteX29" fmla="*/ 27801 w 159436"/>
                  <a:gd name="connsiteY29" fmla="*/ 47855 h 169774"/>
                  <a:gd name="connsiteX30" fmla="*/ 63044 w 159436"/>
                  <a:gd name="connsiteY30" fmla="*/ 100242 h 169774"/>
                  <a:gd name="connsiteX31" fmla="*/ 57329 w 159436"/>
                  <a:gd name="connsiteY31" fmla="*/ 75477 h 169774"/>
                  <a:gd name="connsiteX32" fmla="*/ 68759 w 159436"/>
                  <a:gd name="connsiteY32" fmla="*/ 72620 h 169774"/>
                  <a:gd name="connsiteX33" fmla="*/ 83999 w 159436"/>
                  <a:gd name="connsiteY33" fmla="*/ 81192 h 169774"/>
                  <a:gd name="connsiteX34" fmla="*/ 89714 w 159436"/>
                  <a:gd name="connsiteY34" fmla="*/ 105957 h 169774"/>
                  <a:gd name="connsiteX35" fmla="*/ 88761 w 159436"/>
                  <a:gd name="connsiteY35" fmla="*/ 106910 h 169774"/>
                  <a:gd name="connsiteX36" fmla="*/ 87809 w 159436"/>
                  <a:gd name="connsiteY36" fmla="*/ 108815 h 169774"/>
                  <a:gd name="connsiteX37" fmla="*/ 63044 w 159436"/>
                  <a:gd name="connsiteY37" fmla="*/ 100242 h 169774"/>
                  <a:gd name="connsiteX38" fmla="*/ 136386 w 159436"/>
                  <a:gd name="connsiteY38" fmla="*/ 147867 h 169774"/>
                  <a:gd name="connsiteX39" fmla="*/ 126861 w 159436"/>
                  <a:gd name="connsiteY39" fmla="*/ 149772 h 169774"/>
                  <a:gd name="connsiteX40" fmla="*/ 111621 w 159436"/>
                  <a:gd name="connsiteY40" fmla="*/ 140247 h 169774"/>
                  <a:gd name="connsiteX41" fmla="*/ 104001 w 159436"/>
                  <a:gd name="connsiteY41" fmla="*/ 117387 h 169774"/>
                  <a:gd name="connsiteX42" fmla="*/ 104001 w 159436"/>
                  <a:gd name="connsiteY42" fmla="*/ 117387 h 169774"/>
                  <a:gd name="connsiteX43" fmla="*/ 104954 w 159436"/>
                  <a:gd name="connsiteY43" fmla="*/ 115482 h 169774"/>
                  <a:gd name="connsiteX44" fmla="*/ 116384 w 159436"/>
                  <a:gd name="connsiteY44" fmla="*/ 112625 h 169774"/>
                  <a:gd name="connsiteX45" fmla="*/ 131624 w 159436"/>
                  <a:gd name="connsiteY45" fmla="*/ 121197 h 169774"/>
                  <a:gd name="connsiteX46" fmla="*/ 136386 w 159436"/>
                  <a:gd name="connsiteY46" fmla="*/ 147867 h 1697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59436" h="169774">
                    <a:moveTo>
                      <a:pt x="120194" y="93575"/>
                    </a:moveTo>
                    <a:cubicBezTo>
                      <a:pt x="116384" y="92622"/>
                      <a:pt x="113526" y="93575"/>
                      <a:pt x="109716" y="93575"/>
                    </a:cubicBezTo>
                    <a:cubicBezTo>
                      <a:pt x="108764" y="85002"/>
                      <a:pt x="104954" y="75477"/>
                      <a:pt x="98286" y="67857"/>
                    </a:cubicBezTo>
                    <a:cubicBezTo>
                      <a:pt x="91619" y="60237"/>
                      <a:pt x="83046" y="55475"/>
                      <a:pt x="73521" y="53570"/>
                    </a:cubicBezTo>
                    <a:cubicBezTo>
                      <a:pt x="76379" y="41187"/>
                      <a:pt x="72569" y="25947"/>
                      <a:pt x="62091" y="14517"/>
                    </a:cubicBezTo>
                    <a:cubicBezTo>
                      <a:pt x="54471" y="6897"/>
                      <a:pt x="44946" y="1182"/>
                      <a:pt x="35421" y="230"/>
                    </a:cubicBezTo>
                    <a:cubicBezTo>
                      <a:pt x="24944" y="-723"/>
                      <a:pt x="15419" y="1182"/>
                      <a:pt x="8751" y="7850"/>
                    </a:cubicBezTo>
                    <a:cubicBezTo>
                      <a:pt x="2084" y="14517"/>
                      <a:pt x="-774" y="23090"/>
                      <a:pt x="179" y="33567"/>
                    </a:cubicBezTo>
                    <a:cubicBezTo>
                      <a:pt x="1131" y="42140"/>
                      <a:pt x="5894" y="51665"/>
                      <a:pt x="13514" y="60237"/>
                    </a:cubicBezTo>
                    <a:cubicBezTo>
                      <a:pt x="20181" y="67857"/>
                      <a:pt x="28754" y="72620"/>
                      <a:pt x="36374" y="75477"/>
                    </a:cubicBezTo>
                    <a:cubicBezTo>
                      <a:pt x="33516" y="86907"/>
                      <a:pt x="38279" y="101195"/>
                      <a:pt x="49709" y="113577"/>
                    </a:cubicBezTo>
                    <a:lnTo>
                      <a:pt x="49709" y="113577"/>
                    </a:lnTo>
                    <a:cubicBezTo>
                      <a:pt x="59234" y="124055"/>
                      <a:pt x="71616" y="129770"/>
                      <a:pt x="82094" y="129770"/>
                    </a:cubicBezTo>
                    <a:cubicBezTo>
                      <a:pt x="83046" y="129770"/>
                      <a:pt x="84951" y="129770"/>
                      <a:pt x="85904" y="129770"/>
                    </a:cubicBezTo>
                    <a:cubicBezTo>
                      <a:pt x="87809" y="137390"/>
                      <a:pt x="91619" y="145962"/>
                      <a:pt x="99239" y="153582"/>
                    </a:cubicBezTo>
                    <a:cubicBezTo>
                      <a:pt x="106859" y="162155"/>
                      <a:pt x="115431" y="166917"/>
                      <a:pt x="124004" y="168822"/>
                    </a:cubicBezTo>
                    <a:cubicBezTo>
                      <a:pt x="126861" y="169775"/>
                      <a:pt x="128766" y="169775"/>
                      <a:pt x="130671" y="169775"/>
                    </a:cubicBezTo>
                    <a:cubicBezTo>
                      <a:pt x="138291" y="169775"/>
                      <a:pt x="144006" y="166917"/>
                      <a:pt x="149721" y="162155"/>
                    </a:cubicBezTo>
                    <a:cubicBezTo>
                      <a:pt x="164009" y="149772"/>
                      <a:pt x="162104" y="125007"/>
                      <a:pt x="146864" y="107862"/>
                    </a:cubicBezTo>
                    <a:cubicBezTo>
                      <a:pt x="140196" y="100242"/>
                      <a:pt x="130671" y="94527"/>
                      <a:pt x="120194" y="93575"/>
                    </a:cubicBezTo>
                    <a:close/>
                    <a:moveTo>
                      <a:pt x="27801" y="47855"/>
                    </a:moveTo>
                    <a:cubicBezTo>
                      <a:pt x="23039" y="42140"/>
                      <a:pt x="20181" y="37377"/>
                      <a:pt x="19229" y="31662"/>
                    </a:cubicBezTo>
                    <a:cubicBezTo>
                      <a:pt x="18276" y="27852"/>
                      <a:pt x="19229" y="24995"/>
                      <a:pt x="22086" y="23090"/>
                    </a:cubicBezTo>
                    <a:cubicBezTo>
                      <a:pt x="23991" y="21185"/>
                      <a:pt x="26849" y="20232"/>
                      <a:pt x="30659" y="20232"/>
                    </a:cubicBezTo>
                    <a:cubicBezTo>
                      <a:pt x="31611" y="20232"/>
                      <a:pt x="32564" y="20232"/>
                      <a:pt x="33516" y="20232"/>
                    </a:cubicBezTo>
                    <a:cubicBezTo>
                      <a:pt x="39231" y="21185"/>
                      <a:pt x="44946" y="24042"/>
                      <a:pt x="48756" y="28805"/>
                    </a:cubicBezTo>
                    <a:cubicBezTo>
                      <a:pt x="57329" y="38330"/>
                      <a:pt x="58281" y="50712"/>
                      <a:pt x="52566" y="55475"/>
                    </a:cubicBezTo>
                    <a:cubicBezTo>
                      <a:pt x="50661" y="57380"/>
                      <a:pt x="46851" y="58332"/>
                      <a:pt x="43041" y="57380"/>
                    </a:cubicBezTo>
                    <a:cubicBezTo>
                      <a:pt x="37326" y="56427"/>
                      <a:pt x="32564" y="53570"/>
                      <a:pt x="27801" y="47855"/>
                    </a:cubicBezTo>
                    <a:lnTo>
                      <a:pt x="27801" y="47855"/>
                    </a:lnTo>
                    <a:close/>
                    <a:moveTo>
                      <a:pt x="63044" y="100242"/>
                    </a:moveTo>
                    <a:cubicBezTo>
                      <a:pt x="54471" y="90717"/>
                      <a:pt x="51614" y="80240"/>
                      <a:pt x="57329" y="75477"/>
                    </a:cubicBezTo>
                    <a:cubicBezTo>
                      <a:pt x="60186" y="73572"/>
                      <a:pt x="63996" y="71667"/>
                      <a:pt x="68759" y="72620"/>
                    </a:cubicBezTo>
                    <a:cubicBezTo>
                      <a:pt x="74474" y="73572"/>
                      <a:pt x="80189" y="76430"/>
                      <a:pt x="83999" y="81192"/>
                    </a:cubicBezTo>
                    <a:cubicBezTo>
                      <a:pt x="91619" y="89765"/>
                      <a:pt x="92571" y="100242"/>
                      <a:pt x="89714" y="105957"/>
                    </a:cubicBezTo>
                    <a:cubicBezTo>
                      <a:pt x="89714" y="105957"/>
                      <a:pt x="89714" y="105957"/>
                      <a:pt x="88761" y="106910"/>
                    </a:cubicBezTo>
                    <a:cubicBezTo>
                      <a:pt x="88761" y="107862"/>
                      <a:pt x="87809" y="107862"/>
                      <a:pt x="87809" y="108815"/>
                    </a:cubicBezTo>
                    <a:cubicBezTo>
                      <a:pt x="82094" y="113577"/>
                      <a:pt x="72569" y="109767"/>
                      <a:pt x="63044" y="100242"/>
                    </a:cubicBezTo>
                    <a:close/>
                    <a:moveTo>
                      <a:pt x="136386" y="147867"/>
                    </a:moveTo>
                    <a:cubicBezTo>
                      <a:pt x="134481" y="149772"/>
                      <a:pt x="130671" y="150725"/>
                      <a:pt x="126861" y="149772"/>
                    </a:cubicBezTo>
                    <a:cubicBezTo>
                      <a:pt x="122099" y="148820"/>
                      <a:pt x="116384" y="145010"/>
                      <a:pt x="111621" y="140247"/>
                    </a:cubicBezTo>
                    <a:cubicBezTo>
                      <a:pt x="104001" y="131675"/>
                      <a:pt x="101144" y="123102"/>
                      <a:pt x="104001" y="117387"/>
                    </a:cubicBezTo>
                    <a:cubicBezTo>
                      <a:pt x="104001" y="117387"/>
                      <a:pt x="104001" y="117387"/>
                      <a:pt x="104001" y="117387"/>
                    </a:cubicBezTo>
                    <a:cubicBezTo>
                      <a:pt x="104001" y="116435"/>
                      <a:pt x="104954" y="116435"/>
                      <a:pt x="104954" y="115482"/>
                    </a:cubicBezTo>
                    <a:cubicBezTo>
                      <a:pt x="107811" y="113577"/>
                      <a:pt x="111621" y="111672"/>
                      <a:pt x="116384" y="112625"/>
                    </a:cubicBezTo>
                    <a:cubicBezTo>
                      <a:pt x="122099" y="113577"/>
                      <a:pt x="127814" y="116435"/>
                      <a:pt x="131624" y="121197"/>
                    </a:cubicBezTo>
                    <a:cubicBezTo>
                      <a:pt x="142101" y="129770"/>
                      <a:pt x="142101" y="143105"/>
                      <a:pt x="136386" y="147867"/>
                    </a:cubicBez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6" name="Freeform 135">
                <a:extLst>
                  <a:ext uri="{FF2B5EF4-FFF2-40B4-BE49-F238E27FC236}">
                    <a16:creationId xmlns:a16="http://schemas.microsoft.com/office/drawing/2014/main" id="{83208887-7640-1BD0-A407-A08DFA7941B8}"/>
                  </a:ext>
                </a:extLst>
              </p:cNvPr>
              <p:cNvSpPr/>
              <p:nvPr/>
            </p:nvSpPr>
            <p:spPr>
              <a:xfrm>
                <a:off x="9916831" y="1915728"/>
                <a:ext cx="292847" cy="287655"/>
              </a:xfrm>
              <a:custGeom>
                <a:avLst/>
                <a:gdLst>
                  <a:gd name="connsiteX0" fmla="*/ 203835 w 292847"/>
                  <a:gd name="connsiteY0" fmla="*/ 43815 h 287655"/>
                  <a:gd name="connsiteX1" fmla="*/ 203835 w 292847"/>
                  <a:gd name="connsiteY1" fmla="*/ 43815 h 287655"/>
                  <a:gd name="connsiteX2" fmla="*/ 183833 w 292847"/>
                  <a:gd name="connsiteY2" fmla="*/ 7620 h 287655"/>
                  <a:gd name="connsiteX3" fmla="*/ 174308 w 292847"/>
                  <a:gd name="connsiteY3" fmla="*/ 0 h 287655"/>
                  <a:gd name="connsiteX4" fmla="*/ 157163 w 292847"/>
                  <a:gd name="connsiteY4" fmla="*/ 0 h 287655"/>
                  <a:gd name="connsiteX5" fmla="*/ 272415 w 292847"/>
                  <a:gd name="connsiteY5" fmla="*/ 206693 h 287655"/>
                  <a:gd name="connsiteX6" fmla="*/ 269558 w 292847"/>
                  <a:gd name="connsiteY6" fmla="*/ 231458 h 287655"/>
                  <a:gd name="connsiteX7" fmla="*/ 243840 w 292847"/>
                  <a:gd name="connsiteY7" fmla="*/ 225743 h 287655"/>
                  <a:gd name="connsiteX8" fmla="*/ 236220 w 292847"/>
                  <a:gd name="connsiteY8" fmla="*/ 214313 h 287655"/>
                  <a:gd name="connsiteX9" fmla="*/ 156210 w 292847"/>
                  <a:gd name="connsiteY9" fmla="*/ 96203 h 287655"/>
                  <a:gd name="connsiteX10" fmla="*/ 148590 w 292847"/>
                  <a:gd name="connsiteY10" fmla="*/ 100965 h 287655"/>
                  <a:gd name="connsiteX11" fmla="*/ 140018 w 292847"/>
                  <a:gd name="connsiteY11" fmla="*/ 106680 h 287655"/>
                  <a:gd name="connsiteX12" fmla="*/ 140018 w 292847"/>
                  <a:gd name="connsiteY12" fmla="*/ 106680 h 287655"/>
                  <a:gd name="connsiteX13" fmla="*/ 140018 w 292847"/>
                  <a:gd name="connsiteY13" fmla="*/ 106680 h 287655"/>
                  <a:gd name="connsiteX14" fmla="*/ 140970 w 292847"/>
                  <a:gd name="connsiteY14" fmla="*/ 107632 h 287655"/>
                  <a:gd name="connsiteX15" fmla="*/ 220028 w 292847"/>
                  <a:gd name="connsiteY15" fmla="*/ 224790 h 287655"/>
                  <a:gd name="connsiteX16" fmla="*/ 220980 w 292847"/>
                  <a:gd name="connsiteY16" fmla="*/ 226695 h 287655"/>
                  <a:gd name="connsiteX17" fmla="*/ 219075 w 292847"/>
                  <a:gd name="connsiteY17" fmla="*/ 251460 h 287655"/>
                  <a:gd name="connsiteX18" fmla="*/ 193358 w 292847"/>
                  <a:gd name="connsiteY18" fmla="*/ 247650 h 287655"/>
                  <a:gd name="connsiteX19" fmla="*/ 149543 w 292847"/>
                  <a:gd name="connsiteY19" fmla="*/ 189547 h 287655"/>
                  <a:gd name="connsiteX20" fmla="*/ 91440 w 292847"/>
                  <a:gd name="connsiteY20" fmla="*/ 112395 h 287655"/>
                  <a:gd name="connsiteX21" fmla="*/ 76200 w 292847"/>
                  <a:gd name="connsiteY21" fmla="*/ 123825 h 287655"/>
                  <a:gd name="connsiteX22" fmla="*/ 128588 w 292847"/>
                  <a:gd name="connsiteY22" fmla="*/ 193358 h 287655"/>
                  <a:gd name="connsiteX23" fmla="*/ 160020 w 292847"/>
                  <a:gd name="connsiteY23" fmla="*/ 236220 h 287655"/>
                  <a:gd name="connsiteX24" fmla="*/ 160020 w 292847"/>
                  <a:gd name="connsiteY24" fmla="*/ 260985 h 287655"/>
                  <a:gd name="connsiteX25" fmla="*/ 134303 w 292847"/>
                  <a:gd name="connsiteY25" fmla="*/ 259080 h 287655"/>
                  <a:gd name="connsiteX26" fmla="*/ 43815 w 292847"/>
                  <a:gd name="connsiteY26" fmla="*/ 153353 h 287655"/>
                  <a:gd name="connsiteX27" fmla="*/ 14288 w 292847"/>
                  <a:gd name="connsiteY27" fmla="*/ 118110 h 287655"/>
                  <a:gd name="connsiteX28" fmla="*/ 0 w 292847"/>
                  <a:gd name="connsiteY28" fmla="*/ 130493 h 287655"/>
                  <a:gd name="connsiteX29" fmla="*/ 26670 w 292847"/>
                  <a:gd name="connsiteY29" fmla="*/ 160972 h 287655"/>
                  <a:gd name="connsiteX30" fmla="*/ 90488 w 292847"/>
                  <a:gd name="connsiteY30" fmla="*/ 237172 h 287655"/>
                  <a:gd name="connsiteX31" fmla="*/ 92393 w 292847"/>
                  <a:gd name="connsiteY31" fmla="*/ 261938 h 287655"/>
                  <a:gd name="connsiteX32" fmla="*/ 73343 w 292847"/>
                  <a:gd name="connsiteY32" fmla="*/ 266700 h 287655"/>
                  <a:gd name="connsiteX33" fmla="*/ 62865 w 292847"/>
                  <a:gd name="connsiteY33" fmla="*/ 280988 h 287655"/>
                  <a:gd name="connsiteX34" fmla="*/ 61913 w 292847"/>
                  <a:gd name="connsiteY34" fmla="*/ 281940 h 287655"/>
                  <a:gd name="connsiteX35" fmla="*/ 80010 w 292847"/>
                  <a:gd name="connsiteY35" fmla="*/ 287655 h 287655"/>
                  <a:gd name="connsiteX36" fmla="*/ 105728 w 292847"/>
                  <a:gd name="connsiteY36" fmla="*/ 276225 h 287655"/>
                  <a:gd name="connsiteX37" fmla="*/ 113348 w 292847"/>
                  <a:gd name="connsiteY37" fmla="*/ 263843 h 287655"/>
                  <a:gd name="connsiteX38" fmla="*/ 120015 w 292847"/>
                  <a:gd name="connsiteY38" fmla="*/ 272415 h 287655"/>
                  <a:gd name="connsiteX39" fmla="*/ 148590 w 292847"/>
                  <a:gd name="connsiteY39" fmla="*/ 285750 h 287655"/>
                  <a:gd name="connsiteX40" fmla="*/ 172403 w 292847"/>
                  <a:gd name="connsiteY40" fmla="*/ 276225 h 287655"/>
                  <a:gd name="connsiteX41" fmla="*/ 180975 w 292847"/>
                  <a:gd name="connsiteY41" fmla="*/ 263843 h 287655"/>
                  <a:gd name="connsiteX42" fmla="*/ 207645 w 292847"/>
                  <a:gd name="connsiteY42" fmla="*/ 275272 h 287655"/>
                  <a:gd name="connsiteX43" fmla="*/ 229553 w 292847"/>
                  <a:gd name="connsiteY43" fmla="*/ 267653 h 287655"/>
                  <a:gd name="connsiteX44" fmla="*/ 240983 w 292847"/>
                  <a:gd name="connsiteY44" fmla="*/ 251460 h 287655"/>
                  <a:gd name="connsiteX45" fmla="*/ 257175 w 292847"/>
                  <a:gd name="connsiteY45" fmla="*/ 256222 h 287655"/>
                  <a:gd name="connsiteX46" fmla="*/ 278130 w 292847"/>
                  <a:gd name="connsiteY46" fmla="*/ 249555 h 287655"/>
                  <a:gd name="connsiteX47" fmla="*/ 287655 w 292847"/>
                  <a:gd name="connsiteY47" fmla="*/ 200025 h 287655"/>
                  <a:gd name="connsiteX48" fmla="*/ 203835 w 292847"/>
                  <a:gd name="connsiteY48" fmla="*/ 43815 h 2876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92847" h="287655">
                    <a:moveTo>
                      <a:pt x="203835" y="43815"/>
                    </a:moveTo>
                    <a:lnTo>
                      <a:pt x="203835" y="43815"/>
                    </a:lnTo>
                    <a:cubicBezTo>
                      <a:pt x="203835" y="43815"/>
                      <a:pt x="193358" y="23813"/>
                      <a:pt x="183833" y="7620"/>
                    </a:cubicBezTo>
                    <a:cubicBezTo>
                      <a:pt x="180975" y="2857"/>
                      <a:pt x="176213" y="0"/>
                      <a:pt x="174308" y="0"/>
                    </a:cubicBezTo>
                    <a:lnTo>
                      <a:pt x="157163" y="0"/>
                    </a:lnTo>
                    <a:cubicBezTo>
                      <a:pt x="191453" y="60960"/>
                      <a:pt x="268605" y="199072"/>
                      <a:pt x="272415" y="206693"/>
                    </a:cubicBezTo>
                    <a:cubicBezTo>
                      <a:pt x="276225" y="214313"/>
                      <a:pt x="279083" y="224790"/>
                      <a:pt x="269558" y="231458"/>
                    </a:cubicBezTo>
                    <a:cubicBezTo>
                      <a:pt x="258128" y="239078"/>
                      <a:pt x="249555" y="232410"/>
                      <a:pt x="243840" y="225743"/>
                    </a:cubicBezTo>
                    <a:lnTo>
                      <a:pt x="236220" y="214313"/>
                    </a:lnTo>
                    <a:cubicBezTo>
                      <a:pt x="223838" y="195263"/>
                      <a:pt x="159068" y="100013"/>
                      <a:pt x="156210" y="96203"/>
                    </a:cubicBezTo>
                    <a:lnTo>
                      <a:pt x="148590" y="100965"/>
                    </a:lnTo>
                    <a:lnTo>
                      <a:pt x="140018" y="106680"/>
                    </a:lnTo>
                    <a:lnTo>
                      <a:pt x="140018" y="106680"/>
                    </a:lnTo>
                    <a:lnTo>
                      <a:pt x="140018" y="106680"/>
                    </a:lnTo>
                    <a:cubicBezTo>
                      <a:pt x="140018" y="106680"/>
                      <a:pt x="140970" y="107632"/>
                      <a:pt x="140970" y="107632"/>
                    </a:cubicBezTo>
                    <a:lnTo>
                      <a:pt x="220028" y="224790"/>
                    </a:lnTo>
                    <a:cubicBezTo>
                      <a:pt x="220980" y="225743"/>
                      <a:pt x="220980" y="226695"/>
                      <a:pt x="220980" y="226695"/>
                    </a:cubicBezTo>
                    <a:cubicBezTo>
                      <a:pt x="224790" y="232410"/>
                      <a:pt x="229553" y="243840"/>
                      <a:pt x="219075" y="251460"/>
                    </a:cubicBezTo>
                    <a:cubicBezTo>
                      <a:pt x="206693" y="260985"/>
                      <a:pt x="196215" y="250508"/>
                      <a:pt x="193358" y="247650"/>
                    </a:cubicBezTo>
                    <a:lnTo>
                      <a:pt x="149543" y="189547"/>
                    </a:lnTo>
                    <a:cubicBezTo>
                      <a:pt x="125730" y="157163"/>
                      <a:pt x="93345" y="115253"/>
                      <a:pt x="91440" y="112395"/>
                    </a:cubicBezTo>
                    <a:lnTo>
                      <a:pt x="76200" y="123825"/>
                    </a:lnTo>
                    <a:lnTo>
                      <a:pt x="128588" y="193358"/>
                    </a:lnTo>
                    <a:cubicBezTo>
                      <a:pt x="143828" y="214313"/>
                      <a:pt x="158115" y="232410"/>
                      <a:pt x="160020" y="236220"/>
                    </a:cubicBezTo>
                    <a:cubicBezTo>
                      <a:pt x="164783" y="243840"/>
                      <a:pt x="169545" y="253365"/>
                      <a:pt x="160020" y="260985"/>
                    </a:cubicBezTo>
                    <a:cubicBezTo>
                      <a:pt x="147638" y="271463"/>
                      <a:pt x="136208" y="261938"/>
                      <a:pt x="134303" y="259080"/>
                    </a:cubicBezTo>
                    <a:lnTo>
                      <a:pt x="43815" y="153353"/>
                    </a:lnTo>
                    <a:cubicBezTo>
                      <a:pt x="28575" y="135255"/>
                      <a:pt x="15240" y="120015"/>
                      <a:pt x="14288" y="118110"/>
                    </a:cubicBezTo>
                    <a:lnTo>
                      <a:pt x="0" y="130493"/>
                    </a:lnTo>
                    <a:lnTo>
                      <a:pt x="26670" y="160972"/>
                    </a:lnTo>
                    <a:cubicBezTo>
                      <a:pt x="54293" y="194310"/>
                      <a:pt x="86678" y="232410"/>
                      <a:pt x="90488" y="237172"/>
                    </a:cubicBezTo>
                    <a:cubicBezTo>
                      <a:pt x="94298" y="242888"/>
                      <a:pt x="100013" y="254318"/>
                      <a:pt x="92393" y="261938"/>
                    </a:cubicBezTo>
                    <a:cubicBezTo>
                      <a:pt x="86678" y="267653"/>
                      <a:pt x="80010" y="269558"/>
                      <a:pt x="73343" y="266700"/>
                    </a:cubicBezTo>
                    <a:cubicBezTo>
                      <a:pt x="70485" y="272415"/>
                      <a:pt x="67628" y="277178"/>
                      <a:pt x="62865" y="280988"/>
                    </a:cubicBezTo>
                    <a:cubicBezTo>
                      <a:pt x="62865" y="280988"/>
                      <a:pt x="61913" y="280988"/>
                      <a:pt x="61913" y="281940"/>
                    </a:cubicBezTo>
                    <a:cubicBezTo>
                      <a:pt x="67628" y="284797"/>
                      <a:pt x="73343" y="287655"/>
                      <a:pt x="80010" y="287655"/>
                    </a:cubicBezTo>
                    <a:cubicBezTo>
                      <a:pt x="88582" y="287655"/>
                      <a:pt x="97155" y="284797"/>
                      <a:pt x="105728" y="276225"/>
                    </a:cubicBezTo>
                    <a:cubicBezTo>
                      <a:pt x="109538" y="272415"/>
                      <a:pt x="112395" y="268605"/>
                      <a:pt x="113348" y="263843"/>
                    </a:cubicBezTo>
                    <a:lnTo>
                      <a:pt x="120015" y="272415"/>
                    </a:lnTo>
                    <a:cubicBezTo>
                      <a:pt x="127635" y="280035"/>
                      <a:pt x="138113" y="285750"/>
                      <a:pt x="148590" y="285750"/>
                    </a:cubicBezTo>
                    <a:cubicBezTo>
                      <a:pt x="156210" y="285750"/>
                      <a:pt x="164783" y="282893"/>
                      <a:pt x="172403" y="276225"/>
                    </a:cubicBezTo>
                    <a:cubicBezTo>
                      <a:pt x="176213" y="272415"/>
                      <a:pt x="179070" y="268605"/>
                      <a:pt x="180975" y="263843"/>
                    </a:cubicBezTo>
                    <a:cubicBezTo>
                      <a:pt x="187643" y="270510"/>
                      <a:pt x="197168" y="275272"/>
                      <a:pt x="207645" y="275272"/>
                    </a:cubicBezTo>
                    <a:cubicBezTo>
                      <a:pt x="215265" y="275272"/>
                      <a:pt x="222885" y="273368"/>
                      <a:pt x="229553" y="267653"/>
                    </a:cubicBezTo>
                    <a:cubicBezTo>
                      <a:pt x="235268" y="262890"/>
                      <a:pt x="239078" y="257175"/>
                      <a:pt x="240983" y="251460"/>
                    </a:cubicBezTo>
                    <a:cubicBezTo>
                      <a:pt x="245745" y="254318"/>
                      <a:pt x="251460" y="256222"/>
                      <a:pt x="257175" y="256222"/>
                    </a:cubicBezTo>
                    <a:cubicBezTo>
                      <a:pt x="263843" y="256222"/>
                      <a:pt x="270510" y="254318"/>
                      <a:pt x="278130" y="249555"/>
                    </a:cubicBezTo>
                    <a:cubicBezTo>
                      <a:pt x="293370" y="239078"/>
                      <a:pt x="297180" y="220028"/>
                      <a:pt x="287655" y="200025"/>
                    </a:cubicBezTo>
                    <a:cubicBezTo>
                      <a:pt x="286703" y="192405"/>
                      <a:pt x="238125" y="104775"/>
                      <a:pt x="203835" y="43815"/>
                    </a:cubicBezTo>
                    <a:close/>
                  </a:path>
                </a:pathLst>
              </a:custGeom>
              <a:solidFill>
                <a:schemeClr val="bg1"/>
              </a:solidFill>
              <a:ln w="9525" cap="flat">
                <a:noFill/>
                <a:prstDash val="solid"/>
                <a:miter/>
              </a:ln>
            </p:spPr>
            <p:txBody>
              <a:bodyPr rtlCol="0" anchor="ctr"/>
              <a:lstStyle/>
              <a:p>
                <a:endParaRPr lang="en-NL">
                  <a:solidFill>
                    <a:schemeClr val="bg1"/>
                  </a:solidFill>
                </a:endParaRPr>
              </a:p>
            </p:txBody>
          </p:sp>
        </p:grpSp>
        <p:grpSp>
          <p:nvGrpSpPr>
            <p:cNvPr id="126" name="Graphic 19">
              <a:extLst>
                <a:ext uri="{FF2B5EF4-FFF2-40B4-BE49-F238E27FC236}">
                  <a16:creationId xmlns:a16="http://schemas.microsoft.com/office/drawing/2014/main" id="{1934BFF6-DB80-8C2E-623C-F994C344B987}"/>
                </a:ext>
              </a:extLst>
            </p:cNvPr>
            <p:cNvGrpSpPr/>
            <p:nvPr/>
          </p:nvGrpSpPr>
          <p:grpSpPr>
            <a:xfrm>
              <a:off x="9528212" y="1441384"/>
              <a:ext cx="1065847" cy="1065847"/>
              <a:chOff x="9528212" y="1441384"/>
              <a:chExt cx="1065847" cy="1065847"/>
            </a:xfrm>
          </p:grpSpPr>
          <p:sp>
            <p:nvSpPr>
              <p:cNvPr id="127" name="Freeform 126">
                <a:extLst>
                  <a:ext uri="{FF2B5EF4-FFF2-40B4-BE49-F238E27FC236}">
                    <a16:creationId xmlns:a16="http://schemas.microsoft.com/office/drawing/2014/main" id="{B013C9B7-9F26-630B-4792-4988D2E45634}"/>
                  </a:ext>
                </a:extLst>
              </p:cNvPr>
              <p:cNvSpPr/>
              <p:nvPr/>
            </p:nvSpPr>
            <p:spPr>
              <a:xfrm>
                <a:off x="10444516" y="1618549"/>
                <a:ext cx="149542" cy="712470"/>
              </a:xfrm>
              <a:custGeom>
                <a:avLst/>
                <a:gdLst>
                  <a:gd name="connsiteX0" fmla="*/ 14288 w 149542"/>
                  <a:gd name="connsiteY0" fmla="*/ 0 h 712470"/>
                  <a:gd name="connsiteX1" fmla="*/ 0 w 149542"/>
                  <a:gd name="connsiteY1" fmla="*/ 13335 h 712470"/>
                  <a:gd name="connsiteX2" fmla="*/ 131445 w 149542"/>
                  <a:gd name="connsiteY2" fmla="*/ 356235 h 712470"/>
                  <a:gd name="connsiteX3" fmla="*/ 0 w 149542"/>
                  <a:gd name="connsiteY3" fmla="*/ 699135 h 712470"/>
                  <a:gd name="connsiteX4" fmla="*/ 13335 w 149542"/>
                  <a:gd name="connsiteY4" fmla="*/ 712470 h 712470"/>
                  <a:gd name="connsiteX5" fmla="*/ 149543 w 149542"/>
                  <a:gd name="connsiteY5" fmla="*/ 356235 h 712470"/>
                  <a:gd name="connsiteX6" fmla="*/ 14288 w 149542"/>
                  <a:gd name="connsiteY6" fmla="*/ 0 h 712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9542" h="712470">
                    <a:moveTo>
                      <a:pt x="14288" y="0"/>
                    </a:moveTo>
                    <a:lnTo>
                      <a:pt x="0" y="13335"/>
                    </a:lnTo>
                    <a:cubicBezTo>
                      <a:pt x="81915" y="104775"/>
                      <a:pt x="131445" y="224790"/>
                      <a:pt x="131445" y="356235"/>
                    </a:cubicBezTo>
                    <a:cubicBezTo>
                      <a:pt x="131445" y="487680"/>
                      <a:pt x="81915" y="607695"/>
                      <a:pt x="0" y="699135"/>
                    </a:cubicBezTo>
                    <a:lnTo>
                      <a:pt x="13335" y="712470"/>
                    </a:lnTo>
                    <a:cubicBezTo>
                      <a:pt x="98108" y="618173"/>
                      <a:pt x="149543" y="493395"/>
                      <a:pt x="149543" y="356235"/>
                    </a:cubicBezTo>
                    <a:cubicBezTo>
                      <a:pt x="149543" y="219075"/>
                      <a:pt x="99060" y="94298"/>
                      <a:pt x="14288" y="0"/>
                    </a:cubicBezTo>
                    <a:close/>
                  </a:path>
                </a:pathLst>
              </a:custGeom>
              <a:solidFill>
                <a:srgbClr val="85BC20"/>
              </a:solidFill>
              <a:ln w="9525" cap="flat">
                <a:noFill/>
                <a:prstDash val="solid"/>
                <a:miter/>
              </a:ln>
            </p:spPr>
            <p:txBody>
              <a:bodyPr rtlCol="0" anchor="ctr"/>
              <a:lstStyle/>
              <a:p>
                <a:endParaRPr lang="en-NL">
                  <a:solidFill>
                    <a:schemeClr val="bg1"/>
                  </a:solidFill>
                </a:endParaRPr>
              </a:p>
            </p:txBody>
          </p:sp>
          <p:sp>
            <p:nvSpPr>
              <p:cNvPr id="128" name="Freeform 127">
                <a:extLst>
                  <a:ext uri="{FF2B5EF4-FFF2-40B4-BE49-F238E27FC236}">
                    <a16:creationId xmlns:a16="http://schemas.microsoft.com/office/drawing/2014/main" id="{DF5A2973-2A63-9FC2-C6B1-7427585D65C5}"/>
                  </a:ext>
                </a:extLst>
              </p:cNvPr>
              <p:cNvSpPr/>
              <p:nvPr/>
            </p:nvSpPr>
            <p:spPr>
              <a:xfrm>
                <a:off x="9705377" y="2357688"/>
                <a:ext cx="712470" cy="149542"/>
              </a:xfrm>
              <a:custGeom>
                <a:avLst/>
                <a:gdLst>
                  <a:gd name="connsiteX0" fmla="*/ 699135 w 712470"/>
                  <a:gd name="connsiteY0" fmla="*/ 0 h 149542"/>
                  <a:gd name="connsiteX1" fmla="*/ 356235 w 712470"/>
                  <a:gd name="connsiteY1" fmla="*/ 131445 h 149542"/>
                  <a:gd name="connsiteX2" fmla="*/ 13335 w 712470"/>
                  <a:gd name="connsiteY2" fmla="*/ 0 h 149542"/>
                  <a:gd name="connsiteX3" fmla="*/ 0 w 712470"/>
                  <a:gd name="connsiteY3" fmla="*/ 13335 h 149542"/>
                  <a:gd name="connsiteX4" fmla="*/ 356235 w 712470"/>
                  <a:gd name="connsiteY4" fmla="*/ 149543 h 149542"/>
                  <a:gd name="connsiteX5" fmla="*/ 712470 w 712470"/>
                  <a:gd name="connsiteY5" fmla="*/ 13335 h 149542"/>
                  <a:gd name="connsiteX6" fmla="*/ 699135 w 712470"/>
                  <a:gd name="connsiteY6" fmla="*/ 0 h 149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470" h="149542">
                    <a:moveTo>
                      <a:pt x="699135" y="0"/>
                    </a:moveTo>
                    <a:cubicBezTo>
                      <a:pt x="607695" y="81915"/>
                      <a:pt x="487680" y="131445"/>
                      <a:pt x="356235" y="131445"/>
                    </a:cubicBezTo>
                    <a:cubicBezTo>
                      <a:pt x="224790" y="131445"/>
                      <a:pt x="104775" y="81915"/>
                      <a:pt x="13335" y="0"/>
                    </a:cubicBezTo>
                    <a:lnTo>
                      <a:pt x="0" y="13335"/>
                    </a:lnTo>
                    <a:cubicBezTo>
                      <a:pt x="94298" y="98108"/>
                      <a:pt x="219075" y="149543"/>
                      <a:pt x="356235" y="149543"/>
                    </a:cubicBezTo>
                    <a:cubicBezTo>
                      <a:pt x="493395" y="149543"/>
                      <a:pt x="618173" y="98108"/>
                      <a:pt x="712470" y="13335"/>
                    </a:cubicBezTo>
                    <a:lnTo>
                      <a:pt x="699135" y="0"/>
                    </a:lnTo>
                    <a:close/>
                  </a:path>
                </a:pathLst>
              </a:custGeom>
              <a:solidFill>
                <a:schemeClr val="bg1"/>
              </a:solidFill>
              <a:ln w="9525" cap="flat">
                <a:noFill/>
                <a:prstDash val="solid"/>
                <a:miter/>
              </a:ln>
            </p:spPr>
            <p:txBody>
              <a:bodyPr rtlCol="0" anchor="ctr"/>
              <a:lstStyle/>
              <a:p>
                <a:endParaRPr lang="en-NL" dirty="0">
                  <a:solidFill>
                    <a:schemeClr val="bg1"/>
                  </a:solidFill>
                </a:endParaRPr>
              </a:p>
            </p:txBody>
          </p:sp>
          <p:sp>
            <p:nvSpPr>
              <p:cNvPr id="129" name="Freeform 128">
                <a:extLst>
                  <a:ext uri="{FF2B5EF4-FFF2-40B4-BE49-F238E27FC236}">
                    <a16:creationId xmlns:a16="http://schemas.microsoft.com/office/drawing/2014/main" id="{3DEF58F8-B719-6539-E68B-C10D17781676}"/>
                  </a:ext>
                </a:extLst>
              </p:cNvPr>
              <p:cNvSpPr/>
              <p:nvPr/>
            </p:nvSpPr>
            <p:spPr>
              <a:xfrm>
                <a:off x="9705377" y="1441384"/>
                <a:ext cx="712470" cy="150495"/>
              </a:xfrm>
              <a:custGeom>
                <a:avLst/>
                <a:gdLst>
                  <a:gd name="connsiteX0" fmla="*/ 13335 w 712470"/>
                  <a:gd name="connsiteY0" fmla="*/ 150495 h 150495"/>
                  <a:gd name="connsiteX1" fmla="*/ 356235 w 712470"/>
                  <a:gd name="connsiteY1" fmla="*/ 19050 h 150495"/>
                  <a:gd name="connsiteX2" fmla="*/ 699135 w 712470"/>
                  <a:gd name="connsiteY2" fmla="*/ 150495 h 150495"/>
                  <a:gd name="connsiteX3" fmla="*/ 712470 w 712470"/>
                  <a:gd name="connsiteY3" fmla="*/ 137160 h 150495"/>
                  <a:gd name="connsiteX4" fmla="*/ 356235 w 712470"/>
                  <a:gd name="connsiteY4" fmla="*/ 0 h 150495"/>
                  <a:gd name="connsiteX5" fmla="*/ 0 w 712470"/>
                  <a:gd name="connsiteY5" fmla="*/ 136208 h 150495"/>
                  <a:gd name="connsiteX6" fmla="*/ 13335 w 712470"/>
                  <a:gd name="connsiteY6" fmla="*/ 150495 h 150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470" h="150495">
                    <a:moveTo>
                      <a:pt x="13335" y="150495"/>
                    </a:moveTo>
                    <a:cubicBezTo>
                      <a:pt x="104775" y="68580"/>
                      <a:pt x="224790" y="19050"/>
                      <a:pt x="356235" y="19050"/>
                    </a:cubicBezTo>
                    <a:cubicBezTo>
                      <a:pt x="487680" y="19050"/>
                      <a:pt x="607695" y="68580"/>
                      <a:pt x="699135" y="150495"/>
                    </a:cubicBezTo>
                    <a:lnTo>
                      <a:pt x="712470" y="137160"/>
                    </a:lnTo>
                    <a:cubicBezTo>
                      <a:pt x="618173" y="51435"/>
                      <a:pt x="493395" y="0"/>
                      <a:pt x="356235" y="0"/>
                    </a:cubicBezTo>
                    <a:cubicBezTo>
                      <a:pt x="219075" y="0"/>
                      <a:pt x="94298" y="51435"/>
                      <a:pt x="0" y="136208"/>
                    </a:cubicBezTo>
                    <a:lnTo>
                      <a:pt x="13335" y="150495"/>
                    </a:ln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0" name="Freeform 129">
                <a:extLst>
                  <a:ext uri="{FF2B5EF4-FFF2-40B4-BE49-F238E27FC236}">
                    <a16:creationId xmlns:a16="http://schemas.microsoft.com/office/drawing/2014/main" id="{79359139-B8E2-F5DB-1016-67C30293A409}"/>
                  </a:ext>
                </a:extLst>
              </p:cNvPr>
              <p:cNvSpPr/>
              <p:nvPr/>
            </p:nvSpPr>
            <p:spPr>
              <a:xfrm>
                <a:off x="9528212" y="1618549"/>
                <a:ext cx="150495" cy="712470"/>
              </a:xfrm>
              <a:custGeom>
                <a:avLst/>
                <a:gdLst>
                  <a:gd name="connsiteX0" fmla="*/ 150495 w 150495"/>
                  <a:gd name="connsiteY0" fmla="*/ 699135 h 712470"/>
                  <a:gd name="connsiteX1" fmla="*/ 19050 w 150495"/>
                  <a:gd name="connsiteY1" fmla="*/ 356235 h 712470"/>
                  <a:gd name="connsiteX2" fmla="*/ 150495 w 150495"/>
                  <a:gd name="connsiteY2" fmla="*/ 13335 h 712470"/>
                  <a:gd name="connsiteX3" fmla="*/ 137160 w 150495"/>
                  <a:gd name="connsiteY3" fmla="*/ 0 h 712470"/>
                  <a:gd name="connsiteX4" fmla="*/ 0 w 150495"/>
                  <a:gd name="connsiteY4" fmla="*/ 356235 h 712470"/>
                  <a:gd name="connsiteX5" fmla="*/ 136208 w 150495"/>
                  <a:gd name="connsiteY5" fmla="*/ 712470 h 712470"/>
                  <a:gd name="connsiteX6" fmla="*/ 150495 w 150495"/>
                  <a:gd name="connsiteY6" fmla="*/ 699135 h 712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495" h="712470">
                    <a:moveTo>
                      <a:pt x="150495" y="699135"/>
                    </a:moveTo>
                    <a:cubicBezTo>
                      <a:pt x="68580" y="607695"/>
                      <a:pt x="19050" y="487680"/>
                      <a:pt x="19050" y="356235"/>
                    </a:cubicBezTo>
                    <a:cubicBezTo>
                      <a:pt x="19050" y="224790"/>
                      <a:pt x="68580" y="104775"/>
                      <a:pt x="150495" y="13335"/>
                    </a:cubicBezTo>
                    <a:lnTo>
                      <a:pt x="137160" y="0"/>
                    </a:lnTo>
                    <a:cubicBezTo>
                      <a:pt x="51435" y="94298"/>
                      <a:pt x="0" y="219075"/>
                      <a:pt x="0" y="356235"/>
                    </a:cubicBezTo>
                    <a:cubicBezTo>
                      <a:pt x="0" y="493395"/>
                      <a:pt x="51435" y="618173"/>
                      <a:pt x="136208" y="712470"/>
                    </a:cubicBezTo>
                    <a:lnTo>
                      <a:pt x="150495" y="699135"/>
                    </a:lnTo>
                    <a:close/>
                  </a:path>
                </a:pathLst>
              </a:custGeom>
              <a:solidFill>
                <a:srgbClr val="007AC3"/>
              </a:solidFill>
              <a:ln w="9525" cap="flat">
                <a:noFill/>
                <a:prstDash val="solid"/>
                <a:miter/>
              </a:ln>
            </p:spPr>
            <p:txBody>
              <a:bodyPr rtlCol="0" anchor="ctr"/>
              <a:lstStyle/>
              <a:p>
                <a:endParaRPr lang="en-NL">
                  <a:solidFill>
                    <a:schemeClr val="bg1"/>
                  </a:solidFill>
                </a:endParaRPr>
              </a:p>
            </p:txBody>
          </p:sp>
        </p:grpSp>
      </p:grpSp>
      <p:sp>
        <p:nvSpPr>
          <p:cNvPr id="2" name="Title 1">
            <a:extLst>
              <a:ext uri="{FF2B5EF4-FFF2-40B4-BE49-F238E27FC236}">
                <a16:creationId xmlns:a16="http://schemas.microsoft.com/office/drawing/2014/main" id="{55CD93A4-4337-6BD8-4FFE-A1B43A27D6A9}"/>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5" name="Content Placeholder 4">
            <a:extLst>
              <a:ext uri="{FF2B5EF4-FFF2-40B4-BE49-F238E27FC236}">
                <a16:creationId xmlns:a16="http://schemas.microsoft.com/office/drawing/2014/main" id="{50FC3660-F0ED-1314-A2D8-D0ED7E99A0AB}"/>
              </a:ext>
            </a:extLst>
          </p:cNvPr>
          <p:cNvSpPr>
            <a:spLocks noGrp="1"/>
          </p:cNvSpPr>
          <p:nvPr>
            <p:ph sz="quarter" idx="19"/>
          </p:nvPr>
        </p:nvSpPr>
        <p:spPr>
          <a:xfrm>
            <a:off x="209835" y="1451739"/>
            <a:ext cx="7749165" cy="4390262"/>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9795220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3680">
          <p15:clr>
            <a:srgbClr val="FBAE40"/>
          </p15:clr>
        </p15:guide>
        <p15:guide id="6" orient="horz" pos="210">
          <p15:clr>
            <a:srgbClr val="FBAE40"/>
          </p15:clr>
        </p15:guide>
        <p15:guide id="7" orient="horz" pos="414" userDrawn="1">
          <p15:clr>
            <a:srgbClr val="FBAE40"/>
          </p15:clr>
        </p15:guide>
        <p15:guide id="8" orient="horz" pos="913" userDrawn="1">
          <p15:clr>
            <a:srgbClr val="FBAE40"/>
          </p15:clr>
        </p15:guide>
        <p15:guide id="9" pos="5019"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4943B-2AF4-0FD1-DF2B-A7FEDE3A4952}"/>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63A9A72-54B0-53E1-463A-A5ABDC39448B}"/>
              </a:ext>
            </a:extLst>
          </p:cNvPr>
          <p:cNvSpPr>
            <a:spLocks noGrp="1"/>
          </p:cNvSpPr>
          <p:nvPr>
            <p:ph type="dt" sz="half" idx="10"/>
          </p:nvPr>
        </p:nvSpPr>
        <p:spPr/>
        <p:txBody>
          <a:bodyPr/>
          <a:lstStyle/>
          <a:p>
            <a:fld id="{94F96FED-503C-4D12-A08C-D1E6C4CD318B}" type="datetimeFigureOut">
              <a:rPr lang="en-CA" smtClean="0"/>
              <a:t>2026-10-26</a:t>
            </a:fld>
            <a:endParaRPr lang="en-CA"/>
          </a:p>
        </p:txBody>
      </p:sp>
      <p:sp>
        <p:nvSpPr>
          <p:cNvPr id="4" name="Footer Placeholder 3">
            <a:extLst>
              <a:ext uri="{FF2B5EF4-FFF2-40B4-BE49-F238E27FC236}">
                <a16:creationId xmlns:a16="http://schemas.microsoft.com/office/drawing/2014/main" id="{B604E35A-413B-F290-B27F-2F1AE1D51AA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2630815-77DC-6856-BE7C-97B73BF51301}"/>
              </a:ext>
            </a:extLst>
          </p:cNvPr>
          <p:cNvSpPr>
            <a:spLocks noGrp="1"/>
          </p:cNvSpPr>
          <p:nvPr>
            <p:ph type="sldNum" sz="quarter" idx="12"/>
          </p:nvPr>
        </p:nvSpPr>
        <p:spPr/>
        <p:txBody>
          <a:bodyPr/>
          <a:lstStyle/>
          <a:p>
            <a:fld id="{C85BCCC8-70B2-41BC-818D-3F4EC98E13EA}" type="slidenum">
              <a:rPr lang="en-CA" smtClean="0"/>
              <a:t>‹#›</a:t>
            </a:fld>
            <a:endParaRPr lang="en-CA"/>
          </a:p>
        </p:txBody>
      </p:sp>
    </p:spTree>
    <p:extLst>
      <p:ext uri="{BB962C8B-B14F-4D97-AF65-F5344CB8AC3E}">
        <p14:creationId xmlns:p14="http://schemas.microsoft.com/office/powerpoint/2010/main" val="36300698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72360" y="6405556"/>
            <a:ext cx="652895" cy="365125"/>
          </a:xfrm>
          <a:prstGeom prst="rect">
            <a:avLst/>
          </a:prstGeom>
        </p:spPr>
        <p:txBody>
          <a:bodyPr vert="horz" lIns="0" tIns="0" rIns="0" bIns="0" rtlCol="0" anchor="ctr"/>
          <a:lstStyle>
            <a:lvl1pPr algn="l">
              <a:defRPr sz="1200">
                <a:solidFill>
                  <a:schemeClr val="tx1"/>
                </a:solidFill>
                <a:latin typeface="Fira Sans" panose="020B0503050000020004" pitchFamily="34" charset="0"/>
                <a:ea typeface="Fira Sans" panose="020B0503050000020004" pitchFamily="34" charset="0"/>
              </a:defRPr>
            </a:lvl1pPr>
          </a:lstStyle>
          <a:p>
            <a:fld id="{C3C3236D-FB65-584A-8227-5A449D06E62A}" type="slidenum">
              <a:rPr lang="en-US" smtClean="0"/>
              <a:pPr/>
              <a:t>‹#›</a:t>
            </a:fld>
            <a:endParaRPr lang="en-US" dirty="0"/>
          </a:p>
        </p:txBody>
      </p:sp>
      <p:sp>
        <p:nvSpPr>
          <p:cNvPr id="4" name="Tijdelijke aanduiding voor voettekst 3">
            <a:extLst>
              <a:ext uri="{FF2B5EF4-FFF2-40B4-BE49-F238E27FC236}">
                <a16:creationId xmlns:a16="http://schemas.microsoft.com/office/drawing/2014/main" id="{A23F450B-1F47-1248-8781-F7FAB2C695CF}"/>
              </a:ext>
            </a:extLst>
          </p:cNvPr>
          <p:cNvSpPr>
            <a:spLocks noGrp="1"/>
          </p:cNvSpPr>
          <p:nvPr>
            <p:ph type="ftr" sz="quarter" idx="3"/>
          </p:nvPr>
        </p:nvSpPr>
        <p:spPr>
          <a:xfrm>
            <a:off x="4303643" y="6400798"/>
            <a:ext cx="7615997" cy="365125"/>
          </a:xfrm>
          <a:prstGeom prst="rect">
            <a:avLst/>
          </a:prstGeom>
        </p:spPr>
        <p:txBody>
          <a:bodyPr vert="horz" lIns="91440" tIns="45720" rIns="0" bIns="45720" rtlCol="0" anchor="ctr"/>
          <a:lstStyle>
            <a:lvl1pPr algn="r">
              <a:defRPr sz="1200">
                <a:solidFill>
                  <a:schemeClr val="tx1"/>
                </a:solidFill>
              </a:defRPr>
            </a:lvl1pPr>
          </a:lstStyle>
          <a:p>
            <a:r>
              <a:rPr lang="en-US" dirty="0"/>
              <a:t>#</a:t>
            </a:r>
            <a:r>
              <a:rPr lang="en-US" dirty="0" err="1"/>
              <a:t>CCHConnections</a:t>
            </a:r>
            <a:endParaRPr lang="en-US" dirty="0"/>
          </a:p>
        </p:txBody>
      </p:sp>
      <p:sp>
        <p:nvSpPr>
          <p:cNvPr id="9" name="Title Placeholder 1">
            <a:extLst>
              <a:ext uri="{FF2B5EF4-FFF2-40B4-BE49-F238E27FC236}">
                <a16:creationId xmlns:a16="http://schemas.microsoft.com/office/drawing/2014/main" id="{00125E2B-8A71-C608-AB71-A6F68C79C128}"/>
              </a:ext>
            </a:extLst>
          </p:cNvPr>
          <p:cNvSpPr>
            <a:spLocks noGrp="1"/>
          </p:cNvSpPr>
          <p:nvPr>
            <p:ph type="title"/>
          </p:nvPr>
        </p:nvSpPr>
        <p:spPr>
          <a:xfrm>
            <a:off x="180000" y="457202"/>
            <a:ext cx="3855159" cy="5948354"/>
          </a:xfrm>
          <a:prstGeom prst="rect">
            <a:avLst/>
          </a:prstGeom>
        </p:spPr>
        <p:txBody>
          <a:bodyPr vert="horz" lIns="90000" tIns="46800" rIns="90000" bIns="46800" rtlCol="0" anchor="t">
            <a:noAutofit/>
          </a:bodyPr>
          <a:lstStyle/>
          <a:p>
            <a:r>
              <a:rPr lang="en-US"/>
              <a:t>Click to edit Master title style</a:t>
            </a:r>
            <a:endParaRPr lang="en-US" dirty="0"/>
          </a:p>
        </p:txBody>
      </p:sp>
      <p:sp>
        <p:nvSpPr>
          <p:cNvPr id="10" name="Text Placeholder 2">
            <a:extLst>
              <a:ext uri="{FF2B5EF4-FFF2-40B4-BE49-F238E27FC236}">
                <a16:creationId xmlns:a16="http://schemas.microsoft.com/office/drawing/2014/main" id="{52112DCC-B916-8BBB-C835-5657A1E7ADEA}"/>
              </a:ext>
            </a:extLst>
          </p:cNvPr>
          <p:cNvSpPr>
            <a:spLocks noGrp="1"/>
          </p:cNvSpPr>
          <p:nvPr>
            <p:ph type="body" idx="1"/>
          </p:nvPr>
        </p:nvSpPr>
        <p:spPr>
          <a:xfrm>
            <a:off x="4140000" y="457202"/>
            <a:ext cx="7709547" cy="5948354"/>
          </a:xfrm>
          <a:prstGeom prst="rect">
            <a:avLst/>
          </a:prstGeom>
        </p:spPr>
        <p:txBody>
          <a:bodyPr vert="horz" lIns="90000" tIns="46800" rIns="90000" bIns="4680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32283050"/>
      </p:ext>
    </p:extLst>
  </p:cSld>
  <p:clrMap bg1="lt1" tx1="dk1" bg2="lt2" tx2="dk2" accent1="accent1" accent2="accent2" accent3="accent3" accent4="accent4" accent5="accent5" accent6="accent6" hlink="hlink" folHlink="folHlink"/>
  <p:sldLayoutIdLst>
    <p:sldLayoutId id="2147483786" r:id="rId1"/>
    <p:sldLayoutId id="2147483785" r:id="rId2"/>
    <p:sldLayoutId id="2147483768" r:id="rId3"/>
    <p:sldLayoutId id="2147483777" r:id="rId4"/>
    <p:sldLayoutId id="2147483779" r:id="rId5"/>
    <p:sldLayoutId id="2147483780" r:id="rId6"/>
    <p:sldLayoutId id="2147483781" r:id="rId7"/>
    <p:sldLayoutId id="2147483782" r:id="rId8"/>
    <p:sldLayoutId id="2147483783" r:id="rId9"/>
    <p:sldLayoutId id="2147483774" r:id="rId10"/>
    <p:sldLayoutId id="2147483775" r:id="rId11"/>
    <p:sldLayoutId id="2147483770" r:id="rId12"/>
    <p:sldLayoutId id="2147483773" r:id="rId13"/>
    <p:sldLayoutId id="2147483772" r:id="rId14"/>
    <p:sldLayoutId id="2147483771" r:id="rId15"/>
    <p:sldLayoutId id="2147483691" r:id="rId16"/>
    <p:sldLayoutId id="2147483769" r:id="rId17"/>
    <p:sldLayoutId id="2147483767" r:id="rId18"/>
    <p:sldLayoutId id="2147483765" r:id="rId19"/>
    <p:sldLayoutId id="2147483766" r:id="rId20"/>
    <p:sldLayoutId id="2147483764" r:id="rId21"/>
    <p:sldLayoutId id="2147483763" r:id="rId22"/>
    <p:sldLayoutId id="2147483776" r:id="rId23"/>
    <p:sldLayoutId id="2147483787" r:id="rId24"/>
  </p:sldLayoutIdLst>
  <p:hf hdr="0" dt="0"/>
  <p:txStyles>
    <p:titleStyle>
      <a:lvl1pPr algn="l" defTabSz="609585" rtl="0" eaLnBrk="1" latinLnBrk="0" hangingPunct="1">
        <a:spcBef>
          <a:spcPct val="0"/>
        </a:spcBef>
        <a:buNone/>
        <a:defRPr sz="3600" b="0" i="0" kern="1200">
          <a:solidFill>
            <a:schemeClr val="tx1"/>
          </a:solidFill>
          <a:latin typeface="+mj-lt"/>
          <a:ea typeface="Fira Sans Light" panose="020B0403050000020004" pitchFamily="34" charset="0"/>
          <a:cs typeface="+mj-cs"/>
        </a:defRPr>
      </a:lvl1pPr>
    </p:titleStyle>
    <p:bodyStyle>
      <a:lvl1pPr marL="406390"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1pPr>
      <a:lvl2pPr marL="792460"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2pPr>
      <a:lvl3pPr marL="1170403"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3pPr>
      <a:lvl4pPr marL="1536154"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4pPr>
      <a:lvl5pPr marL="1904400" indent="-367200" algn="l" defTabSz="609585" rtl="0" eaLnBrk="1" latinLnBrk="0" hangingPunct="1">
        <a:spcBef>
          <a:spcPct val="20000"/>
        </a:spcBef>
        <a:buClrTx/>
        <a:buFont typeface="Arial" panose="020B0604020202020204" pitchFamily="34" charset="0"/>
        <a:buChar char="•"/>
        <a:defRPr sz="24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4.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8.xml"/><Relationship Id="rId1" Type="http://schemas.openxmlformats.org/officeDocument/2006/relationships/tags" Target="../tags/tag4.xml"/><Relationship Id="rId5" Type="http://schemas.openxmlformats.org/officeDocument/2006/relationships/image" Target="../media/image12.jfif"/><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1.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2.xml"/><Relationship Id="rId1" Type="http://schemas.openxmlformats.org/officeDocument/2006/relationships/tags" Target="../tags/tag6.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1.xml"/><Relationship Id="rId1" Type="http://schemas.openxmlformats.org/officeDocument/2006/relationships/tags" Target="../tags/tag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4.xml"/><Relationship Id="rId1" Type="http://schemas.openxmlformats.org/officeDocument/2006/relationships/tags" Target="../tags/tag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1.xml"/><Relationship Id="rId1" Type="http://schemas.openxmlformats.org/officeDocument/2006/relationships/tags" Target="../tags/tag9.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1.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1.xml"/><Relationship Id="rId1" Type="http://schemas.openxmlformats.org/officeDocument/2006/relationships/tags" Target="../tags/tag1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2.xml"/><Relationship Id="rId1" Type="http://schemas.openxmlformats.org/officeDocument/2006/relationships/tags" Target="../tags/tag1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2.xml"/><Relationship Id="rId1" Type="http://schemas.openxmlformats.org/officeDocument/2006/relationships/tags" Target="../tags/tag13.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2.xml"/><Relationship Id="rId1" Type="http://schemas.openxmlformats.org/officeDocument/2006/relationships/tags" Target="../tags/tag14.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2.xml"/><Relationship Id="rId1" Type="http://schemas.openxmlformats.org/officeDocument/2006/relationships/tags" Target="../tags/tag1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2.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1.xml"/><Relationship Id="rId1" Type="http://schemas.openxmlformats.org/officeDocument/2006/relationships/tags" Target="../tags/tag17.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1.xml"/><Relationship Id="rId1" Type="http://schemas.openxmlformats.org/officeDocument/2006/relationships/tags" Target="../tags/tag18.xml"/></Relationships>
</file>

<file path=ppt/slides/_rels/slide21.xml.rels><?xml version="1.0" encoding="UTF-8" standalone="yes"?>
<Relationships xmlns="http://schemas.openxmlformats.org/package/2006/relationships"><Relationship Id="rId8" Type="http://schemas.openxmlformats.org/officeDocument/2006/relationships/hyperlink" Target="https://www.microsoft.com/en/customers/story/1792260322207475324-lionbridge-technologies-azure-openai-service-other-en-united-states" TargetMode="External"/><Relationship Id="rId13" Type="http://schemas.openxmlformats.org/officeDocument/2006/relationships/image" Target="../media/image20.png"/><Relationship Id="rId3" Type="http://schemas.openxmlformats.org/officeDocument/2006/relationships/notesSlide" Target="../notesSlides/notesSlide20.xml"/><Relationship Id="rId7" Type="http://schemas.openxmlformats.org/officeDocument/2006/relationships/hyperlink" Target="https://www.microsoft.com/en/customers/story/18754-city-of-burlington-microsoft-power-platform" TargetMode="External"/><Relationship Id="rId12" Type="http://schemas.openxmlformats.org/officeDocument/2006/relationships/image" Target="../media/image19.svg"/><Relationship Id="rId2" Type="http://schemas.openxmlformats.org/officeDocument/2006/relationships/slideLayout" Target="../slideLayouts/slideLayout12.xml"/><Relationship Id="rId1" Type="http://schemas.openxmlformats.org/officeDocument/2006/relationships/tags" Target="../tags/tag19.xml"/><Relationship Id="rId6" Type="http://schemas.openxmlformats.org/officeDocument/2006/relationships/hyperlink" Target="https://www.microsoft.com/en/customers/story/1771760434465986810-lumen-microsoft-copilot-telecommunications-en-united-states" TargetMode="External"/><Relationship Id="rId11" Type="http://schemas.openxmlformats.org/officeDocument/2006/relationships/image" Target="../media/image18.png"/><Relationship Id="rId5" Type="http://schemas.openxmlformats.org/officeDocument/2006/relationships/hyperlink" Target="https://www.microsoft.com/en/customers/story/19830-eaton-microsoft-365-copilot" TargetMode="External"/><Relationship Id="rId10" Type="http://schemas.openxmlformats.org/officeDocument/2006/relationships/image" Target="../media/image17.svg"/><Relationship Id="rId4" Type="http://schemas.openxmlformats.org/officeDocument/2006/relationships/hyperlink" Target="https://www.microsoft.com/en/customers/story/1770317375595733395-hp-github-professional-services-en-united-states" TargetMode="External"/><Relationship Id="rId9"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1.xml"/><Relationship Id="rId1" Type="http://schemas.openxmlformats.org/officeDocument/2006/relationships/tags" Target="../tags/tag20.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2.xml"/><Relationship Id="rId1" Type="http://schemas.openxmlformats.org/officeDocument/2006/relationships/tags" Target="../tags/tag21.xml"/><Relationship Id="rId5" Type="http://schemas.openxmlformats.org/officeDocument/2006/relationships/image" Target="../media/image22.png"/><Relationship Id="rId4" Type="http://schemas.openxmlformats.org/officeDocument/2006/relationships/image" Target="../media/image21.sv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2.xml"/><Relationship Id="rId1" Type="http://schemas.openxmlformats.org/officeDocument/2006/relationships/tags" Target="../tags/tag22.xml"/><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notesSlide" Target="../notesSlides/notesSlide24.xml"/><Relationship Id="rId7" Type="http://schemas.openxmlformats.org/officeDocument/2006/relationships/image" Target="../media/image28.png"/><Relationship Id="rId2" Type="http://schemas.openxmlformats.org/officeDocument/2006/relationships/slideLayout" Target="../slideLayouts/slideLayout21.xml"/><Relationship Id="rId1" Type="http://schemas.openxmlformats.org/officeDocument/2006/relationships/tags" Target="../tags/tag23.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svg"/><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1.xml"/><Relationship Id="rId1" Type="http://schemas.openxmlformats.org/officeDocument/2006/relationships/tags" Target="../tags/tag24.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1.xml"/><Relationship Id="rId1" Type="http://schemas.openxmlformats.org/officeDocument/2006/relationships/tags" Target="../tags/tag2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1.xml"/><Relationship Id="rId1" Type="http://schemas.openxmlformats.org/officeDocument/2006/relationships/tags" Target="../tags/tag26.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2.xml"/><Relationship Id="rId1" Type="http://schemas.openxmlformats.org/officeDocument/2006/relationships/tags" Target="../tags/tag27.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1.xml"/><Relationship Id="rId1" Type="http://schemas.openxmlformats.org/officeDocument/2006/relationships/tags" Target="../tags/tag28.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9.xml"/><Relationship Id="rId1" Type="http://schemas.openxmlformats.org/officeDocument/2006/relationships/tags" Target="../tags/tag29.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2.xml"/><Relationship Id="rId1" Type="http://schemas.openxmlformats.org/officeDocument/2006/relationships/tags" Target="../tags/tag30.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2.xml"/><Relationship Id="rId1" Type="http://schemas.openxmlformats.org/officeDocument/2006/relationships/tags" Target="../tags/tag31.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2.xml"/><Relationship Id="rId1" Type="http://schemas.openxmlformats.org/officeDocument/2006/relationships/tags" Target="../tags/tag32.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9.xml"/><Relationship Id="rId1" Type="http://schemas.openxmlformats.org/officeDocument/2006/relationships/tags" Target="../tags/tag33.xml"/><Relationship Id="rId4" Type="http://schemas.openxmlformats.org/officeDocument/2006/relationships/image" Target="../media/image34.sv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3.xml"/><Relationship Id="rId1" Type="http://schemas.openxmlformats.org/officeDocument/2006/relationships/tags" Target="../tags/tag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70E43-CF74-48EB-41AF-492F450E95D3}"/>
              </a:ext>
            </a:extLst>
          </p:cNvPr>
          <p:cNvSpPr>
            <a:spLocks noGrp="1"/>
          </p:cNvSpPr>
          <p:nvPr>
            <p:ph type="ctrTitle"/>
          </p:nvPr>
        </p:nvSpPr>
        <p:spPr>
          <a:xfrm>
            <a:off x="548869" y="851030"/>
            <a:ext cx="3170644" cy="1353312"/>
          </a:xfrm>
        </p:spPr>
        <p:txBody>
          <a:bodyPr lIns="91440" tIns="0" rIns="0" bIns="0" anchor="t"/>
          <a:lstStyle/>
          <a:p>
            <a:pPr>
              <a:spcAft>
                <a:spcPts val="700"/>
              </a:spcAft>
            </a:pPr>
            <a:r>
              <a:rPr lang="en-US" sz="3400">
                <a:solidFill>
                  <a:srgbClr val="000000"/>
                </a:solidFill>
                <a:latin typeface="Fira Sans Light" panose="020B0403050000020004" pitchFamily="34" charset="0"/>
              </a:rPr>
              <a:t>AI where you already work</a:t>
            </a:r>
            <a:endParaRPr lang="en-US" sz="3400" dirty="0">
              <a:solidFill>
                <a:srgbClr val="000000"/>
              </a:solidFill>
              <a:latin typeface="Fira Sans Light" panose="020B0403050000020004" pitchFamily="34" charset="0"/>
            </a:endParaRPr>
          </a:p>
        </p:txBody>
      </p:sp>
      <p:sp>
        <p:nvSpPr>
          <p:cNvPr id="9" name="Text Placeholder 8">
            <a:extLst>
              <a:ext uri="{FF2B5EF4-FFF2-40B4-BE49-F238E27FC236}">
                <a16:creationId xmlns:a16="http://schemas.microsoft.com/office/drawing/2014/main" id="{24D2BDA7-BD8E-8A4D-3018-B9638B165103}"/>
              </a:ext>
            </a:extLst>
          </p:cNvPr>
          <p:cNvSpPr>
            <a:spLocks noGrp="1"/>
          </p:cNvSpPr>
          <p:nvPr>
            <p:ph type="body" sz="quarter" idx="12"/>
          </p:nvPr>
        </p:nvSpPr>
        <p:spPr/>
        <p:txBody>
          <a:bodyPr lIns="91440" tIns="0" rIns="0" bIns="0" anchor="t"/>
          <a:lstStyle/>
          <a:p>
            <a:pPr>
              <a:spcBef>
                <a:spcPct val="0"/>
              </a:spcBef>
              <a:spcAft>
                <a:spcPts val="700"/>
              </a:spcAft>
            </a:pPr>
            <a:r>
              <a:rPr lang="en-US" sz="1400">
                <a:solidFill>
                  <a:srgbClr val="000000"/>
                </a:solidFill>
                <a:latin typeface="Fira Sans" panose="020B0503050000020004" pitchFamily="34" charset="0"/>
              </a:rPr>
              <a:t>Nathan Dyck | Wolters Kluwer</a:t>
            </a:r>
          </a:p>
          <a:p>
            <a:pPr>
              <a:spcBef>
                <a:spcPct val="0"/>
              </a:spcBef>
              <a:spcAft>
                <a:spcPts val="700"/>
              </a:spcAft>
            </a:pPr>
            <a:r>
              <a:rPr lang="en-US" sz="1400">
                <a:solidFill>
                  <a:srgbClr val="000000"/>
                </a:solidFill>
                <a:latin typeface="Fira Sans" panose="020B0503050000020004" pitchFamily="34" charset="0"/>
              </a:rPr>
              <a:t>Sergey Chernykh | Microsoft</a:t>
            </a:r>
          </a:p>
        </p:txBody>
      </p:sp>
      <p:sp>
        <p:nvSpPr>
          <p:cNvPr id="10" name="Text Placeholder 9">
            <a:extLst>
              <a:ext uri="{FF2B5EF4-FFF2-40B4-BE49-F238E27FC236}">
                <a16:creationId xmlns:a16="http://schemas.microsoft.com/office/drawing/2014/main" id="{55960AD4-2E12-918C-22CF-4349766BFCB9}"/>
              </a:ext>
            </a:extLst>
          </p:cNvPr>
          <p:cNvSpPr>
            <a:spLocks noGrp="1"/>
          </p:cNvSpPr>
          <p:nvPr>
            <p:ph type="body" sz="quarter" idx="14"/>
          </p:nvPr>
        </p:nvSpPr>
        <p:spPr>
          <a:xfrm>
            <a:off x="548868" y="4937760"/>
            <a:ext cx="3170645" cy="532320"/>
          </a:xfrm>
        </p:spPr>
        <p:txBody>
          <a:bodyPr lIns="91440" tIns="0" rIns="0" bIns="0" anchor="t"/>
          <a:lstStyle/>
          <a:p>
            <a:pPr>
              <a:spcBef>
                <a:spcPct val="0"/>
              </a:spcBef>
              <a:spcAft>
                <a:spcPts val="700"/>
              </a:spcAft>
            </a:pPr>
            <a:r>
              <a:rPr lang="en-US" sz="1300" dirty="0">
                <a:solidFill>
                  <a:srgbClr val="000000"/>
                </a:solidFill>
                <a:latin typeface="Fira Sans" panose="020B0503050000020004" pitchFamily="34" charset="0"/>
              </a:rPr>
              <a:t>CCH Connections 2026 | 26 October 2026</a:t>
            </a:r>
          </a:p>
        </p:txBody>
      </p:sp>
      <p:sp>
        <p:nvSpPr>
          <p:cNvPr id="3" name="Session subtitle">
            <a:extLst>
              <a:ext uri="{FF2B5EF4-FFF2-40B4-BE49-F238E27FC236}">
                <a16:creationId xmlns:a16="http://schemas.microsoft.com/office/drawing/2014/main" id="{0EE48DD4-C05E-2EE0-FC3E-69AEA8EB0EFC}"/>
              </a:ext>
            </a:extLst>
          </p:cNvPr>
          <p:cNvSpPr txBox="1"/>
          <p:nvPr/>
        </p:nvSpPr>
        <p:spPr>
          <a:xfrm>
            <a:off x="548640" y="2468880"/>
            <a:ext cx="3170225" cy="1152144"/>
          </a:xfrm>
          <a:prstGeom prst="rect">
            <a:avLst/>
          </a:prstGeom>
          <a:noFill/>
        </p:spPr>
        <p:txBody>
          <a:bodyPr vert="horz" lIns="91440" tIns="0" rIns="0" bIns="0" rtlCol="0" anchor="t">
            <a:noAutofit/>
          </a:bodyPr>
          <a:lstStyle/>
          <a:p>
            <a:pPr>
              <a:spcAft>
                <a:spcPts val="700"/>
              </a:spcAft>
            </a:pPr>
            <a:r>
              <a:rPr lang="en-US" sz="2000">
                <a:solidFill>
                  <a:srgbClr val="000000"/>
                </a:solidFill>
                <a:latin typeface="Fira Sans Light" panose="020B0403050000020004" pitchFamily="34" charset="0"/>
              </a:rPr>
              <a:t>Connecting Microsoft Copilot to CCH Axcess APIs</a:t>
            </a:r>
            <a:endParaRPr lang="en-CA" sz="2000">
              <a:solidFill>
                <a:srgbClr val="000000"/>
              </a:solidFill>
              <a:latin typeface="Fira Sans Light" panose="020B0403050000020004" pitchFamily="34" charset="0"/>
            </a:endParaRPr>
          </a:p>
        </p:txBody>
      </p:sp>
    </p:spTree>
    <p:custDataLst>
      <p:tags r:id="rId1"/>
    </p:custDataLst>
    <p:extLst>
      <p:ext uri="{BB962C8B-B14F-4D97-AF65-F5344CB8AC3E}">
        <p14:creationId xmlns:p14="http://schemas.microsoft.com/office/powerpoint/2010/main" val="1344011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942203C-26A4-CE11-8A24-930CA921A3E4}"/>
              </a:ext>
            </a:extLst>
          </p:cNvPr>
          <p:cNvSpPr>
            <a:spLocks noGrp="1"/>
          </p:cNvSpPr>
          <p:nvPr>
            <p:ph type="title"/>
          </p:nvPr>
        </p:nvSpPr>
        <p:spPr/>
        <p:txBody>
          <a:bodyPr lIns="91440" tIns="0" rIns="0" bIns="0" anchor="t"/>
          <a:lstStyle/>
          <a:p>
            <a:pPr>
              <a:spcAft>
                <a:spcPts val="700"/>
              </a:spcAft>
            </a:pPr>
            <a:r>
              <a:rPr lang="en-US" sz="3200" dirty="0">
                <a:solidFill>
                  <a:srgbClr val="000000"/>
                </a:solidFill>
                <a:latin typeface="Fira Sans Light" panose="020B0403050000020004" pitchFamily="34" charset="0"/>
              </a:rPr>
              <a:t>AI where you already work</a:t>
            </a:r>
          </a:p>
        </p:txBody>
      </p:sp>
      <p:sp>
        <p:nvSpPr>
          <p:cNvPr id="4" name="Slide Number Placeholder 3">
            <a:extLst>
              <a:ext uri="{FF2B5EF4-FFF2-40B4-BE49-F238E27FC236}">
                <a16:creationId xmlns:a16="http://schemas.microsoft.com/office/drawing/2014/main" id="{377626E2-F0D0-0307-3A3B-63F72A4BC029}"/>
              </a:ext>
            </a:extLst>
          </p:cNvPr>
          <p:cNvSpPr>
            <a:spLocks noGrp="1"/>
          </p:cNvSpPr>
          <p:nvPr>
            <p:ph type="sldNum" sz="quarter" idx="13"/>
          </p:nvPr>
        </p:nvSpPr>
        <p:spPr/>
        <p:txBody>
          <a:bodyPr/>
          <a:lstStyle/>
          <a:p>
            <a:fld id="{C3C3236D-FB65-584A-8227-5A449D06E62A}" type="slidenum">
              <a:rPr lang="en-US" smtClean="0"/>
              <a:pPr/>
              <a:t>2</a:t>
            </a:fld>
            <a:endParaRPr lang="en-US"/>
          </a:p>
        </p:txBody>
      </p:sp>
      <p:sp>
        <p:nvSpPr>
          <p:cNvPr id="5" name="Footer Placeholder 4">
            <a:extLst>
              <a:ext uri="{FF2B5EF4-FFF2-40B4-BE49-F238E27FC236}">
                <a16:creationId xmlns:a16="http://schemas.microsoft.com/office/drawing/2014/main" id="{4BFF0CCB-42F2-ACC1-4661-14DB6A3D77D7}"/>
              </a:ext>
            </a:extLst>
          </p:cNvPr>
          <p:cNvSpPr>
            <a:spLocks noGrp="1"/>
          </p:cNvSpPr>
          <p:nvPr>
            <p:ph type="ftr" sz="quarter" idx="18"/>
          </p:nvPr>
        </p:nvSpPr>
        <p:spPr/>
        <p:txBody>
          <a:bodyPr/>
          <a:lstStyle/>
          <a:p>
            <a:r>
              <a:rPr lang="en-US"/>
              <a:t>#CCHConnections</a:t>
            </a:r>
            <a:endParaRPr lang="en-US" dirty="0"/>
          </a:p>
        </p:txBody>
      </p:sp>
      <p:sp>
        <p:nvSpPr>
          <p:cNvPr id="8" name="Session description heading">
            <a:extLst>
              <a:ext uri="{FF2B5EF4-FFF2-40B4-BE49-F238E27FC236}">
                <a16:creationId xmlns:a16="http://schemas.microsoft.com/office/drawing/2014/main" id="{2C433BC2-9129-2320-8A38-14E1727E8333}"/>
              </a:ext>
            </a:extLst>
          </p:cNvPr>
          <p:cNvSpPr txBox="1"/>
          <p:nvPr/>
        </p:nvSpPr>
        <p:spPr>
          <a:xfrm>
            <a:off x="4453128" y="777239"/>
            <a:ext cx="7086600" cy="1005840"/>
          </a:xfrm>
          <a:prstGeom prst="rect">
            <a:avLst/>
          </a:prstGeom>
          <a:noFill/>
        </p:spPr>
        <p:txBody>
          <a:bodyPr vert="horz" lIns="0" tIns="0" rIns="0" bIns="0" rtlCol="0" anchor="t">
            <a:noAutofit/>
          </a:bodyPr>
          <a:lstStyle/>
          <a:p>
            <a:pPr>
              <a:spcAft>
                <a:spcPts val="700"/>
              </a:spcAft>
            </a:pPr>
            <a:r>
              <a:rPr lang="en-US" sz="2600" b="1">
                <a:solidFill>
                  <a:srgbClr val="000000"/>
                </a:solidFill>
                <a:latin typeface="Fira Sans" panose="020B0503050000020004" pitchFamily="34" charset="0"/>
              </a:rPr>
              <a:t>Connecting Microsoft Copilot to CCH Axcess APIs</a:t>
            </a:r>
            <a:endParaRPr lang="en-CA" sz="2600" b="1">
              <a:solidFill>
                <a:srgbClr val="000000"/>
              </a:solidFill>
              <a:latin typeface="Fira Sans" panose="020B0503050000020004" pitchFamily="34" charset="0"/>
            </a:endParaRPr>
          </a:p>
        </p:txBody>
      </p:sp>
      <p:sp>
        <p:nvSpPr>
          <p:cNvPr id="9" name="Session presenters">
            <a:extLst>
              <a:ext uri="{FF2B5EF4-FFF2-40B4-BE49-F238E27FC236}">
                <a16:creationId xmlns:a16="http://schemas.microsoft.com/office/drawing/2014/main" id="{74C05893-8560-5E9E-DC4B-A986CCC60815}"/>
              </a:ext>
            </a:extLst>
          </p:cNvPr>
          <p:cNvSpPr txBox="1"/>
          <p:nvPr/>
        </p:nvSpPr>
        <p:spPr>
          <a:xfrm>
            <a:off x="4453128" y="2011680"/>
            <a:ext cx="7086600" cy="777240"/>
          </a:xfrm>
          <a:prstGeom prst="rect">
            <a:avLst/>
          </a:prstGeom>
          <a:noFill/>
        </p:spPr>
        <p:txBody>
          <a:bodyPr vert="horz" lIns="0" tIns="0" rIns="0" bIns="0" rtlCol="0" anchor="t">
            <a:noAutofit/>
          </a:bodyPr>
          <a:lstStyle/>
          <a:p>
            <a:pPr>
              <a:spcAft>
                <a:spcPts val="700"/>
              </a:spcAft>
            </a:pPr>
            <a:r>
              <a:rPr lang="en-CA" sz="2100">
                <a:solidFill>
                  <a:srgbClr val="000000"/>
                </a:solidFill>
                <a:latin typeface="Fira Sans" panose="020B0503050000020004" pitchFamily="34" charset="0"/>
              </a:rPr>
              <a:t>Nathan Dyck | Wolters Kluwer</a:t>
            </a:r>
          </a:p>
          <a:p>
            <a:pPr>
              <a:spcAft>
                <a:spcPts val="700"/>
              </a:spcAft>
            </a:pPr>
            <a:r>
              <a:rPr lang="en-CA" sz="2100">
                <a:solidFill>
                  <a:srgbClr val="000000"/>
                </a:solidFill>
                <a:latin typeface="Fira Sans" panose="020B0503050000020004" pitchFamily="34" charset="0"/>
              </a:rPr>
              <a:t>Sergey Chernykh | Microsoft</a:t>
            </a:r>
          </a:p>
        </p:txBody>
      </p:sp>
      <p:sp>
        <p:nvSpPr>
          <p:cNvPr id="10" name="Session description">
            <a:extLst>
              <a:ext uri="{FF2B5EF4-FFF2-40B4-BE49-F238E27FC236}">
                <a16:creationId xmlns:a16="http://schemas.microsoft.com/office/drawing/2014/main" id="{B2DF443E-F787-518D-9DA0-2A57F5BA9F2C}"/>
              </a:ext>
            </a:extLst>
          </p:cNvPr>
          <p:cNvSpPr txBox="1"/>
          <p:nvPr/>
        </p:nvSpPr>
        <p:spPr>
          <a:xfrm>
            <a:off x="4453128" y="3429000"/>
            <a:ext cx="7086600" cy="1536192"/>
          </a:xfrm>
          <a:prstGeom prst="rect">
            <a:avLst/>
          </a:prstGeom>
          <a:noFill/>
        </p:spPr>
        <p:txBody>
          <a:bodyPr vert="horz" lIns="0" tIns="0" rIns="0" bIns="0" rtlCol="0" anchor="t">
            <a:noAutofit/>
          </a:bodyPr>
          <a:lstStyle/>
          <a:p>
            <a:pPr>
              <a:spcAft>
                <a:spcPts val="700"/>
              </a:spcAft>
            </a:pPr>
            <a:r>
              <a:rPr lang="en-CA" dirty="0"/>
              <a:t>CCH Axcess APIs open your firm's data and workflows to the tools you already use. </a:t>
            </a:r>
          </a:p>
          <a:p>
            <a:pPr>
              <a:spcAft>
                <a:spcPts val="700"/>
              </a:spcAft>
            </a:pPr>
            <a:endParaRPr lang="en-CA" dirty="0"/>
          </a:p>
          <a:p>
            <a:pPr>
              <a:spcAft>
                <a:spcPts val="700"/>
              </a:spcAft>
            </a:pPr>
            <a:r>
              <a:rPr lang="en-CA" dirty="0"/>
              <a:t>See what that makes possible for your business, and how GitHub Copilot and Microsoft AI platforms help you get there faster.</a:t>
            </a:r>
            <a:endParaRPr lang="en-CA" sz="2300" dirty="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1608261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0B3B9-6F5A-1B72-D659-394E327F403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Agenda</a:t>
            </a:r>
            <a:endParaRPr lang="en-US" sz="3200" dirty="0">
              <a:solidFill>
                <a:srgbClr val="000000"/>
              </a:solidFill>
              <a:latin typeface="Fira Sans Light" panose="020B0403050000020004" pitchFamily="34" charset="0"/>
            </a:endParaRPr>
          </a:p>
        </p:txBody>
      </p:sp>
      <p:sp>
        <p:nvSpPr>
          <p:cNvPr id="3" name="Slide Number Placeholder 2">
            <a:extLst>
              <a:ext uri="{FF2B5EF4-FFF2-40B4-BE49-F238E27FC236}">
                <a16:creationId xmlns:a16="http://schemas.microsoft.com/office/drawing/2014/main" id="{D40609D8-359A-1088-0047-7109E0F46B0C}"/>
              </a:ext>
            </a:extLst>
          </p:cNvPr>
          <p:cNvSpPr>
            <a:spLocks noGrp="1"/>
          </p:cNvSpPr>
          <p:nvPr>
            <p:ph type="sldNum" sz="quarter" idx="13"/>
          </p:nvPr>
        </p:nvSpPr>
        <p:spPr/>
        <p:txBody>
          <a:bodyPr/>
          <a:lstStyle/>
          <a:p>
            <a:fld id="{C3C3236D-FB65-584A-8227-5A449D06E62A}" type="slidenum">
              <a:rPr lang="en-US" smtClean="0"/>
              <a:pPr/>
              <a:t>3</a:t>
            </a:fld>
            <a:endParaRPr lang="en-US"/>
          </a:p>
        </p:txBody>
      </p:sp>
      <p:sp>
        <p:nvSpPr>
          <p:cNvPr id="5" name="Footer Placeholder 4">
            <a:extLst>
              <a:ext uri="{FF2B5EF4-FFF2-40B4-BE49-F238E27FC236}">
                <a16:creationId xmlns:a16="http://schemas.microsoft.com/office/drawing/2014/main" id="{DDA4DB86-71C3-D576-E577-5231519F2B8C}"/>
              </a:ext>
            </a:extLst>
          </p:cNvPr>
          <p:cNvSpPr>
            <a:spLocks noGrp="1"/>
          </p:cNvSpPr>
          <p:nvPr>
            <p:ph type="ftr" sz="quarter" idx="18"/>
          </p:nvPr>
        </p:nvSpPr>
        <p:spPr/>
        <p:txBody>
          <a:bodyPr/>
          <a:lstStyle/>
          <a:p>
            <a:r>
              <a:rPr lang="en-US"/>
              <a:t>#CCHConnections</a:t>
            </a:r>
            <a:endParaRPr lang="en-US" dirty="0"/>
          </a:p>
        </p:txBody>
      </p:sp>
      <p:graphicFrame>
        <p:nvGraphicFramePr>
          <p:cNvPr id="9" name="WK black-and-grey table">
            <a:extLst>
              <a:ext uri="{FF2B5EF4-FFF2-40B4-BE49-F238E27FC236}">
                <a16:creationId xmlns:a16="http://schemas.microsoft.com/office/drawing/2014/main" id="{FB47A95D-B145-6AEB-0DCD-E1AC7403947F}"/>
              </a:ext>
            </a:extLst>
          </p:cNvPr>
          <p:cNvGraphicFramePr>
            <a:graphicFrameLocks noGrp="1"/>
          </p:cNvGraphicFramePr>
          <p:nvPr>
            <p:ph sz="quarter" idx="19"/>
            <p:extLst>
              <p:ext uri="{D42A27DB-BD31-4B8C-83A1-F6EECF244321}">
                <p14:modId xmlns:p14="http://schemas.microsoft.com/office/powerpoint/2010/main" val="1058941344"/>
              </p:ext>
            </p:extLst>
          </p:nvPr>
        </p:nvGraphicFramePr>
        <p:xfrm>
          <a:off x="384048" y="1947672"/>
          <a:ext cx="7589520" cy="3995929"/>
        </p:xfrm>
        <a:graphic>
          <a:graphicData uri="http://schemas.openxmlformats.org/drawingml/2006/table">
            <a:tbl>
              <a:tblPr firstRow="1" bandRow="1">
                <a:tableStyleId>{5C22544A-7EE6-4342-B048-85BDC9FD1C3A}</a:tableStyleId>
              </a:tblPr>
              <a:tblGrid>
                <a:gridCol w="4160520">
                  <a:extLst>
                    <a:ext uri="{9D8B030D-6E8A-4147-A177-3AD203B41FA5}">
                      <a16:colId xmlns:a16="http://schemas.microsoft.com/office/drawing/2014/main" val="980638318"/>
                    </a:ext>
                  </a:extLst>
                </a:gridCol>
                <a:gridCol w="1188720">
                  <a:extLst>
                    <a:ext uri="{9D8B030D-6E8A-4147-A177-3AD203B41FA5}">
                      <a16:colId xmlns:a16="http://schemas.microsoft.com/office/drawing/2014/main" val="2296191485"/>
                    </a:ext>
                  </a:extLst>
                </a:gridCol>
                <a:gridCol w="2240280">
                  <a:extLst>
                    <a:ext uri="{9D8B030D-6E8A-4147-A177-3AD203B41FA5}">
                      <a16:colId xmlns:a16="http://schemas.microsoft.com/office/drawing/2014/main" val="2394849252"/>
                    </a:ext>
                  </a:extLst>
                </a:gridCol>
              </a:tblGrid>
              <a:tr h="570847">
                <a:tc>
                  <a:txBody>
                    <a:bodyPr/>
                    <a:lstStyle/>
                    <a:p>
                      <a:pPr algn="l">
                        <a:spcBef>
                          <a:spcPts val="0"/>
                        </a:spcBef>
                        <a:spcAft>
                          <a:spcPts val="700"/>
                        </a:spcAft>
                        <a:buFontTx/>
                        <a:buNone/>
                      </a:pPr>
                      <a:r>
                        <a:rPr lang="en-CA" sz="1800" b="1">
                          <a:solidFill>
                            <a:srgbClr val="FFFFFF"/>
                          </a:solidFill>
                          <a:latin typeface="Fira Sans" panose="020B0503050000020004" pitchFamily="34" charset="0"/>
                        </a:rPr>
                        <a:t>Section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tc>
                  <a:txBody>
                    <a:bodyPr/>
                    <a:lstStyle/>
                    <a:p>
                      <a:pPr algn="l">
                        <a:spcBef>
                          <a:spcPts val="0"/>
                        </a:spcBef>
                        <a:spcAft>
                          <a:spcPts val="700"/>
                        </a:spcAft>
                        <a:buFontTx/>
                        <a:buNone/>
                      </a:pPr>
                      <a:r>
                        <a:rPr lang="en-CA" sz="1800" b="1">
                          <a:solidFill>
                            <a:srgbClr val="FFFFFF"/>
                          </a:solidFill>
                          <a:latin typeface="Fira Sans" panose="020B0503050000020004" pitchFamily="34" charset="0"/>
                        </a:rPr>
                        <a:t>Minutes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tc>
                  <a:txBody>
                    <a:bodyPr/>
                    <a:lstStyle/>
                    <a:p>
                      <a:pPr algn="l">
                        <a:spcBef>
                          <a:spcPts val="0"/>
                        </a:spcBef>
                        <a:spcAft>
                          <a:spcPts val="700"/>
                        </a:spcAft>
                        <a:buFontTx/>
                        <a:buNone/>
                      </a:pPr>
                      <a:r>
                        <a:rPr lang="en-CA" sz="1800" b="1">
                          <a:solidFill>
                            <a:srgbClr val="FFFFFF"/>
                          </a:solidFill>
                          <a:latin typeface="Fira Sans" panose="020B0503050000020004" pitchFamily="34" charset="0"/>
                        </a:rPr>
                        <a:t>Lead</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extLst>
                  <a:ext uri="{0D108BD9-81ED-4DB2-BD59-A6C34878D82A}">
                    <a16:rowId xmlns:a16="http://schemas.microsoft.com/office/drawing/2014/main" val="22906774"/>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Welcome and framing</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10</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3456031648"/>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CCH Axcess API capabilities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Nathan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3580294130"/>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Application demonstration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Nathan with Sergey</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2492260534"/>
                  </a:ext>
                </a:extLst>
              </a:tr>
              <a:tr h="570847">
                <a:tc>
                  <a:txBody>
                    <a:bodyPr/>
                    <a:lstStyle/>
                    <a:p>
                      <a:pPr algn="l">
                        <a:spcBef>
                          <a:spcPts val="0"/>
                        </a:spcBef>
                        <a:spcAft>
                          <a:spcPts val="700"/>
                        </a:spcAft>
                        <a:buFontTx/>
                        <a:buNone/>
                      </a:pPr>
                      <a:r>
                        <a:rPr lang="en-US" sz="1800" b="0">
                          <a:solidFill>
                            <a:srgbClr val="000000"/>
                          </a:solidFill>
                          <a:latin typeface="Fira Sans" panose="020B0503050000020004" pitchFamily="34" charset="0"/>
                        </a:rPr>
                        <a:t>AI tools and Microsoft platforms</a:t>
                      </a:r>
                      <a:endParaRPr lang="en-CA" sz="1800" b="0">
                        <a:solidFill>
                          <a:srgbClr val="000000"/>
                        </a:solidFill>
                        <a:latin typeface="Fira Sans" panose="020B0503050000020004" pitchFamily="34" charset="0"/>
                      </a:endParaRP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35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Sergey</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2647215210"/>
                  </a:ext>
                </a:extLst>
              </a:tr>
              <a:tr h="570847">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Lab preview</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10</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1568052741"/>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Questions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1152607958"/>
                  </a:ext>
                </a:extLst>
              </a:tr>
            </a:tbl>
          </a:graphicData>
        </a:graphic>
      </p:graphicFrame>
    </p:spTree>
    <p:custDataLst>
      <p:tags r:id="rId1"/>
    </p:custDataLst>
    <p:extLst>
      <p:ext uri="{BB962C8B-B14F-4D97-AF65-F5344CB8AC3E}">
        <p14:creationId xmlns:p14="http://schemas.microsoft.com/office/powerpoint/2010/main" val="1087991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34C359-ACAB-9F3F-08CD-4EF2C93B0C39}"/>
              </a:ext>
            </a:extLst>
          </p:cNvPr>
          <p:cNvSpPr>
            <a:spLocks noGrp="1"/>
          </p:cNvSpPr>
          <p:nvPr>
            <p:ph sz="quarter" idx="19"/>
          </p:nvPr>
        </p:nvSpPr>
        <p:spPr/>
        <p:txBody>
          <a:bodyPr lIns="0" tIns="0" rIns="0" bIns="0" anchor="t"/>
          <a:lstStyle/>
          <a:p>
            <a:pPr>
              <a:spcBef>
                <a:spcPts val="0"/>
              </a:spcBef>
              <a:spcAft>
                <a:spcPts val="700"/>
              </a:spcAft>
            </a:pPr>
            <a:r>
              <a:rPr lang="en-US" sz="2200">
                <a:solidFill>
                  <a:srgbClr val="000000"/>
                </a:solidFill>
                <a:latin typeface="Fira Sans" panose="020B0503050000020004" pitchFamily="34" charset="0"/>
              </a:rPr>
              <a:t>Wolters Kluwer</a:t>
            </a:r>
            <a:endParaRPr lang="en-US" sz="2200" dirty="0">
              <a:solidFill>
                <a:srgbClr val="000000"/>
              </a:solidFill>
              <a:latin typeface="Fira Sans" panose="020B0503050000020004" pitchFamily="34" charset="0"/>
            </a:endParaRPr>
          </a:p>
        </p:txBody>
      </p:sp>
      <p:sp>
        <p:nvSpPr>
          <p:cNvPr id="3" name="Title 2">
            <a:extLst>
              <a:ext uri="{FF2B5EF4-FFF2-40B4-BE49-F238E27FC236}">
                <a16:creationId xmlns:a16="http://schemas.microsoft.com/office/drawing/2014/main" id="{A7A68CF0-410C-B0BE-F072-8D09267EFB8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Your speakers</a:t>
            </a:r>
            <a:endParaRPr lang="en-US" sz="3200" dirty="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DDFC533C-23A7-8207-849A-947DE2DBADB8}"/>
              </a:ext>
            </a:extLst>
          </p:cNvPr>
          <p:cNvSpPr>
            <a:spLocks noGrp="1"/>
          </p:cNvSpPr>
          <p:nvPr>
            <p:ph type="sldNum" sz="quarter" idx="13"/>
          </p:nvPr>
        </p:nvSpPr>
        <p:spPr/>
        <p:txBody>
          <a:bodyPr/>
          <a:lstStyle/>
          <a:p>
            <a:fld id="{C3C3236D-FB65-584A-8227-5A449D06E62A}" type="slidenum">
              <a:rPr lang="en-US" smtClean="0"/>
              <a:pPr/>
              <a:t>4</a:t>
            </a:fld>
            <a:endParaRPr lang="en-US"/>
          </a:p>
        </p:txBody>
      </p:sp>
      <p:sp>
        <p:nvSpPr>
          <p:cNvPr id="5" name="Footer Placeholder 4">
            <a:extLst>
              <a:ext uri="{FF2B5EF4-FFF2-40B4-BE49-F238E27FC236}">
                <a16:creationId xmlns:a16="http://schemas.microsoft.com/office/drawing/2014/main" id="{8CF1AB6C-8826-6917-5B95-9498F2EA96AC}"/>
              </a:ext>
            </a:extLst>
          </p:cNvPr>
          <p:cNvSpPr>
            <a:spLocks noGrp="1"/>
          </p:cNvSpPr>
          <p:nvPr>
            <p:ph type="ftr" sz="quarter" idx="18"/>
          </p:nvPr>
        </p:nvSpPr>
        <p:spPr/>
        <p:txBody>
          <a:bodyPr/>
          <a:lstStyle/>
          <a:p>
            <a:r>
              <a:rPr lang="en-US"/>
              <a:t>#CCHConnections</a:t>
            </a:r>
            <a:endParaRPr lang="en-US" dirty="0"/>
          </a:p>
        </p:txBody>
      </p:sp>
      <p:pic>
        <p:nvPicPr>
          <p:cNvPr id="14" name="Picture Placeholder 13">
            <a:extLst>
              <a:ext uri="{FF2B5EF4-FFF2-40B4-BE49-F238E27FC236}">
                <a16:creationId xmlns:a16="http://schemas.microsoft.com/office/drawing/2014/main" id="{A6D291BF-BD36-EBE0-1956-7456BAF4AE53}"/>
              </a:ext>
            </a:extLst>
          </p:cNvPr>
          <p:cNvPicPr>
            <a:picLocks noGrp="1" noChangeAspect="1"/>
          </p:cNvPicPr>
          <p:nvPr>
            <p:ph type="pic" sz="quarter" idx="14"/>
          </p:nvPr>
        </p:nvPicPr>
        <p:blipFill>
          <a:blip r:embed="rId4"/>
          <a:srcRect l="12500" r="12500"/>
          <a:stretch>
            <a:fillRect/>
          </a:stretch>
        </p:blipFill>
        <p:spPr>
          <a:prstGeom prst="ellipse">
            <a:avLst/>
          </a:prstGeom>
          <a:solidFill>
            <a:srgbClr val="EDEDED"/>
          </a:solidFill>
          <a:ln/>
        </p:spPr>
      </p:pic>
      <p:sp>
        <p:nvSpPr>
          <p:cNvPr id="7" name="Content Placeholder 6">
            <a:extLst>
              <a:ext uri="{FF2B5EF4-FFF2-40B4-BE49-F238E27FC236}">
                <a16:creationId xmlns:a16="http://schemas.microsoft.com/office/drawing/2014/main" id="{872E3B62-E029-8E36-0B5C-180F5E5872CD}"/>
              </a:ext>
            </a:extLst>
          </p:cNvPr>
          <p:cNvSpPr>
            <a:spLocks noGrp="1"/>
          </p:cNvSpPr>
          <p:nvPr>
            <p:ph sz="quarter" idx="22"/>
          </p:nvPr>
        </p:nvSpPr>
        <p:spPr/>
        <p:txBody>
          <a:bodyPr lIns="0" tIns="0" rIns="0" bIns="0" anchor="t"/>
          <a:lstStyle/>
          <a:p>
            <a:pPr>
              <a:spcBef>
                <a:spcPts val="0"/>
              </a:spcBef>
              <a:spcAft>
                <a:spcPts val="700"/>
              </a:spcAft>
            </a:pPr>
            <a:r>
              <a:rPr lang="en-US" sz="2500" b="1">
                <a:solidFill>
                  <a:srgbClr val="000000"/>
                </a:solidFill>
                <a:latin typeface="Fira Sans" panose="020B0503050000020004" pitchFamily="34" charset="0"/>
              </a:rPr>
              <a:t>Nathan Dyck</a:t>
            </a:r>
            <a:endParaRPr lang="en-US" sz="2500" b="1" dirty="0">
              <a:solidFill>
                <a:srgbClr val="000000"/>
              </a:solidFill>
              <a:latin typeface="Fira Sans" panose="020B0503050000020004" pitchFamily="34" charset="0"/>
            </a:endParaRPr>
          </a:p>
        </p:txBody>
      </p:sp>
      <p:sp>
        <p:nvSpPr>
          <p:cNvPr id="8" name="Content Placeholder 7">
            <a:extLst>
              <a:ext uri="{FF2B5EF4-FFF2-40B4-BE49-F238E27FC236}">
                <a16:creationId xmlns:a16="http://schemas.microsoft.com/office/drawing/2014/main" id="{79F857C6-ADCE-DE0F-846D-80FAD4905AFA}"/>
              </a:ext>
            </a:extLst>
          </p:cNvPr>
          <p:cNvSpPr>
            <a:spLocks noGrp="1"/>
          </p:cNvSpPr>
          <p:nvPr>
            <p:ph sz="quarter" idx="23"/>
          </p:nvPr>
        </p:nvSpPr>
        <p:spPr/>
        <p:txBody>
          <a:bodyPr lIns="0" tIns="0" rIns="0" bIns="0" anchor="t"/>
          <a:lstStyle/>
          <a:p>
            <a:pPr>
              <a:spcBef>
                <a:spcPts val="0"/>
              </a:spcBef>
              <a:spcAft>
                <a:spcPts val="700"/>
              </a:spcAft>
            </a:pPr>
            <a:r>
              <a:rPr lang="en-US" sz="2200">
                <a:solidFill>
                  <a:srgbClr val="000000"/>
                </a:solidFill>
                <a:latin typeface="Fira Sans" panose="020B0503050000020004" pitchFamily="34" charset="0"/>
              </a:rPr>
              <a:t>Microsoft</a:t>
            </a:r>
            <a:endParaRPr lang="en-US" sz="2200" dirty="0">
              <a:solidFill>
                <a:srgbClr val="000000"/>
              </a:solidFill>
              <a:latin typeface="Fira Sans" panose="020B0503050000020004" pitchFamily="34" charset="0"/>
            </a:endParaRPr>
          </a:p>
        </p:txBody>
      </p:sp>
      <p:pic>
        <p:nvPicPr>
          <p:cNvPr id="16" name="Picture Placeholder 15">
            <a:extLst>
              <a:ext uri="{FF2B5EF4-FFF2-40B4-BE49-F238E27FC236}">
                <a16:creationId xmlns:a16="http://schemas.microsoft.com/office/drawing/2014/main" id="{071CD074-E540-E468-2B1A-025A73A4C4F7}"/>
              </a:ext>
            </a:extLst>
          </p:cNvPr>
          <p:cNvPicPr>
            <a:picLocks noGrp="1" noChangeAspect="1"/>
          </p:cNvPicPr>
          <p:nvPr>
            <p:ph type="pic" sz="quarter" idx="24"/>
          </p:nvPr>
        </p:nvPicPr>
        <p:blipFill>
          <a:blip r:embed="rId5"/>
          <a:srcRect/>
          <a:stretch>
            <a:fillRect/>
          </a:stretch>
        </p:blipFill>
        <p:spPr>
          <a:prstGeom prst="ellipse">
            <a:avLst/>
          </a:prstGeom>
          <a:solidFill>
            <a:srgbClr val="EDEDED"/>
          </a:solidFill>
          <a:ln/>
        </p:spPr>
      </p:pic>
      <p:sp>
        <p:nvSpPr>
          <p:cNvPr id="10" name="Content Placeholder 9">
            <a:extLst>
              <a:ext uri="{FF2B5EF4-FFF2-40B4-BE49-F238E27FC236}">
                <a16:creationId xmlns:a16="http://schemas.microsoft.com/office/drawing/2014/main" id="{93CF7507-ACAB-32B8-B381-6D0A4ABD658C}"/>
              </a:ext>
            </a:extLst>
          </p:cNvPr>
          <p:cNvSpPr>
            <a:spLocks noGrp="1"/>
          </p:cNvSpPr>
          <p:nvPr>
            <p:ph sz="quarter" idx="25"/>
          </p:nvPr>
        </p:nvSpPr>
        <p:spPr/>
        <p:txBody>
          <a:bodyPr lIns="0" tIns="0" rIns="0" bIns="0" anchor="t"/>
          <a:lstStyle/>
          <a:p>
            <a:pPr>
              <a:spcBef>
                <a:spcPts val="0"/>
              </a:spcBef>
              <a:spcAft>
                <a:spcPts val="700"/>
              </a:spcAft>
            </a:pPr>
            <a:r>
              <a:rPr lang="en-US" sz="2500" b="1">
                <a:solidFill>
                  <a:srgbClr val="000000"/>
                </a:solidFill>
                <a:latin typeface="Fira Sans" panose="020B0503050000020004" pitchFamily="34" charset="0"/>
              </a:rPr>
              <a:t>Sergey Chernykh</a:t>
            </a:r>
            <a:endParaRPr lang="en-US" sz="2500" b="1" dirty="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34743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4DEA212-ECA0-D8A1-65C6-E55C5B9603E4}"/>
              </a:ext>
            </a:extLst>
          </p:cNvPr>
          <p:cNvSpPr>
            <a:spLocks noGrp="1"/>
          </p:cNvSpPr>
          <p:nvPr>
            <p:ph type="sldNum" sz="quarter" idx="13"/>
          </p:nvPr>
        </p:nvSpPr>
        <p:spPr/>
        <p:txBody>
          <a:bodyPr/>
          <a:lstStyle/>
          <a:p>
            <a:fld id="{C3C3236D-FB65-584A-8227-5A449D06E62A}" type="slidenum">
              <a:rPr lang="en-US" smtClean="0"/>
              <a:pPr/>
              <a:t>5</a:t>
            </a:fld>
            <a:endParaRPr lang="en-US"/>
          </a:p>
        </p:txBody>
      </p:sp>
      <p:sp>
        <p:nvSpPr>
          <p:cNvPr id="6" name="Footer Placeholder 5">
            <a:extLst>
              <a:ext uri="{FF2B5EF4-FFF2-40B4-BE49-F238E27FC236}">
                <a16:creationId xmlns:a16="http://schemas.microsoft.com/office/drawing/2014/main" id="{80B2F884-9869-52B8-BED0-C62BABD0D3F3}"/>
              </a:ext>
            </a:extLst>
          </p:cNvPr>
          <p:cNvSpPr>
            <a:spLocks noGrp="1"/>
          </p:cNvSpPr>
          <p:nvPr>
            <p:ph type="ftr" sz="quarter" idx="18"/>
          </p:nvPr>
        </p:nvSpPr>
        <p:spPr/>
        <p:txBody>
          <a:bodyPr/>
          <a:lstStyle/>
          <a:p>
            <a:r>
              <a:rPr lang="en-US" dirty="0"/>
              <a:t>#CCHConnections</a:t>
            </a:r>
          </a:p>
        </p:txBody>
      </p:sp>
      <p:sp>
        <p:nvSpPr>
          <p:cNvPr id="24" name="Title 1">
            <a:extLst>
              <a:ext uri="{FF2B5EF4-FFF2-40B4-BE49-F238E27FC236}">
                <a16:creationId xmlns:a16="http://schemas.microsoft.com/office/drawing/2014/main" id="{17C76AD4-7AC8-3E3E-F490-F551F5D66D56}"/>
              </a:ext>
            </a:extLst>
          </p:cNvPr>
          <p:cNvSpPr>
            <a:spLocks noGrp="1"/>
          </p:cNvSpPr>
          <p:nvPr>
            <p:ph type="title"/>
          </p:nvPr>
        </p:nvSpPr>
        <p:spPr>
          <a:xfrm>
            <a:off x="457200" y="365760"/>
            <a:ext cx="11247120" cy="822960"/>
          </a:xfrm>
        </p:spPr>
        <p:txBody>
          <a:bodyPr>
            <a:normAutofit fontScale="90000"/>
          </a:bodyPr>
          <a:lstStyle/>
          <a:p>
            <a:r>
              <a:rPr lang="en-US" sz="3400"/>
              <a:t>CCH Axcess APIs open the platform to your tools and agents</a:t>
            </a:r>
            <a:endParaRPr lang="en-CA" sz="3400"/>
          </a:p>
        </p:txBody>
      </p:sp>
      <p:sp>
        <p:nvSpPr>
          <p:cNvPr id="25" name="The value - heading">
            <a:extLst>
              <a:ext uri="{FF2B5EF4-FFF2-40B4-BE49-F238E27FC236}">
                <a16:creationId xmlns:a16="http://schemas.microsoft.com/office/drawing/2014/main" id="{9C5B4C00-C403-83ED-218D-7846D3CDF6BB}"/>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The value</a:t>
            </a:r>
          </a:p>
        </p:txBody>
      </p:sp>
      <p:sp>
        <p:nvSpPr>
          <p:cNvPr id="26" name="The value - points">
            <a:extLst>
              <a:ext uri="{FF2B5EF4-FFF2-40B4-BE49-F238E27FC236}">
                <a16:creationId xmlns:a16="http://schemas.microsoft.com/office/drawing/2014/main" id="{77831082-0BEE-617D-E86A-158AF1F2A1C7}"/>
              </a:ext>
            </a:extLst>
          </p:cNvPr>
          <p:cNvSpPr txBox="1"/>
          <p:nvPr/>
        </p:nvSpPr>
        <p:spPr>
          <a:xfrm>
            <a:off x="457200"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The same data and actions you use in CCH Axcess, available to other software.</a:t>
            </a:r>
          </a:p>
          <a:p>
            <a:pPr marL="342900" indent="-342900">
              <a:spcAft>
                <a:spcPts val="1000"/>
              </a:spcAft>
              <a:buFont typeface="+mj-lt"/>
              <a:buChar char="•"/>
            </a:pPr>
            <a:r>
              <a:rPr lang="en-US" sz="1600" dirty="0">
                <a:solidFill>
                  <a:srgbClr val="000000"/>
                </a:solidFill>
              </a:rPr>
              <a:t>Fewer repetitive tasks and no rekeying between systems.</a:t>
            </a:r>
          </a:p>
          <a:p>
            <a:pPr marL="342900" indent="-342900">
              <a:spcAft>
                <a:spcPts val="1000"/>
              </a:spcAft>
              <a:buFont typeface="+mj-lt"/>
              <a:buChar char="•"/>
            </a:pPr>
            <a:r>
              <a:rPr lang="en-US" sz="1600" dirty="0">
                <a:solidFill>
                  <a:srgbClr val="000000"/>
                </a:solidFill>
              </a:rPr>
              <a:t>Connect CRM, HR, document, dashboard and client-portal tools.</a:t>
            </a:r>
          </a:p>
          <a:p>
            <a:pPr marL="342900" indent="-342900">
              <a:spcAft>
                <a:spcPts val="1000"/>
              </a:spcAft>
              <a:buFont typeface="+mj-lt"/>
              <a:buChar char="•"/>
            </a:pPr>
            <a:r>
              <a:rPr lang="en-US" sz="1600" dirty="0">
                <a:solidFill>
                  <a:srgbClr val="000000"/>
                </a:solidFill>
              </a:rPr>
              <a:t>The foundation for agentic AI (MCP)</a:t>
            </a:r>
            <a:endParaRPr lang="en-CA" sz="1600" dirty="0">
              <a:solidFill>
                <a:srgbClr val="000000"/>
              </a:solidFill>
            </a:endParaRPr>
          </a:p>
        </p:txBody>
      </p:sp>
      <p:sp>
        <p:nvSpPr>
          <p:cNvPr id="27" name="Five API kits - heading">
            <a:extLst>
              <a:ext uri="{FF2B5EF4-FFF2-40B4-BE49-F238E27FC236}">
                <a16:creationId xmlns:a16="http://schemas.microsoft.com/office/drawing/2014/main" id="{8613DD05-C17C-4D7B-A973-29E4D9B46846}"/>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Five API kits</a:t>
            </a:r>
          </a:p>
        </p:txBody>
      </p:sp>
      <p:sp>
        <p:nvSpPr>
          <p:cNvPr id="28" name="Five API kits - points">
            <a:extLst>
              <a:ext uri="{FF2B5EF4-FFF2-40B4-BE49-F238E27FC236}">
                <a16:creationId xmlns:a16="http://schemas.microsoft.com/office/drawing/2014/main" id="{55E65D40-89C1-3BFF-B8FA-E1A3381BD8D7}"/>
              </a:ext>
            </a:extLst>
          </p:cNvPr>
          <p:cNvSpPr txBox="1"/>
          <p:nvPr/>
        </p:nvSpPr>
        <p:spPr>
          <a:xfrm>
            <a:off x="4315968"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b="1" dirty="0">
                <a:solidFill>
                  <a:srgbClr val="000000"/>
                </a:solidFill>
              </a:rPr>
              <a:t>Common</a:t>
            </a:r>
            <a:r>
              <a:rPr lang="en-US" sz="1600" dirty="0">
                <a:solidFill>
                  <a:srgbClr val="000000"/>
                </a:solidFill>
              </a:rPr>
              <a:t>: client, staff and firm data.</a:t>
            </a:r>
          </a:p>
          <a:p>
            <a:pPr marL="342900" indent="-342900">
              <a:spcAft>
                <a:spcPts val="1000"/>
              </a:spcAft>
              <a:buFont typeface="+mj-lt"/>
              <a:buChar char="•"/>
            </a:pPr>
            <a:r>
              <a:rPr lang="en-US" sz="1600" b="1" dirty="0">
                <a:solidFill>
                  <a:srgbClr val="000000"/>
                </a:solidFill>
              </a:rPr>
              <a:t>Tax and Advanced Tax</a:t>
            </a:r>
            <a:r>
              <a:rPr lang="en-US" sz="1600" dirty="0">
                <a:solidFill>
                  <a:srgbClr val="000000"/>
                </a:solidFill>
              </a:rPr>
              <a:t>: the return lifecycle.</a:t>
            </a:r>
          </a:p>
          <a:p>
            <a:pPr marL="342900" indent="-342900">
              <a:spcAft>
                <a:spcPts val="1000"/>
              </a:spcAft>
              <a:buFont typeface="+mj-lt"/>
              <a:buChar char="•"/>
            </a:pPr>
            <a:r>
              <a:rPr lang="en-US" sz="1600" b="1" dirty="0">
                <a:solidFill>
                  <a:srgbClr val="000000"/>
                </a:solidFill>
              </a:rPr>
              <a:t>Engagement</a:t>
            </a:r>
            <a:r>
              <a:rPr lang="en-US" sz="1600" dirty="0">
                <a:solidFill>
                  <a:srgbClr val="000000"/>
                </a:solidFill>
              </a:rPr>
              <a:t>: audit and workpapers.</a:t>
            </a:r>
          </a:p>
          <a:p>
            <a:pPr marL="342900" indent="-342900">
              <a:spcAft>
                <a:spcPts val="1000"/>
              </a:spcAft>
              <a:buFont typeface="+mj-lt"/>
              <a:buChar char="•"/>
            </a:pPr>
            <a:r>
              <a:rPr lang="en-US" sz="1600" b="1" dirty="0">
                <a:solidFill>
                  <a:srgbClr val="000000"/>
                </a:solidFill>
              </a:rPr>
              <a:t>Firm Management</a:t>
            </a:r>
            <a:r>
              <a:rPr lang="en-US" sz="1600" dirty="0">
                <a:solidFill>
                  <a:srgbClr val="000000"/>
                </a:solidFill>
              </a:rPr>
              <a:t>: billing, time and documents.</a:t>
            </a:r>
          </a:p>
          <a:p>
            <a:pPr marL="342900" indent="-342900">
              <a:spcAft>
                <a:spcPts val="1000"/>
              </a:spcAft>
              <a:buFont typeface="+mj-lt"/>
              <a:buChar char="•"/>
            </a:pPr>
            <a:r>
              <a:rPr lang="en-US" sz="1600" b="1" dirty="0">
                <a:solidFill>
                  <a:srgbClr val="000000"/>
                </a:solidFill>
              </a:rPr>
              <a:t>Workflow</a:t>
            </a:r>
            <a:r>
              <a:rPr lang="en-US" sz="1600" dirty="0">
                <a:solidFill>
                  <a:srgbClr val="000000"/>
                </a:solidFill>
              </a:rPr>
              <a:t>: tasks and scheduling.</a:t>
            </a:r>
            <a:endParaRPr lang="en-CA" sz="1600" dirty="0">
              <a:solidFill>
                <a:srgbClr val="000000"/>
              </a:solidFill>
            </a:endParaRPr>
          </a:p>
        </p:txBody>
      </p:sp>
      <p:sp>
        <p:nvSpPr>
          <p:cNvPr id="29" name="Getting started - heading">
            <a:extLst>
              <a:ext uri="{FF2B5EF4-FFF2-40B4-BE49-F238E27FC236}">
                <a16:creationId xmlns:a16="http://schemas.microsoft.com/office/drawing/2014/main" id="{44CE9C49-DFEA-B8D6-888A-13612D1E4E30}"/>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Getting started</a:t>
            </a:r>
          </a:p>
        </p:txBody>
      </p:sp>
      <p:sp>
        <p:nvSpPr>
          <p:cNvPr id="30" name="Getting started - points">
            <a:extLst>
              <a:ext uri="{FF2B5EF4-FFF2-40B4-BE49-F238E27FC236}">
                <a16:creationId xmlns:a16="http://schemas.microsoft.com/office/drawing/2014/main" id="{013F1C9C-5AE2-0FB7-803C-E8EA935E45B4}"/>
              </a:ext>
            </a:extLst>
          </p:cNvPr>
          <p:cNvSpPr txBox="1"/>
          <p:nvPr/>
        </p:nvSpPr>
        <p:spPr>
          <a:xfrm>
            <a:off x="8174736"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Developer Portal: documentation, interactive testing and keys.</a:t>
            </a:r>
          </a:p>
          <a:p>
            <a:pPr marL="342900" indent="-342900">
              <a:spcAft>
                <a:spcPts val="1000"/>
              </a:spcAft>
              <a:buFont typeface="+mj-lt"/>
              <a:buChar char="•"/>
            </a:pPr>
            <a:r>
              <a:rPr lang="en-US" sz="1600" dirty="0">
                <a:solidFill>
                  <a:srgbClr val="000000"/>
                </a:solidFill>
              </a:rPr>
              <a:t>Your firm's integrator key and a sign-in method, including OAuth.</a:t>
            </a:r>
          </a:p>
          <a:p>
            <a:pPr marL="342900" indent="-342900">
              <a:spcAft>
                <a:spcPts val="1000"/>
              </a:spcAft>
              <a:buFont typeface="+mj-lt"/>
              <a:buChar char="•"/>
            </a:pPr>
            <a:r>
              <a:rPr lang="en-US" sz="1600" dirty="0">
                <a:solidFill>
                  <a:srgbClr val="000000"/>
                </a:solidFill>
              </a:rPr>
              <a:t>PCS (Professional and Client Services): Training, consulting and custom development from Wolters Kluwer.</a:t>
            </a:r>
          </a:p>
          <a:p>
            <a:pPr marL="342900" indent="-342900">
              <a:spcAft>
                <a:spcPts val="1000"/>
              </a:spcAft>
              <a:buFont typeface="+mj-lt"/>
              <a:buChar char="•"/>
            </a:pPr>
            <a:r>
              <a:rPr lang="en-US" sz="1600" dirty="0">
                <a:solidFill>
                  <a:srgbClr val="000000"/>
                </a:solidFill>
              </a:rPr>
              <a:t>Ready-made utilities and CCH Marketplace integrations.</a:t>
            </a:r>
            <a:endParaRPr lang="en-CA" sz="1600" dirty="0">
              <a:solidFill>
                <a:srgbClr val="000000"/>
              </a:solidFill>
            </a:endParaRPr>
          </a:p>
        </p:txBody>
      </p:sp>
      <p:sp>
        <p:nvSpPr>
          <p:cNvPr id="31" name="Latest">
            <a:extLst>
              <a:ext uri="{FF2B5EF4-FFF2-40B4-BE49-F238E27FC236}">
                <a16:creationId xmlns:a16="http://schemas.microsoft.com/office/drawing/2014/main" id="{BA944B5A-84F1-A90D-9C7E-82909B02E025}"/>
              </a:ext>
            </a:extLst>
          </p:cNvPr>
          <p:cNvSpPr txBox="1"/>
          <p:nvPr/>
        </p:nvSpPr>
        <p:spPr>
          <a:xfrm>
            <a:off x="493776" y="5284782"/>
            <a:ext cx="11247120" cy="777240"/>
          </a:xfrm>
          <a:prstGeom prst="rect">
            <a:avLst/>
          </a:prstGeom>
          <a:noFill/>
        </p:spPr>
        <p:txBody>
          <a:bodyPr vert="horz" wrap="square" rtlCol="0">
            <a:noAutofit/>
          </a:bodyPr>
          <a:lstStyle/>
          <a:p>
            <a:pPr>
              <a:spcAft>
                <a:spcPts val="600"/>
              </a:spcAft>
            </a:pPr>
            <a:r>
              <a:rPr lang="en-US" sz="1500" b="1" dirty="0">
                <a:solidFill>
                  <a:srgbClr val="000000"/>
                </a:solidFill>
              </a:rPr>
              <a:t>Latest, October 2026:</a:t>
            </a:r>
            <a:r>
              <a:rPr lang="en-US" sz="1500" dirty="0">
                <a:solidFill>
                  <a:srgbClr val="000000"/>
                </a:solidFill>
              </a:rPr>
              <a:t> Wolters Kluwer launched agentic 1040 preparation and, with </a:t>
            </a:r>
            <a:r>
              <a:rPr lang="en-US" sz="1500" dirty="0" err="1">
                <a:solidFill>
                  <a:srgbClr val="000000"/>
                </a:solidFill>
              </a:rPr>
              <a:t>Inscope</a:t>
            </a:r>
            <a:r>
              <a:rPr lang="en-US" sz="1500" dirty="0">
                <a:solidFill>
                  <a:srgbClr val="000000"/>
                </a:solidFill>
              </a:rPr>
              <a:t>, agentic financial statements in CCH Axcess, "the agentic platform for tax and accounting". </a:t>
            </a:r>
            <a:endParaRPr lang="en-CA" sz="1500" dirty="0">
              <a:solidFill>
                <a:srgbClr val="000000"/>
              </a:solidFill>
            </a:endParaRPr>
          </a:p>
        </p:txBody>
      </p:sp>
    </p:spTree>
    <p:custDataLst>
      <p:tags r:id="rId1"/>
    </p:custDataLst>
    <p:extLst>
      <p:ext uri="{BB962C8B-B14F-4D97-AF65-F5344CB8AC3E}">
        <p14:creationId xmlns:p14="http://schemas.microsoft.com/office/powerpoint/2010/main" val="3510840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93C07F6-E5DB-175C-B44F-4D104D9094C9}"/>
              </a:ext>
            </a:extLst>
          </p:cNvPr>
          <p:cNvSpPr>
            <a:spLocks noGrp="1"/>
          </p:cNvSpPr>
          <p:nvPr>
            <p:ph type="sldNum" sz="quarter" idx="13"/>
          </p:nvPr>
        </p:nvSpPr>
        <p:spPr/>
        <p:txBody>
          <a:bodyPr/>
          <a:lstStyle/>
          <a:p>
            <a:fld id="{C3C3236D-FB65-584A-8227-5A449D06E62A}" type="slidenum">
              <a:rPr lang="en-US" smtClean="0"/>
              <a:pPr/>
              <a:t>6</a:t>
            </a:fld>
            <a:endParaRPr lang="en-US"/>
          </a:p>
        </p:txBody>
      </p:sp>
      <p:sp>
        <p:nvSpPr>
          <p:cNvPr id="7" name="Footer Placeholder 6">
            <a:extLst>
              <a:ext uri="{FF2B5EF4-FFF2-40B4-BE49-F238E27FC236}">
                <a16:creationId xmlns:a16="http://schemas.microsoft.com/office/drawing/2014/main" id="{0533018C-5D2C-25CE-8F81-6210E71DC765}"/>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A9D2D86D-B3EB-CE96-0DA6-388514E18642}"/>
              </a:ext>
            </a:extLst>
          </p:cNvPr>
          <p:cNvSpPr>
            <a:spLocks noGrp="1"/>
          </p:cNvSpPr>
          <p:nvPr>
            <p:ph type="title"/>
          </p:nvPr>
        </p:nvSpPr>
        <p:spPr>
          <a:xfrm>
            <a:off x="457200" y="365760"/>
            <a:ext cx="11247120" cy="822960"/>
          </a:xfrm>
        </p:spPr>
        <p:txBody>
          <a:bodyPr>
            <a:normAutofit/>
          </a:bodyPr>
          <a:lstStyle/>
          <a:p>
            <a:r>
              <a:rPr lang="en-US" sz="3400"/>
              <a:t>Start with the workflow and the available guidance</a:t>
            </a:r>
            <a:endParaRPr lang="en-CA" sz="3400"/>
          </a:p>
        </p:txBody>
      </p:sp>
      <p:sp>
        <p:nvSpPr>
          <p:cNvPr id="14" name="Developer Portal - heading">
            <a:extLst>
              <a:ext uri="{FF2B5EF4-FFF2-40B4-BE49-F238E27FC236}">
                <a16:creationId xmlns:a16="http://schemas.microsoft.com/office/drawing/2014/main" id="{42111788-F5CB-EA1D-F77F-0C5BA02F653C}"/>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Developer Portal</a:t>
            </a:r>
          </a:p>
        </p:txBody>
      </p:sp>
      <p:sp>
        <p:nvSpPr>
          <p:cNvPr id="15" name="Developer Portal - points">
            <a:extLst>
              <a:ext uri="{FF2B5EF4-FFF2-40B4-BE49-F238E27FC236}">
                <a16:creationId xmlns:a16="http://schemas.microsoft.com/office/drawing/2014/main" id="{4168C871-F280-BD0E-4D71-BF84C7D458B0}"/>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Browse the API kits and their documentation.</a:t>
            </a:r>
          </a:p>
          <a:p>
            <a:pPr marL="342900" indent="-342900">
              <a:spcAft>
                <a:spcPts val="1000"/>
              </a:spcAft>
              <a:buFont typeface="+mj-lt"/>
              <a:buChar char="•"/>
            </a:pPr>
            <a:r>
              <a:rPr lang="en-US" sz="1600">
                <a:solidFill>
                  <a:srgbClr val="000000"/>
                </a:solidFill>
              </a:rPr>
              <a:t>Try requests interactively, with code samples.</a:t>
            </a:r>
          </a:p>
          <a:p>
            <a:pPr marL="342900" indent="-342900">
              <a:spcAft>
                <a:spcPts val="1000"/>
              </a:spcAft>
              <a:buFont typeface="+mj-lt"/>
              <a:buChar char="•"/>
            </a:pPr>
            <a:r>
              <a:rPr lang="en-US" sz="1600">
                <a:solidFill>
                  <a:srgbClr val="000000"/>
                </a:solidFill>
              </a:rPr>
              <a:t>Sign up for the keys your firm's requests use.</a:t>
            </a:r>
            <a:endParaRPr lang="en-CA" sz="1600">
              <a:solidFill>
                <a:srgbClr val="000000"/>
              </a:solidFill>
            </a:endParaRPr>
          </a:p>
        </p:txBody>
      </p:sp>
      <p:sp>
        <p:nvSpPr>
          <p:cNvPr id="16" name="Training and consulting - heading">
            <a:extLst>
              <a:ext uri="{FF2B5EF4-FFF2-40B4-BE49-F238E27FC236}">
                <a16:creationId xmlns:a16="http://schemas.microsoft.com/office/drawing/2014/main" id="{E67E699C-76FE-1433-469C-53D14308F524}"/>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Training and consulting</a:t>
            </a:r>
          </a:p>
        </p:txBody>
      </p:sp>
      <p:sp>
        <p:nvSpPr>
          <p:cNvPr id="17" name="Training and consulting - points">
            <a:extLst>
              <a:ext uri="{FF2B5EF4-FFF2-40B4-BE49-F238E27FC236}">
                <a16:creationId xmlns:a16="http://schemas.microsoft.com/office/drawing/2014/main" id="{4D15A6F6-8290-18BD-6F26-20853D368A09}"/>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Getting started: integrator key, sign-in methods and the portal.</a:t>
            </a:r>
          </a:p>
          <a:p>
            <a:pPr marL="342900" indent="-342900">
              <a:spcAft>
                <a:spcPts val="1000"/>
              </a:spcAft>
              <a:buFont typeface="+mj-lt"/>
              <a:buChar char="•"/>
            </a:pPr>
            <a:r>
              <a:rPr lang="en-US" sz="1600">
                <a:solidFill>
                  <a:srgbClr val="000000"/>
                </a:solidFill>
              </a:rPr>
              <a:t>Authentication: OAuth setup and best practices for each API kit.</a:t>
            </a:r>
          </a:p>
          <a:p>
            <a:pPr marL="342900" indent="-342900">
              <a:spcAft>
                <a:spcPts val="1000"/>
              </a:spcAft>
              <a:buFont typeface="+mj-lt"/>
              <a:buChar char="•"/>
            </a:pPr>
            <a:r>
              <a:rPr lang="en-US" sz="1600">
                <a:solidFill>
                  <a:srgbClr val="000000"/>
                </a:solidFill>
              </a:rPr>
              <a:t>Custom development, if you would rather not build in-house.</a:t>
            </a:r>
            <a:endParaRPr lang="en-CA" sz="1600">
              <a:solidFill>
                <a:srgbClr val="000000"/>
              </a:solidFill>
            </a:endParaRPr>
          </a:p>
        </p:txBody>
      </p:sp>
      <p:sp>
        <p:nvSpPr>
          <p:cNvPr id="18" name="CCH Marketplace - heading">
            <a:extLst>
              <a:ext uri="{FF2B5EF4-FFF2-40B4-BE49-F238E27FC236}">
                <a16:creationId xmlns:a16="http://schemas.microsoft.com/office/drawing/2014/main" id="{80ADFF7B-5682-323A-13BD-62C757DF3876}"/>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CCH Marketplace</a:t>
            </a:r>
          </a:p>
        </p:txBody>
      </p:sp>
      <p:sp>
        <p:nvSpPr>
          <p:cNvPr id="19" name="CCH Marketplace - points">
            <a:extLst>
              <a:ext uri="{FF2B5EF4-FFF2-40B4-BE49-F238E27FC236}">
                <a16:creationId xmlns:a16="http://schemas.microsoft.com/office/drawing/2014/main" id="{ED6812A5-4198-DFA7-063A-EBADFE78C8B0}"/>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Ready-made integrations from approved vendors.</a:t>
            </a:r>
          </a:p>
          <a:p>
            <a:pPr marL="342900" indent="-342900">
              <a:spcAft>
                <a:spcPts val="1000"/>
              </a:spcAft>
              <a:buFont typeface="+mj-lt"/>
              <a:buChar char="•"/>
            </a:pPr>
            <a:r>
              <a:rPr lang="en-US" sz="1600">
                <a:solidFill>
                  <a:srgbClr val="000000"/>
                </a:solidFill>
              </a:rPr>
              <a:t>Check here before building: if it exists, adopting it is faster.</a:t>
            </a:r>
            <a:endParaRPr lang="en-CA" sz="1600">
              <a:solidFill>
                <a:srgbClr val="000000"/>
              </a:solidFill>
            </a:endParaRPr>
          </a:p>
        </p:txBody>
      </p:sp>
      <p:sp>
        <p:nvSpPr>
          <p:cNvPr id="20" name="Footnote">
            <a:extLst>
              <a:ext uri="{FF2B5EF4-FFF2-40B4-BE49-F238E27FC236}">
                <a16:creationId xmlns:a16="http://schemas.microsoft.com/office/drawing/2014/main" id="{85BE7FF0-997B-5D19-672A-7621E5D3666B}"/>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US" sz="1200">
                <a:solidFill>
                  <a:srgbClr val="000000"/>
                </a:solidFill>
              </a:rPr>
              <a:t>Already licensed? The API support home has the knowledge base and support cases.</a:t>
            </a:r>
            <a:endParaRPr lang="en-CA" sz="1200">
              <a:solidFill>
                <a:srgbClr val="000000"/>
              </a:solidFill>
            </a:endParaRPr>
          </a:p>
        </p:txBody>
      </p:sp>
    </p:spTree>
    <p:custDataLst>
      <p:tags r:id="rId1"/>
    </p:custDataLst>
    <p:extLst>
      <p:ext uri="{BB962C8B-B14F-4D97-AF65-F5344CB8AC3E}">
        <p14:creationId xmlns:p14="http://schemas.microsoft.com/office/powerpoint/2010/main" val="1156037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2C351-505E-E241-B33A-32C028196C76}"/>
              </a:ext>
            </a:extLst>
          </p:cNvPr>
          <p:cNvSpPr>
            <a:spLocks noGrp="1"/>
          </p:cNvSpPr>
          <p:nvPr>
            <p:ph type="title"/>
          </p:nvPr>
        </p:nvSpPr>
        <p:spPr>
          <a:xfrm>
            <a:off x="457200" y="365760"/>
            <a:ext cx="11247120" cy="822960"/>
          </a:xfrm>
        </p:spPr>
        <p:txBody>
          <a:bodyPr>
            <a:normAutofit/>
          </a:bodyPr>
          <a:lstStyle/>
          <a:p>
            <a:r>
              <a:rPr lang="en-US" sz="3400"/>
              <a:t>Keep learning with the API Spotlight podcast</a:t>
            </a:r>
            <a:endParaRPr lang="en-CA" sz="3400"/>
          </a:p>
        </p:txBody>
      </p:sp>
      <p:sp>
        <p:nvSpPr>
          <p:cNvPr id="3" name="Intro">
            <a:extLst>
              <a:ext uri="{FF2B5EF4-FFF2-40B4-BE49-F238E27FC236}">
                <a16:creationId xmlns:a16="http://schemas.microsoft.com/office/drawing/2014/main" id="{D9C18AB2-8425-7992-3213-0DEE61B7FCCA}"/>
              </a:ext>
            </a:extLst>
          </p:cNvPr>
          <p:cNvSpPr txBox="1"/>
          <p:nvPr/>
        </p:nvSpPr>
        <p:spPr>
          <a:xfrm>
            <a:off x="457200" y="1188720"/>
            <a:ext cx="11247120" cy="457200"/>
          </a:xfrm>
          <a:prstGeom prst="rect">
            <a:avLst/>
          </a:prstGeom>
          <a:noFill/>
        </p:spPr>
        <p:txBody>
          <a:bodyPr vert="horz" wrap="square" rtlCol="0">
            <a:noAutofit/>
          </a:bodyPr>
          <a:lstStyle/>
          <a:p>
            <a:pPr>
              <a:spcAft>
                <a:spcPts val="600"/>
              </a:spcAft>
            </a:pPr>
            <a:r>
              <a:rPr lang="en-US" i="1">
                <a:solidFill>
                  <a:srgbClr val="000000"/>
                </a:solidFill>
              </a:rPr>
              <a:t>Short episodes from CCH product experts and firms. Four to start with:</a:t>
            </a:r>
            <a:endParaRPr lang="en-CA" i="1">
              <a:solidFill>
                <a:srgbClr val="000000"/>
              </a:solidFill>
            </a:endParaRPr>
          </a:p>
        </p:txBody>
      </p:sp>
      <p:sp>
        <p:nvSpPr>
          <p:cNvPr id="4" name="Episode 1">
            <a:extLst>
              <a:ext uri="{FF2B5EF4-FFF2-40B4-BE49-F238E27FC236}">
                <a16:creationId xmlns:a16="http://schemas.microsoft.com/office/drawing/2014/main" id="{5809D8BA-E397-D2C1-C113-50BE7AE5D4DE}"/>
              </a:ext>
            </a:extLst>
          </p:cNvPr>
          <p:cNvSpPr/>
          <p:nvPr/>
        </p:nvSpPr>
        <p:spPr>
          <a:xfrm>
            <a:off x="457200" y="1828800"/>
            <a:ext cx="3703320"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Exploring the CCH Axcess API strategy</a:t>
            </a:r>
          </a:p>
          <a:p>
            <a:pPr>
              <a:spcAft>
                <a:spcPts val="500"/>
              </a:spcAft>
            </a:pPr>
            <a:r>
              <a:rPr lang="en-US" sz="1300" i="1">
                <a:solidFill>
                  <a:srgbClr val="000000"/>
                </a:solidFill>
              </a:rPr>
              <a:t>Shahbaz Khan and Adam Orentlicher, Wolters Kluwer</a:t>
            </a:r>
          </a:p>
          <a:p>
            <a:pPr>
              <a:spcAft>
                <a:spcPts val="500"/>
              </a:spcAft>
            </a:pPr>
            <a:r>
              <a:rPr lang="en-US" sz="1300">
                <a:solidFill>
                  <a:srgbClr val="000000"/>
                </a:solidFill>
              </a:rPr>
              <a:t>Start here: an introduction to the APIs and integration best practices.</a:t>
            </a:r>
            <a:endParaRPr lang="en-CA" sz="1300">
              <a:solidFill>
                <a:srgbClr val="000000"/>
              </a:solidFill>
            </a:endParaRPr>
          </a:p>
        </p:txBody>
      </p:sp>
      <p:sp>
        <p:nvSpPr>
          <p:cNvPr id="5" name="Episode 2">
            <a:extLst>
              <a:ext uri="{FF2B5EF4-FFF2-40B4-BE49-F238E27FC236}">
                <a16:creationId xmlns:a16="http://schemas.microsoft.com/office/drawing/2014/main" id="{3B23D3F1-5476-C7BB-E775-E4AFB2EC4AF0}"/>
              </a:ext>
            </a:extLst>
          </p:cNvPr>
          <p:cNvSpPr/>
          <p:nvPr/>
        </p:nvSpPr>
        <p:spPr>
          <a:xfrm>
            <a:off x="4434840" y="1828800"/>
            <a:ext cx="3703321"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Harnessing the power of Tax Transfer APIs</a:t>
            </a:r>
          </a:p>
          <a:p>
            <a:pPr>
              <a:spcAft>
                <a:spcPts val="500"/>
              </a:spcAft>
            </a:pPr>
            <a:r>
              <a:rPr lang="en-US" sz="1300" i="1">
                <a:solidFill>
                  <a:srgbClr val="000000"/>
                </a:solidFill>
              </a:rPr>
              <a:t>Rod Lear, Wolters Kluwer</a:t>
            </a:r>
          </a:p>
          <a:p>
            <a:pPr>
              <a:spcAft>
                <a:spcPts val="500"/>
              </a:spcAft>
            </a:pPr>
            <a:r>
              <a:rPr lang="en-US" sz="1300">
                <a:solidFill>
                  <a:srgbClr val="000000"/>
                </a:solidFill>
              </a:rPr>
              <a:t>Moving data into and out of returns, including checking amounts against workpapers.</a:t>
            </a:r>
            <a:endParaRPr lang="en-CA" sz="1300">
              <a:solidFill>
                <a:srgbClr val="000000"/>
              </a:solidFill>
            </a:endParaRPr>
          </a:p>
        </p:txBody>
      </p:sp>
      <p:sp>
        <p:nvSpPr>
          <p:cNvPr id="6" name="Episode 3">
            <a:extLst>
              <a:ext uri="{FF2B5EF4-FFF2-40B4-BE49-F238E27FC236}">
                <a16:creationId xmlns:a16="http://schemas.microsoft.com/office/drawing/2014/main" id="{05BF13DA-2CBA-FFB9-C48F-8E38D10ECCD0}"/>
              </a:ext>
            </a:extLst>
          </p:cNvPr>
          <p:cNvSpPr/>
          <p:nvPr/>
        </p:nvSpPr>
        <p:spPr>
          <a:xfrm>
            <a:off x="457200" y="3886200"/>
            <a:ext cx="3703320"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Realized benefits of the Tax Transfer API</a:t>
            </a:r>
          </a:p>
          <a:p>
            <a:pPr>
              <a:spcAft>
                <a:spcPts val="500"/>
              </a:spcAft>
            </a:pPr>
            <a:r>
              <a:rPr lang="en-US" sz="1300" i="1">
                <a:solidFill>
                  <a:srgbClr val="000000"/>
                </a:solidFill>
              </a:rPr>
              <a:t>Kenny Cheung, Grassi</a:t>
            </a:r>
          </a:p>
          <a:p>
            <a:pPr>
              <a:spcAft>
                <a:spcPts val="500"/>
              </a:spcAft>
            </a:pPr>
            <a:r>
              <a:rPr lang="en-US" sz="1300">
                <a:solidFill>
                  <a:srgbClr val="000000"/>
                </a:solidFill>
              </a:rPr>
              <a:t>One firm's experience, including change management and making the case for investment.</a:t>
            </a:r>
            <a:endParaRPr lang="en-CA" sz="1300">
              <a:solidFill>
                <a:srgbClr val="000000"/>
              </a:solidFill>
            </a:endParaRPr>
          </a:p>
        </p:txBody>
      </p:sp>
      <p:sp>
        <p:nvSpPr>
          <p:cNvPr id="7" name="Episode 4">
            <a:extLst>
              <a:ext uri="{FF2B5EF4-FFF2-40B4-BE49-F238E27FC236}">
                <a16:creationId xmlns:a16="http://schemas.microsoft.com/office/drawing/2014/main" id="{8FB3C540-688C-6C9B-23AB-F18665FA4C10}"/>
              </a:ext>
            </a:extLst>
          </p:cNvPr>
          <p:cNvSpPr/>
          <p:nvPr/>
        </p:nvSpPr>
        <p:spPr>
          <a:xfrm>
            <a:off x="4434840" y="3886200"/>
            <a:ext cx="3703321"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Unlocking efficiency with Document Management APIs</a:t>
            </a:r>
          </a:p>
          <a:p>
            <a:pPr>
              <a:spcAft>
                <a:spcPts val="500"/>
              </a:spcAft>
            </a:pPr>
            <a:r>
              <a:rPr lang="en-US" sz="1300" i="1">
                <a:solidFill>
                  <a:srgbClr val="000000"/>
                </a:solidFill>
              </a:rPr>
              <a:t>Damon Russel, Wolters Kluwer</a:t>
            </a:r>
          </a:p>
          <a:p>
            <a:pPr>
              <a:spcAft>
                <a:spcPts val="500"/>
              </a:spcAft>
            </a:pPr>
            <a:r>
              <a:rPr lang="en-US" sz="1300">
                <a:solidFill>
                  <a:srgbClr val="000000"/>
                </a:solidFill>
              </a:rPr>
              <a:t>Firm Management APIs with Axcess Document and Portal: storage, publishing and approvals.</a:t>
            </a:r>
            <a:endParaRPr lang="en-CA" sz="1300">
              <a:solidFill>
                <a:srgbClr val="000000"/>
              </a:solidFill>
            </a:endParaRPr>
          </a:p>
        </p:txBody>
      </p:sp>
      <p:pic>
        <p:nvPicPr>
          <p:cNvPr id="9" name="QR code: API Spotlight podcast series" descr="QR code linking to the CCH Axcess API Spotlight podcast series page on wolterskluwer.com.">
            <a:extLst>
              <a:ext uri="{FF2B5EF4-FFF2-40B4-BE49-F238E27FC236}">
                <a16:creationId xmlns:a16="http://schemas.microsoft.com/office/drawing/2014/main" id="{0CB7A29F-39E8-95EB-F36A-92B816AEF5F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915400" y="1828800"/>
            <a:ext cx="2377440" cy="2377440"/>
          </a:xfrm>
          <a:prstGeom prst="rect">
            <a:avLst/>
          </a:prstGeom>
        </p:spPr>
      </p:pic>
      <p:sp>
        <p:nvSpPr>
          <p:cNvPr id="10" name="Scan caption">
            <a:extLst>
              <a:ext uri="{FF2B5EF4-FFF2-40B4-BE49-F238E27FC236}">
                <a16:creationId xmlns:a16="http://schemas.microsoft.com/office/drawing/2014/main" id="{C75DDA2C-DE7B-A723-BEE0-18D5DE1E1558}"/>
              </a:ext>
            </a:extLst>
          </p:cNvPr>
          <p:cNvSpPr txBox="1"/>
          <p:nvPr/>
        </p:nvSpPr>
        <p:spPr>
          <a:xfrm>
            <a:off x="8503920" y="4297680"/>
            <a:ext cx="3200400" cy="1463040"/>
          </a:xfrm>
          <a:prstGeom prst="rect">
            <a:avLst/>
          </a:prstGeom>
          <a:noFill/>
        </p:spPr>
        <p:txBody>
          <a:bodyPr vert="horz" wrap="square" rtlCol="0">
            <a:noAutofit/>
          </a:bodyPr>
          <a:lstStyle/>
          <a:p>
            <a:pPr algn="ctr">
              <a:spcAft>
                <a:spcPts val="600"/>
              </a:spcAft>
            </a:pPr>
            <a:r>
              <a:rPr lang="en-US" sz="1500" b="1">
                <a:solidFill>
                  <a:srgbClr val="000000"/>
                </a:solidFill>
              </a:rPr>
              <a:t>Scan for every episode</a:t>
            </a:r>
          </a:p>
          <a:p>
            <a:pPr algn="ctr">
              <a:spcAft>
                <a:spcPts val="600"/>
              </a:spcAft>
            </a:pPr>
            <a:r>
              <a:rPr lang="en-US" sz="1300">
                <a:solidFill>
                  <a:srgbClr val="000000"/>
                </a:solidFill>
              </a:rPr>
              <a:t>Also on Apple Podcasts, Amazon Music and iHeart.</a:t>
            </a:r>
            <a:endParaRPr lang="en-CA" sz="1300">
              <a:solidFill>
                <a:srgbClr val="000000"/>
              </a:solidFill>
            </a:endParaRPr>
          </a:p>
        </p:txBody>
      </p:sp>
      <p:sp>
        <p:nvSpPr>
          <p:cNvPr id="11" name="Footnote">
            <a:extLst>
              <a:ext uri="{FF2B5EF4-FFF2-40B4-BE49-F238E27FC236}">
                <a16:creationId xmlns:a16="http://schemas.microsoft.com/office/drawing/2014/main" id="{DE7D225E-E594-4454-75E0-072101B38E91}"/>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CA" sz="1200">
                <a:solidFill>
                  <a:srgbClr val="000000"/>
                </a:solidFill>
              </a:rPr>
              <a:t>wolterskluwer.com &gt; CCH Axcess Open Integration &gt; API Spotlight podcast series</a:t>
            </a:r>
          </a:p>
        </p:txBody>
      </p:sp>
    </p:spTree>
    <p:extLst>
      <p:ext uri="{BB962C8B-B14F-4D97-AF65-F5344CB8AC3E}">
        <p14:creationId xmlns:p14="http://schemas.microsoft.com/office/powerpoint/2010/main" val="3024103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65D999-5832-2AE7-5FFF-4F101C8DDE89}"/>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The same API capabilities can serve several tools</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F14CB073-7945-338F-0759-993D4DB39D45}"/>
              </a:ext>
            </a:extLst>
          </p:cNvPr>
          <p:cNvSpPr>
            <a:spLocks noGrp="1"/>
          </p:cNvSpPr>
          <p:nvPr>
            <p:ph type="sldNum" sz="quarter" idx="13"/>
          </p:nvPr>
        </p:nvSpPr>
        <p:spPr/>
        <p:txBody>
          <a:bodyPr/>
          <a:lstStyle/>
          <a:p>
            <a:fld id="{C3C3236D-FB65-584A-8227-5A449D06E62A}" type="slidenum">
              <a:rPr lang="en-US" smtClean="0"/>
              <a:pPr/>
              <a:t>8</a:t>
            </a:fld>
            <a:endParaRPr lang="en-US"/>
          </a:p>
        </p:txBody>
      </p:sp>
      <p:sp>
        <p:nvSpPr>
          <p:cNvPr id="6" name="Footer Placeholder 5">
            <a:extLst>
              <a:ext uri="{FF2B5EF4-FFF2-40B4-BE49-F238E27FC236}">
                <a16:creationId xmlns:a16="http://schemas.microsoft.com/office/drawing/2014/main" id="{60C65E0C-7489-1428-6FBC-2BFB8C7C43A7}"/>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DFD386E7-5FB0-EC09-E65B-6C7C75C39A9E}"/>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834F58F2-1C30-5100-6B65-B048502D1A20}"/>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Spreadsheet</a:t>
            </a:r>
          </a:p>
        </p:txBody>
      </p:sp>
      <p:sp>
        <p:nvSpPr>
          <p:cNvPr id="9" name="Card body">
            <a:extLst>
              <a:ext uri="{FF2B5EF4-FFF2-40B4-BE49-F238E27FC236}">
                <a16:creationId xmlns:a16="http://schemas.microsoft.com/office/drawing/2014/main" id="{14C11850-2CA1-1210-DFBF-7739D795181B}"/>
              </a:ext>
            </a:extLst>
          </p:cNvPr>
          <p:cNvSpPr txBox="1"/>
          <p:nvPr/>
        </p:nvSpPr>
        <p:spPr>
          <a:xfrm>
            <a:off x="419710" y="2278075"/>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Bring selected information into a familiar analysis.</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87E1036A-B13F-8879-E1DC-E8B01C28D931}"/>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FBAC96C0-6BCD-0852-5B75-00AE9B87ED53}"/>
              </a:ext>
            </a:extLst>
          </p:cNvPr>
          <p:cNvSpPr txBox="1"/>
          <p:nvPr/>
        </p:nvSpPr>
        <p:spPr>
          <a:xfrm>
            <a:off x="419710" y="414680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Documents</a:t>
            </a:r>
          </a:p>
        </p:txBody>
      </p:sp>
      <p:sp>
        <p:nvSpPr>
          <p:cNvPr id="12" name="Card body">
            <a:extLst>
              <a:ext uri="{FF2B5EF4-FFF2-40B4-BE49-F238E27FC236}">
                <a16:creationId xmlns:a16="http://schemas.microsoft.com/office/drawing/2014/main" id="{3D66E0DE-9F7D-B9FE-EBA8-00B035023DF0}"/>
              </a:ext>
            </a:extLst>
          </p:cNvPr>
          <p:cNvSpPr txBox="1"/>
          <p:nvPr/>
        </p:nvSpPr>
        <p:spPr>
          <a:xfrm>
            <a:off x="419710" y="4735068"/>
            <a:ext cx="5331866" cy="132008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Support document-related work.</a:t>
            </a:r>
          </a:p>
        </p:txBody>
      </p:sp>
      <p:sp>
        <p:nvSpPr>
          <p:cNvPr id="13" name="Rectangle 12">
            <a:extLst>
              <a:ext uri="{FF2B5EF4-FFF2-40B4-BE49-F238E27FC236}">
                <a16:creationId xmlns:a16="http://schemas.microsoft.com/office/drawing/2014/main" id="{2005C2B4-E9C5-D11E-65D6-C62A7246E715}"/>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4EF48632-C357-FFC1-F5A2-17FA2C7B9A8C}"/>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CRM</a:t>
            </a:r>
          </a:p>
        </p:txBody>
      </p:sp>
      <p:sp>
        <p:nvSpPr>
          <p:cNvPr id="15" name="Card body">
            <a:extLst>
              <a:ext uri="{FF2B5EF4-FFF2-40B4-BE49-F238E27FC236}">
                <a16:creationId xmlns:a16="http://schemas.microsoft.com/office/drawing/2014/main" id="{904BE07C-288F-1AAF-5736-93AA0A8F4193}"/>
              </a:ext>
            </a:extLst>
          </p:cNvPr>
          <p:cNvSpPr txBox="1"/>
          <p:nvPr/>
        </p:nvSpPr>
        <p:spPr>
          <a:xfrm>
            <a:off x="6439205" y="2278075"/>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Compare client information between systems.</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560C3AF6-6D0A-A511-9F81-2AC0EDD4C289}"/>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1B455AA8-2F45-6EF5-3C7B-F41ED3D4BADC}"/>
              </a:ext>
            </a:extLst>
          </p:cNvPr>
          <p:cNvSpPr txBox="1"/>
          <p:nvPr/>
        </p:nvSpPr>
        <p:spPr>
          <a:xfrm>
            <a:off x="6439205" y="414680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Dashboard</a:t>
            </a:r>
          </a:p>
        </p:txBody>
      </p:sp>
      <p:sp>
        <p:nvSpPr>
          <p:cNvPr id="18" name="Card body">
            <a:extLst>
              <a:ext uri="{FF2B5EF4-FFF2-40B4-BE49-F238E27FC236}">
                <a16:creationId xmlns:a16="http://schemas.microsoft.com/office/drawing/2014/main" id="{D47FD9B6-7952-3BCC-CFE3-69C1D3752E5A}"/>
              </a:ext>
            </a:extLst>
          </p:cNvPr>
          <p:cNvSpPr txBox="1"/>
          <p:nvPr/>
        </p:nvSpPr>
        <p:spPr>
          <a:xfrm>
            <a:off x="6439205" y="4735068"/>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Present a focused view of firm activity.</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682894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3E399B0-86F1-EFBD-8BD1-513865A43CD6}"/>
              </a:ext>
            </a:extLst>
          </p:cNvPr>
          <p:cNvSpPr>
            <a:spLocks noGrp="1"/>
          </p:cNvSpPr>
          <p:nvPr>
            <p:ph type="sldNum" sz="quarter" idx="13"/>
          </p:nvPr>
        </p:nvSpPr>
        <p:spPr/>
        <p:txBody>
          <a:bodyPr/>
          <a:lstStyle/>
          <a:p>
            <a:fld id="{C3C3236D-FB65-584A-8227-5A449D06E62A}" type="slidenum">
              <a:rPr lang="en-US" smtClean="0"/>
              <a:pPr/>
              <a:t>9</a:t>
            </a:fld>
            <a:endParaRPr lang="en-US"/>
          </a:p>
        </p:txBody>
      </p:sp>
      <p:sp>
        <p:nvSpPr>
          <p:cNvPr id="6" name="Footer Placeholder 5">
            <a:extLst>
              <a:ext uri="{FF2B5EF4-FFF2-40B4-BE49-F238E27FC236}">
                <a16:creationId xmlns:a16="http://schemas.microsoft.com/office/drawing/2014/main" id="{2DF5169F-9EFC-0AED-0DC2-77C9D0B27968}"/>
              </a:ext>
            </a:extLst>
          </p:cNvPr>
          <p:cNvSpPr>
            <a:spLocks noGrp="1"/>
          </p:cNvSpPr>
          <p:nvPr>
            <p:ph type="ftr" sz="quarter" idx="18"/>
          </p:nvPr>
        </p:nvSpPr>
        <p:spPr/>
        <p:txBody>
          <a:bodyPr/>
          <a:lstStyle/>
          <a:p>
            <a:r>
              <a:rPr lang="en-US"/>
              <a:t>#CCHConnections</a:t>
            </a:r>
            <a:endParaRPr lang="en-US" dirty="0"/>
          </a:p>
        </p:txBody>
      </p:sp>
      <p:sp>
        <p:nvSpPr>
          <p:cNvPr id="7" name="Title 1">
            <a:extLst>
              <a:ext uri="{FF2B5EF4-FFF2-40B4-BE49-F238E27FC236}">
                <a16:creationId xmlns:a16="http://schemas.microsoft.com/office/drawing/2014/main" id="{46CB10C2-B261-7FD5-072D-A2A85C771AFE}"/>
              </a:ext>
            </a:extLst>
          </p:cNvPr>
          <p:cNvSpPr>
            <a:spLocks noGrp="1"/>
          </p:cNvSpPr>
          <p:nvPr>
            <p:ph type="title"/>
          </p:nvPr>
        </p:nvSpPr>
        <p:spPr>
          <a:xfrm>
            <a:off x="457200" y="365760"/>
            <a:ext cx="11247120" cy="822960"/>
          </a:xfrm>
        </p:spPr>
        <p:txBody>
          <a:bodyPr>
            <a:normAutofit/>
          </a:bodyPr>
          <a:lstStyle/>
          <a:p>
            <a:r>
              <a:rPr lang="en-US" sz="3400" dirty="0"/>
              <a:t>How to put CCH Axcess APIs to work</a:t>
            </a:r>
            <a:endParaRPr lang="en-CA" sz="3400" dirty="0"/>
          </a:p>
        </p:txBody>
      </p:sp>
      <p:sp>
        <p:nvSpPr>
          <p:cNvPr id="8" name="Use it ready-made - name">
            <a:extLst>
              <a:ext uri="{FF2B5EF4-FFF2-40B4-BE49-F238E27FC236}">
                <a16:creationId xmlns:a16="http://schemas.microsoft.com/office/drawing/2014/main" id="{43D4F315-1B85-0B70-FAE0-BD48787798A6}"/>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Use it ready-made</a:t>
            </a:r>
          </a:p>
          <a:p>
            <a:pPr>
              <a:spcAft>
                <a:spcPts val="600"/>
              </a:spcAft>
            </a:pPr>
            <a:r>
              <a:rPr lang="en-US" sz="1500" i="1">
                <a:solidFill>
                  <a:srgbClr val="000000"/>
                </a:solidFill>
              </a:rPr>
              <a:t>Someone has already built it.</a:t>
            </a:r>
            <a:endParaRPr lang="en-CA" sz="1500" i="1">
              <a:solidFill>
                <a:srgbClr val="000000"/>
              </a:solidFill>
            </a:endParaRPr>
          </a:p>
        </p:txBody>
      </p:sp>
      <p:sp>
        <p:nvSpPr>
          <p:cNvPr id="9" name="Use it ready-made - examples">
            <a:extLst>
              <a:ext uri="{FF2B5EF4-FFF2-40B4-BE49-F238E27FC236}">
                <a16:creationId xmlns:a16="http://schemas.microsoft.com/office/drawing/2014/main" id="{10D5AAA9-C0C9-394C-EEAF-BF4CBA2421BD}"/>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CCH Marketplace vendor integrations.</a:t>
            </a:r>
          </a:p>
          <a:p>
            <a:pPr marL="342900" indent="-342900">
              <a:spcAft>
                <a:spcPts val="800"/>
              </a:spcAft>
              <a:buFont typeface="+mj-lt"/>
              <a:buChar char="•"/>
            </a:pPr>
            <a:r>
              <a:rPr lang="en-US" sz="1500">
                <a:solidFill>
                  <a:srgbClr val="000000"/>
                </a:solidFill>
              </a:rPr>
              <a:t>Wolters Kluwer utilities for batch printing, K-1 imports and e-file extensions.</a:t>
            </a:r>
            <a:endParaRPr lang="en-CA" sz="1500">
              <a:solidFill>
                <a:srgbClr val="000000"/>
              </a:solidFill>
            </a:endParaRPr>
          </a:p>
        </p:txBody>
      </p:sp>
      <p:sp>
        <p:nvSpPr>
          <p:cNvPr id="10" name="Use it ready-made - value">
            <a:extLst>
              <a:ext uri="{FF2B5EF4-FFF2-40B4-BE49-F238E27FC236}">
                <a16:creationId xmlns:a16="http://schemas.microsoft.com/office/drawing/2014/main" id="{39FD5EF0-49B7-5148-6530-3C60FD9F9133}"/>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needs many firms share.</a:t>
            </a:r>
            <a:endParaRPr lang="en-CA" sz="1500">
              <a:solidFill>
                <a:srgbClr val="000000"/>
              </a:solidFill>
            </a:endParaRPr>
          </a:p>
        </p:txBody>
      </p:sp>
      <p:sp>
        <p:nvSpPr>
          <p:cNvPr id="11" name="Have it built - name">
            <a:extLst>
              <a:ext uri="{FF2B5EF4-FFF2-40B4-BE49-F238E27FC236}">
                <a16:creationId xmlns:a16="http://schemas.microsoft.com/office/drawing/2014/main" id="{233D35B9-B5DB-30B5-56F7-062EFFCCB4E4}"/>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Have it built</a:t>
            </a:r>
          </a:p>
          <a:p>
            <a:pPr>
              <a:spcAft>
                <a:spcPts val="600"/>
              </a:spcAft>
            </a:pPr>
            <a:r>
              <a:rPr lang="en-US" sz="1500" i="1">
                <a:solidFill>
                  <a:srgbClr val="000000"/>
                </a:solidFill>
              </a:rPr>
              <a:t>A developer builds it for your firm.</a:t>
            </a:r>
            <a:endParaRPr lang="en-CA" sz="1500" i="1">
              <a:solidFill>
                <a:srgbClr val="000000"/>
              </a:solidFill>
            </a:endParaRPr>
          </a:p>
        </p:txBody>
      </p:sp>
      <p:sp>
        <p:nvSpPr>
          <p:cNvPr id="12" name="Have it built - examples">
            <a:extLst>
              <a:ext uri="{FF2B5EF4-FFF2-40B4-BE49-F238E27FC236}">
                <a16:creationId xmlns:a16="http://schemas.microsoft.com/office/drawing/2014/main" id="{3A103D8F-711C-A6DE-F093-654F609ED740}"/>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Your IT team or a partner.</a:t>
            </a:r>
          </a:p>
          <a:p>
            <a:pPr marL="342900" indent="-342900">
              <a:spcAft>
                <a:spcPts val="800"/>
              </a:spcAft>
              <a:buFont typeface="+mj-lt"/>
              <a:buChar char="•"/>
            </a:pPr>
            <a:r>
              <a:rPr lang="en-US" sz="1500">
                <a:solidFill>
                  <a:srgbClr val="000000"/>
                </a:solidFill>
              </a:rPr>
              <a:t>Wolters Kluwer custom development services.</a:t>
            </a:r>
            <a:endParaRPr lang="en-CA" sz="1500">
              <a:solidFill>
                <a:srgbClr val="000000"/>
              </a:solidFill>
            </a:endParaRPr>
          </a:p>
        </p:txBody>
      </p:sp>
      <p:sp>
        <p:nvSpPr>
          <p:cNvPr id="13" name="Have it built - value">
            <a:extLst>
              <a:ext uri="{FF2B5EF4-FFF2-40B4-BE49-F238E27FC236}">
                <a16:creationId xmlns:a16="http://schemas.microsoft.com/office/drawing/2014/main" id="{20BBA15D-8F72-E768-11F3-6D428D77FFCC}"/>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larger, firm-specific projects that justify a budget.</a:t>
            </a:r>
            <a:endParaRPr lang="en-CA" sz="1500">
              <a:solidFill>
                <a:srgbClr val="000000"/>
              </a:solidFill>
            </a:endParaRPr>
          </a:p>
        </p:txBody>
      </p:sp>
      <p:sp>
        <p:nvSpPr>
          <p:cNvPr id="14" name="Build it with AI - name">
            <a:extLst>
              <a:ext uri="{FF2B5EF4-FFF2-40B4-BE49-F238E27FC236}">
                <a16:creationId xmlns:a16="http://schemas.microsoft.com/office/drawing/2014/main" id="{218F80C6-79A0-1BE9-45EB-AD319F261C87}"/>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Build it with AI</a:t>
            </a:r>
          </a:p>
          <a:p>
            <a:pPr>
              <a:spcAft>
                <a:spcPts val="600"/>
              </a:spcAft>
            </a:pPr>
            <a:r>
              <a:rPr lang="en-US" sz="1500" i="1">
                <a:solidFill>
                  <a:srgbClr val="000000"/>
                </a:solidFill>
              </a:rPr>
              <a:t>Describe the task; AI writes the code.</a:t>
            </a:r>
            <a:endParaRPr lang="en-CA" sz="1500" i="1">
              <a:solidFill>
                <a:srgbClr val="000000"/>
              </a:solidFill>
            </a:endParaRPr>
          </a:p>
        </p:txBody>
      </p:sp>
      <p:sp>
        <p:nvSpPr>
          <p:cNvPr id="15" name="Build it with AI - examples">
            <a:extLst>
              <a:ext uri="{FF2B5EF4-FFF2-40B4-BE49-F238E27FC236}">
                <a16:creationId xmlns:a16="http://schemas.microsoft.com/office/drawing/2014/main" id="{B93DADF3-A79C-F4FF-3FE2-F77E1879A62D}"/>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A coding agent reads the API definitions and builds the requests.</a:t>
            </a:r>
          </a:p>
          <a:p>
            <a:pPr marL="342900" indent="-342900">
              <a:spcAft>
                <a:spcPts val="800"/>
              </a:spcAft>
              <a:buFont typeface="+mj-lt"/>
              <a:buChar char="•"/>
            </a:pPr>
            <a:r>
              <a:rPr lang="en-US" sz="1500">
                <a:solidFill>
                  <a:srgbClr val="000000"/>
                </a:solidFill>
              </a:rPr>
              <a:t>You test, review and approve the result.</a:t>
            </a:r>
            <a:endParaRPr lang="en-CA" sz="1500">
              <a:solidFill>
                <a:srgbClr val="000000"/>
              </a:solidFill>
            </a:endParaRPr>
          </a:p>
        </p:txBody>
      </p:sp>
      <p:sp>
        <p:nvSpPr>
          <p:cNvPr id="16" name="Build it with AI - value">
            <a:extLst>
              <a:ext uri="{FF2B5EF4-FFF2-40B4-BE49-F238E27FC236}">
                <a16:creationId xmlns:a16="http://schemas.microsoft.com/office/drawing/2014/main" id="{620C9F4A-415D-49E0-AC16-5FA424040A04}"/>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smaller, firm-specific tasks that never justified a project.</a:t>
            </a:r>
            <a:endParaRPr lang="en-CA" sz="1500">
              <a:solidFill>
                <a:srgbClr val="000000"/>
              </a:solidFill>
            </a:endParaRPr>
          </a:p>
        </p:txBody>
      </p:sp>
    </p:spTree>
    <p:extLst>
      <p:ext uri="{BB962C8B-B14F-4D97-AF65-F5344CB8AC3E}">
        <p14:creationId xmlns:p14="http://schemas.microsoft.com/office/powerpoint/2010/main" val="19160312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A7CC7DE-DDE0-AA12-4E0E-A6C703627EE7}"/>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Bring one task you would like to improve</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105E0DD7-2F90-2F66-D2D5-0A55B1D20288}"/>
              </a:ext>
            </a:extLst>
          </p:cNvPr>
          <p:cNvSpPr>
            <a:spLocks noGrp="1"/>
          </p:cNvSpPr>
          <p:nvPr>
            <p:ph type="sldNum" sz="quarter" idx="13"/>
          </p:nvPr>
        </p:nvSpPr>
        <p:spPr/>
        <p:txBody>
          <a:bodyPr/>
          <a:lstStyle/>
          <a:p>
            <a:fld id="{C3C3236D-FB65-584A-8227-5A449D06E62A}" type="slidenum">
              <a:rPr lang="en-US" smtClean="0"/>
              <a:pPr/>
              <a:t>10</a:t>
            </a:fld>
            <a:endParaRPr lang="en-US"/>
          </a:p>
        </p:txBody>
      </p:sp>
      <p:sp>
        <p:nvSpPr>
          <p:cNvPr id="5" name="Footer Placeholder 4">
            <a:extLst>
              <a:ext uri="{FF2B5EF4-FFF2-40B4-BE49-F238E27FC236}">
                <a16:creationId xmlns:a16="http://schemas.microsoft.com/office/drawing/2014/main" id="{E96933F9-C851-6FA4-A954-3E371D10091F}"/>
              </a:ext>
            </a:extLst>
          </p:cNvPr>
          <p:cNvSpPr>
            <a:spLocks noGrp="1"/>
          </p:cNvSpPr>
          <p:nvPr>
            <p:ph type="ftr" sz="quarter" idx="18"/>
          </p:nvPr>
        </p:nvSpPr>
        <p:spPr/>
        <p:txBody>
          <a:bodyPr/>
          <a:lstStyle/>
          <a:p>
            <a:r>
              <a:rPr lang="en-US"/>
              <a:t>#CCHConnections</a:t>
            </a:r>
            <a:endParaRPr lang="en-US" dirty="0"/>
          </a:p>
        </p:txBody>
      </p:sp>
      <p:sp>
        <p:nvSpPr>
          <p:cNvPr id="6" name="Audience check-in">
            <a:extLst>
              <a:ext uri="{FF2B5EF4-FFF2-40B4-BE49-F238E27FC236}">
                <a16:creationId xmlns:a16="http://schemas.microsoft.com/office/drawing/2014/main" id="{049EC539-BE95-81B1-CCDB-9EF95E433A7E}"/>
              </a:ext>
            </a:extLst>
          </p:cNvPr>
          <p:cNvSpPr txBox="1"/>
          <p:nvPr/>
        </p:nvSpPr>
        <p:spPr>
          <a:xfrm>
            <a:off x="4453128" y="868679"/>
            <a:ext cx="7086600" cy="731520"/>
          </a:xfrm>
          <a:prstGeom prst="rect">
            <a:avLst/>
          </a:prstGeom>
          <a:noFill/>
        </p:spPr>
        <p:txBody>
          <a:bodyPr vert="horz" lIns="0" tIns="0" rIns="0" bIns="0" rtlCol="0" anchor="t">
            <a:noAutofit/>
          </a:bodyPr>
          <a:lstStyle/>
          <a:p>
            <a:pPr>
              <a:spcAft>
                <a:spcPts val="700"/>
              </a:spcAft>
            </a:pPr>
            <a:r>
              <a:rPr lang="en-US" sz="2700" b="1">
                <a:solidFill>
                  <a:srgbClr val="000000"/>
                </a:solidFill>
                <a:latin typeface="Fira Sans" panose="020B0503050000020004" pitchFamily="34" charset="0"/>
              </a:rPr>
              <a:t>A quick show of hands</a:t>
            </a:r>
            <a:endParaRPr lang="en-CA" sz="2700" b="1">
              <a:solidFill>
                <a:srgbClr val="000000"/>
              </a:solidFill>
              <a:latin typeface="Fira Sans" panose="020B0503050000020004" pitchFamily="34" charset="0"/>
            </a:endParaRPr>
          </a:p>
        </p:txBody>
      </p:sp>
      <p:sp>
        <p:nvSpPr>
          <p:cNvPr id="7" name="List content">
            <a:extLst>
              <a:ext uri="{FF2B5EF4-FFF2-40B4-BE49-F238E27FC236}">
                <a16:creationId xmlns:a16="http://schemas.microsoft.com/office/drawing/2014/main" id="{A4BD235C-5DD5-B870-F21F-488C80F65F5E}"/>
              </a:ext>
            </a:extLst>
          </p:cNvPr>
          <p:cNvSpPr txBox="1"/>
          <p:nvPr/>
        </p:nvSpPr>
        <p:spPr>
          <a:xfrm>
            <a:off x="4453128" y="1874520"/>
            <a:ext cx="7086600" cy="3749040"/>
          </a:xfrm>
          <a:prstGeom prst="rect">
            <a:avLst/>
          </a:prstGeom>
          <a:noFill/>
        </p:spPr>
        <p:txBody>
          <a:bodyPr vert="horz" lIns="0" tIns="0" rIns="0" bIns="0" rtlCol="0" anchor="t">
            <a:noAutofit/>
          </a:bodyPr>
          <a:lstStyle/>
          <a:p>
            <a:pPr>
              <a:spcAft>
                <a:spcPts val="1500"/>
              </a:spcAft>
            </a:pPr>
            <a:r>
              <a:rPr lang="en-US" sz="2500">
                <a:solidFill>
                  <a:srgbClr val="000000"/>
                </a:solidFill>
                <a:latin typeface="Fira Sans" panose="020B0503050000020004" pitchFamily="34" charset="0"/>
              </a:rPr>
              <a:t>Have you used the CCH Axcess APIs?</a:t>
            </a:r>
          </a:p>
          <a:p>
            <a:pPr>
              <a:spcAft>
                <a:spcPts val="1500"/>
              </a:spcAft>
            </a:pPr>
            <a:r>
              <a:rPr lang="en-US" sz="2500">
                <a:solidFill>
                  <a:srgbClr val="000000"/>
                </a:solidFill>
                <a:latin typeface="Fira Sans" panose="020B0503050000020004" pitchFamily="34" charset="0"/>
              </a:rPr>
              <a:t>Have you used an AI coding tool?</a:t>
            </a:r>
          </a:p>
          <a:p>
            <a:pPr>
              <a:spcAft>
                <a:spcPts val="1500"/>
              </a:spcAft>
            </a:pPr>
            <a:r>
              <a:rPr lang="en-US" sz="2500">
                <a:solidFill>
                  <a:srgbClr val="000000"/>
                </a:solidFill>
                <a:latin typeface="Fira Sans" panose="020B0503050000020004" pitchFamily="34" charset="0"/>
              </a:rPr>
              <a:t>Which recurring hand-off would you like to change?</a:t>
            </a:r>
            <a:endParaRPr lang="en-CA" sz="25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268572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793C0-C8BD-716D-E93A-7012D56260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F66BB83-2448-0EDF-DC88-63C29FFE8AA7}"/>
              </a:ext>
            </a:extLst>
          </p:cNvPr>
          <p:cNvSpPr>
            <a:spLocks noGrp="1"/>
          </p:cNvSpPr>
          <p:nvPr>
            <p:ph type="title"/>
          </p:nvPr>
        </p:nvSpPr>
        <p:spPr/>
        <p:txBody>
          <a:bodyPr lIns="91440" tIns="0" rIns="0" bIns="0" anchor="t"/>
          <a:lstStyle/>
          <a:p>
            <a:pPr>
              <a:spcAft>
                <a:spcPts val="700"/>
              </a:spcAft>
            </a:pPr>
            <a:r>
              <a:rPr lang="en-US" sz="3200" dirty="0">
                <a:solidFill>
                  <a:srgbClr val="000000"/>
                </a:solidFill>
                <a:latin typeface="Fira Sans Light" panose="020B0403050000020004" pitchFamily="34" charset="0"/>
              </a:rPr>
              <a:t>Choosing your first API project</a:t>
            </a:r>
            <a:endParaRPr lang="en-CA" sz="3200" dirty="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1C95101B-1CF0-D4B3-9355-F3DD72481207}"/>
              </a:ext>
            </a:extLst>
          </p:cNvPr>
          <p:cNvSpPr>
            <a:spLocks noGrp="1"/>
          </p:cNvSpPr>
          <p:nvPr>
            <p:ph type="sldNum" sz="quarter" idx="13"/>
          </p:nvPr>
        </p:nvSpPr>
        <p:spPr/>
        <p:txBody>
          <a:bodyPr/>
          <a:lstStyle/>
          <a:p>
            <a:fld id="{C3C3236D-FB65-584A-8227-5A449D06E62A}" type="slidenum">
              <a:rPr lang="en-US" smtClean="0"/>
              <a:pPr/>
              <a:t>11</a:t>
            </a:fld>
            <a:endParaRPr lang="en-US"/>
          </a:p>
        </p:txBody>
      </p:sp>
      <p:sp>
        <p:nvSpPr>
          <p:cNvPr id="6" name="Footer Placeholder 5">
            <a:extLst>
              <a:ext uri="{FF2B5EF4-FFF2-40B4-BE49-F238E27FC236}">
                <a16:creationId xmlns:a16="http://schemas.microsoft.com/office/drawing/2014/main" id="{D73DD0FD-3756-060C-2645-DF69D7322502}"/>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8D7D5AA3-39B7-27EE-9AA2-9E249083956E}"/>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text">
            <a:extLst>
              <a:ext uri="{FF2B5EF4-FFF2-40B4-BE49-F238E27FC236}">
                <a16:creationId xmlns:a16="http://schemas.microsoft.com/office/drawing/2014/main" id="{D62E6DC6-18FA-7AEF-08AB-1AD3F702DE66}"/>
              </a:ext>
            </a:extLst>
          </p:cNvPr>
          <p:cNvSpPr txBox="1"/>
          <p:nvPr/>
        </p:nvSpPr>
        <p:spPr>
          <a:xfrm>
            <a:off x="419710" y="1689811"/>
            <a:ext cx="5331866"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Choose repetitive work that moves information between systems.</a:t>
            </a:r>
            <a:endParaRPr lang="en-CA">
              <a:solidFill>
                <a:srgbClr val="000000"/>
              </a:solidFill>
              <a:latin typeface="Fira Sans" panose="020B0503050000020004" pitchFamily="34" charset="0"/>
            </a:endParaRPr>
          </a:p>
        </p:txBody>
      </p:sp>
      <p:sp>
        <p:nvSpPr>
          <p:cNvPr id="9" name="Rectangle 8">
            <a:extLst>
              <a:ext uri="{FF2B5EF4-FFF2-40B4-BE49-F238E27FC236}">
                <a16:creationId xmlns:a16="http://schemas.microsoft.com/office/drawing/2014/main" id="{AC897502-6C0C-8DB9-7978-098575181592}"/>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0" name="Card text">
            <a:extLst>
              <a:ext uri="{FF2B5EF4-FFF2-40B4-BE49-F238E27FC236}">
                <a16:creationId xmlns:a16="http://schemas.microsoft.com/office/drawing/2014/main" id="{CCAEF3EA-710D-7C6B-ACC4-A6DCF3C33DAE}"/>
              </a:ext>
            </a:extLst>
          </p:cNvPr>
          <p:cNvSpPr txBox="1"/>
          <p:nvPr/>
        </p:nvSpPr>
        <p:spPr>
          <a:xfrm>
            <a:off x="419710" y="4146804"/>
            <a:ext cx="5331866"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Use AI coding tools to help build the application.</a:t>
            </a:r>
            <a:endParaRPr lang="en-CA">
              <a:solidFill>
                <a:srgbClr val="000000"/>
              </a:solidFill>
              <a:latin typeface="Fira Sans" panose="020B0503050000020004" pitchFamily="34" charset="0"/>
            </a:endParaRPr>
          </a:p>
        </p:txBody>
      </p:sp>
      <p:sp>
        <p:nvSpPr>
          <p:cNvPr id="11" name="Rectangle 10">
            <a:extLst>
              <a:ext uri="{FF2B5EF4-FFF2-40B4-BE49-F238E27FC236}">
                <a16:creationId xmlns:a16="http://schemas.microsoft.com/office/drawing/2014/main" id="{3A176392-D467-AE72-7596-7D828AF62883}"/>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2" name="Card text">
            <a:extLst>
              <a:ext uri="{FF2B5EF4-FFF2-40B4-BE49-F238E27FC236}">
                <a16:creationId xmlns:a16="http://schemas.microsoft.com/office/drawing/2014/main" id="{E2AD6C19-0CED-A605-B60F-2E29E1EE68E9}"/>
              </a:ext>
            </a:extLst>
          </p:cNvPr>
          <p:cNvSpPr txBox="1"/>
          <p:nvPr/>
        </p:nvSpPr>
        <p:spPr>
          <a:xfrm>
            <a:off x="6439205" y="1689811"/>
            <a:ext cx="5201107" cy="1908353"/>
          </a:xfrm>
          <a:prstGeom prst="rect">
            <a:avLst/>
          </a:prstGeom>
          <a:noFill/>
        </p:spPr>
        <p:txBody>
          <a:bodyPr vert="horz" lIns="0" tIns="0" rIns="0" bIns="0" rtlCol="0" anchor="t">
            <a:noAutofit/>
          </a:bodyPr>
          <a:lstStyle/>
          <a:p>
            <a:pPr>
              <a:spcAft>
                <a:spcPts val="700"/>
              </a:spcAft>
            </a:pPr>
            <a:r>
              <a:rPr lang="en-US" dirty="0">
                <a:solidFill>
                  <a:srgbClr val="000000"/>
                </a:solidFill>
                <a:latin typeface="Fira Sans" panose="020B0503050000020004" pitchFamily="34" charset="0"/>
              </a:rPr>
              <a:t>Use the APIs to understand and act on the data</a:t>
            </a:r>
            <a:endParaRPr lang="en-CA" dirty="0">
              <a:solidFill>
                <a:srgbClr val="000000"/>
              </a:solidFill>
              <a:latin typeface="Fira Sans" panose="020B0503050000020004" pitchFamily="34" charset="0"/>
            </a:endParaRPr>
          </a:p>
        </p:txBody>
      </p:sp>
      <p:sp>
        <p:nvSpPr>
          <p:cNvPr id="13" name="Rectangle 12">
            <a:extLst>
              <a:ext uri="{FF2B5EF4-FFF2-40B4-BE49-F238E27FC236}">
                <a16:creationId xmlns:a16="http://schemas.microsoft.com/office/drawing/2014/main" id="{67E268BD-B927-BC2C-1E06-096D884AE000}"/>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text">
            <a:extLst>
              <a:ext uri="{FF2B5EF4-FFF2-40B4-BE49-F238E27FC236}">
                <a16:creationId xmlns:a16="http://schemas.microsoft.com/office/drawing/2014/main" id="{451D01FB-FA9F-8A81-9114-0D6C64C93CBA}"/>
              </a:ext>
            </a:extLst>
          </p:cNvPr>
          <p:cNvSpPr txBox="1"/>
          <p:nvPr/>
        </p:nvSpPr>
        <p:spPr>
          <a:xfrm>
            <a:off x="6439205" y="4146804"/>
            <a:ext cx="5201107"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Keep testing, review and approval with the firm.</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96390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711D6A-FC88-C717-0F9E-B4F0293F2D71}"/>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Choose capabilities around the business task</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00AC5672-F023-4A7F-F525-8BA2F6B4B511}"/>
              </a:ext>
            </a:extLst>
          </p:cNvPr>
          <p:cNvSpPr>
            <a:spLocks noGrp="1"/>
          </p:cNvSpPr>
          <p:nvPr>
            <p:ph type="sldNum" sz="quarter" idx="13"/>
          </p:nvPr>
        </p:nvSpPr>
        <p:spPr/>
        <p:txBody>
          <a:bodyPr/>
          <a:lstStyle/>
          <a:p>
            <a:fld id="{C3C3236D-FB65-584A-8227-5A449D06E62A}" type="slidenum">
              <a:rPr lang="en-US" smtClean="0"/>
              <a:pPr/>
              <a:t>12</a:t>
            </a:fld>
            <a:endParaRPr lang="en-US"/>
          </a:p>
        </p:txBody>
      </p:sp>
      <p:sp>
        <p:nvSpPr>
          <p:cNvPr id="6" name="Footer Placeholder 5">
            <a:extLst>
              <a:ext uri="{FF2B5EF4-FFF2-40B4-BE49-F238E27FC236}">
                <a16:creationId xmlns:a16="http://schemas.microsoft.com/office/drawing/2014/main" id="{8C309984-A80C-0F3D-334D-2C9ADA420C2B}"/>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83AE0DE4-0CB2-94AB-9A00-F5106406D072}"/>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2AE95045-02E8-E7BA-228B-41155D19EF93}"/>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Clients and firm structure</a:t>
            </a:r>
          </a:p>
        </p:txBody>
      </p:sp>
      <p:sp>
        <p:nvSpPr>
          <p:cNvPr id="9" name="Card body">
            <a:extLst>
              <a:ext uri="{FF2B5EF4-FFF2-40B4-BE49-F238E27FC236}">
                <a16:creationId xmlns:a16="http://schemas.microsoft.com/office/drawing/2014/main" id="{760E445F-2F30-6397-8472-478E3E5CFF42}"/>
              </a:ext>
            </a:extLst>
          </p:cNvPr>
          <p:cNvSpPr txBox="1"/>
          <p:nvPr/>
        </p:nvSpPr>
        <p:spPr>
          <a:xfrm>
            <a:off x="419710" y="2278075"/>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Client, staff and firm information.</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37023E6F-4F1A-7500-3A10-96C9DA3873EB}"/>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2F6F24E4-3C90-FA7F-006E-BC8A3BD92A8F}"/>
              </a:ext>
            </a:extLst>
          </p:cNvPr>
          <p:cNvSpPr txBox="1"/>
          <p:nvPr/>
        </p:nvSpPr>
        <p:spPr>
          <a:xfrm>
            <a:off x="419710" y="414680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Advanced tax</a:t>
            </a:r>
          </a:p>
        </p:txBody>
      </p:sp>
      <p:sp>
        <p:nvSpPr>
          <p:cNvPr id="12" name="Card body">
            <a:extLst>
              <a:ext uri="{FF2B5EF4-FFF2-40B4-BE49-F238E27FC236}">
                <a16:creationId xmlns:a16="http://schemas.microsoft.com/office/drawing/2014/main" id="{27FA3415-412F-480A-6BF4-5FF53A5C95AD}"/>
              </a:ext>
            </a:extLst>
          </p:cNvPr>
          <p:cNvSpPr txBox="1"/>
          <p:nvPr/>
        </p:nvSpPr>
        <p:spPr>
          <a:xfrm>
            <a:off x="419710" y="4735068"/>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E-file status, data transfer, printing and roll-forward.</a:t>
            </a:r>
            <a:endParaRPr lang="en-CA" sz="2200">
              <a:solidFill>
                <a:srgbClr val="000000"/>
              </a:solidFill>
              <a:latin typeface="Fira Sans" panose="020B0503050000020004" pitchFamily="34" charset="0"/>
            </a:endParaRPr>
          </a:p>
        </p:txBody>
      </p:sp>
      <p:sp>
        <p:nvSpPr>
          <p:cNvPr id="13" name="Rectangle 12">
            <a:extLst>
              <a:ext uri="{FF2B5EF4-FFF2-40B4-BE49-F238E27FC236}">
                <a16:creationId xmlns:a16="http://schemas.microsoft.com/office/drawing/2014/main" id="{2234267C-FAEB-27AD-E4EF-BC17B4DCA362}"/>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E02D5018-9687-38D7-069C-F9938FC53FF0}"/>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Tax returns</a:t>
            </a:r>
          </a:p>
        </p:txBody>
      </p:sp>
      <p:sp>
        <p:nvSpPr>
          <p:cNvPr id="15" name="Card body">
            <a:extLst>
              <a:ext uri="{FF2B5EF4-FFF2-40B4-BE49-F238E27FC236}">
                <a16:creationId xmlns:a16="http://schemas.microsoft.com/office/drawing/2014/main" id="{03F2731F-2B2A-4936-6A63-4984090EDF34}"/>
              </a:ext>
            </a:extLst>
          </p:cNvPr>
          <p:cNvSpPr txBox="1"/>
          <p:nvPr/>
        </p:nvSpPr>
        <p:spPr>
          <a:xfrm>
            <a:off x="6439205" y="2278075"/>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Find returns, inspect status and review history.</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F1AA7660-20F9-8ABF-3ED3-410165FA3283}"/>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D2E552D9-9474-D9F8-B281-DC6C5AF80CE4}"/>
              </a:ext>
            </a:extLst>
          </p:cNvPr>
          <p:cNvSpPr txBox="1"/>
          <p:nvPr/>
        </p:nvSpPr>
        <p:spPr>
          <a:xfrm>
            <a:off x="6439205" y="414680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Other firm workflows</a:t>
            </a:r>
          </a:p>
        </p:txBody>
      </p:sp>
      <p:sp>
        <p:nvSpPr>
          <p:cNvPr id="18" name="Card body">
            <a:extLst>
              <a:ext uri="{FF2B5EF4-FFF2-40B4-BE49-F238E27FC236}">
                <a16:creationId xmlns:a16="http://schemas.microsoft.com/office/drawing/2014/main" id="{0904B424-D694-8077-7D69-6F354EDB9AE0}"/>
              </a:ext>
            </a:extLst>
          </p:cNvPr>
          <p:cNvSpPr txBox="1"/>
          <p:nvPr/>
        </p:nvSpPr>
        <p:spPr>
          <a:xfrm>
            <a:off x="6439205" y="4735068"/>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Engagement, practice, documents, workstream and iQ.</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175374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EFAFF-75E5-B71B-83C3-200888D402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43E2C10-A0F1-842F-D215-9C193DD58263}"/>
              </a:ext>
            </a:extLst>
          </p:cNvPr>
          <p:cNvSpPr>
            <a:spLocks noGrp="1"/>
          </p:cNvSpPr>
          <p:nvPr>
            <p:ph type="sldNum" sz="quarter" idx="13"/>
          </p:nvPr>
        </p:nvSpPr>
        <p:spPr/>
        <p:txBody>
          <a:bodyPr/>
          <a:lstStyle/>
          <a:p>
            <a:fld id="{C3C3236D-FB65-584A-8227-5A449D06E62A}" type="slidenum">
              <a:rPr lang="en-US" smtClean="0"/>
              <a:pPr/>
              <a:t>13</a:t>
            </a:fld>
            <a:endParaRPr lang="en-US"/>
          </a:p>
        </p:txBody>
      </p:sp>
      <p:sp>
        <p:nvSpPr>
          <p:cNvPr id="6" name="Footer Placeholder 5">
            <a:extLst>
              <a:ext uri="{FF2B5EF4-FFF2-40B4-BE49-F238E27FC236}">
                <a16:creationId xmlns:a16="http://schemas.microsoft.com/office/drawing/2014/main" id="{2554BBD1-D556-F67C-4BBA-2A7573DB7097}"/>
              </a:ext>
            </a:extLst>
          </p:cNvPr>
          <p:cNvSpPr>
            <a:spLocks noGrp="1"/>
          </p:cNvSpPr>
          <p:nvPr>
            <p:ph type="ftr" sz="quarter" idx="18"/>
          </p:nvPr>
        </p:nvSpPr>
        <p:spPr/>
        <p:txBody>
          <a:bodyPr/>
          <a:lstStyle/>
          <a:p>
            <a:r>
              <a:rPr lang="en-US"/>
              <a:t>#CCHConnections</a:t>
            </a:r>
            <a:endParaRPr lang="en-US" dirty="0"/>
          </a:p>
        </p:txBody>
      </p:sp>
      <p:sp>
        <p:nvSpPr>
          <p:cNvPr id="15" name="Title 1">
            <a:extLst>
              <a:ext uri="{FF2B5EF4-FFF2-40B4-BE49-F238E27FC236}">
                <a16:creationId xmlns:a16="http://schemas.microsoft.com/office/drawing/2014/main" id="{C8881F06-3ABC-AEBB-B72E-AF3074B29542}"/>
              </a:ext>
            </a:extLst>
          </p:cNvPr>
          <p:cNvSpPr>
            <a:spLocks noGrp="1"/>
          </p:cNvSpPr>
          <p:nvPr>
            <p:ph type="title"/>
          </p:nvPr>
        </p:nvSpPr>
        <p:spPr>
          <a:xfrm>
            <a:off x="457200" y="365760"/>
            <a:ext cx="11247120" cy="822960"/>
          </a:xfrm>
        </p:spPr>
        <p:txBody>
          <a:bodyPr>
            <a:normAutofit fontScale="90000"/>
          </a:bodyPr>
          <a:lstStyle/>
          <a:p>
            <a:r>
              <a:rPr lang="en-US" sz="3400" dirty="0"/>
              <a:t>Excel-based workflows are a good place to optimize with AI</a:t>
            </a:r>
            <a:endParaRPr lang="en-CA" sz="3400" dirty="0"/>
          </a:p>
        </p:txBody>
      </p:sp>
      <p:sp>
        <p:nvSpPr>
          <p:cNvPr id="16" name="Lead">
            <a:extLst>
              <a:ext uri="{FF2B5EF4-FFF2-40B4-BE49-F238E27FC236}">
                <a16:creationId xmlns:a16="http://schemas.microsoft.com/office/drawing/2014/main" id="{CE8DBDFF-7620-2B63-212C-698F6F0431AF}"/>
              </a:ext>
            </a:extLst>
          </p:cNvPr>
          <p:cNvSpPr txBox="1"/>
          <p:nvPr/>
        </p:nvSpPr>
        <p:spPr>
          <a:xfrm>
            <a:off x="457200" y="1301895"/>
            <a:ext cx="11247120" cy="457200"/>
          </a:xfrm>
          <a:prstGeom prst="rect">
            <a:avLst/>
          </a:prstGeom>
          <a:noFill/>
        </p:spPr>
        <p:txBody>
          <a:bodyPr vert="horz" wrap="square" rtlCol="0">
            <a:noAutofit/>
          </a:bodyPr>
          <a:lstStyle/>
          <a:p>
            <a:pPr>
              <a:spcAft>
                <a:spcPts val="600"/>
              </a:spcAft>
            </a:pPr>
            <a:r>
              <a:rPr lang="en-US" sz="2000" i="1" dirty="0">
                <a:solidFill>
                  <a:srgbClr val="000000"/>
                </a:solidFill>
              </a:rPr>
              <a:t>If someone in your firm updates a spreadsheet by hand every week, that is your first candidate.</a:t>
            </a:r>
            <a:endParaRPr lang="en-CA" sz="2000" i="1" dirty="0">
              <a:solidFill>
                <a:srgbClr val="000000"/>
              </a:solidFill>
            </a:endParaRPr>
          </a:p>
        </p:txBody>
      </p:sp>
      <p:sp>
        <p:nvSpPr>
          <p:cNvPr id="17" name="1. Your spreadsheet">
            <a:extLst>
              <a:ext uri="{FF2B5EF4-FFF2-40B4-BE49-F238E27FC236}">
                <a16:creationId xmlns:a16="http://schemas.microsoft.com/office/drawing/2014/main" id="{AD1DDA41-6E22-3E06-9FC3-1CCFA3F79554}"/>
              </a:ext>
            </a:extLst>
          </p:cNvPr>
          <p:cNvSpPr/>
          <p:nvPr/>
        </p:nvSpPr>
        <p:spPr>
          <a:xfrm>
            <a:off x="457200"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1. Your spreadsheet</a:t>
            </a:r>
          </a:p>
          <a:p>
            <a:r>
              <a:rPr lang="en-US" sz="1500">
                <a:solidFill>
                  <a:srgbClr val="000000"/>
                </a:solidFill>
              </a:rPr>
              <a:t>The workbook someone updates by hand: staff lists, client contacts, return status.</a:t>
            </a:r>
            <a:endParaRPr lang="en-CA" sz="1500">
              <a:solidFill>
                <a:srgbClr val="000000"/>
              </a:solidFill>
            </a:endParaRPr>
          </a:p>
        </p:txBody>
      </p:sp>
      <p:cxnSp>
        <p:nvCxnSpPr>
          <p:cNvPr id="18" name="Straight Connector 17">
            <a:extLst>
              <a:ext uri="{FF2B5EF4-FFF2-40B4-BE49-F238E27FC236}">
                <a16:creationId xmlns:a16="http://schemas.microsoft.com/office/drawing/2014/main" id="{1B167288-6754-F827-8E90-0EE8403EB07B}"/>
              </a:ext>
            </a:extLst>
          </p:cNvPr>
          <p:cNvCxnSpPr/>
          <p:nvPr/>
        </p:nvCxnSpPr>
        <p:spPr>
          <a:xfrm>
            <a:off x="2999232"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19" name="2. CCH Axcess APIs">
            <a:extLst>
              <a:ext uri="{FF2B5EF4-FFF2-40B4-BE49-F238E27FC236}">
                <a16:creationId xmlns:a16="http://schemas.microsoft.com/office/drawing/2014/main" id="{8D3B1D06-163E-EDE4-69E4-3103767CC708}"/>
              </a:ext>
            </a:extLst>
          </p:cNvPr>
          <p:cNvSpPr/>
          <p:nvPr/>
        </p:nvSpPr>
        <p:spPr>
          <a:xfrm>
            <a:off x="3364992"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2. CCH Axcess APIs</a:t>
            </a:r>
          </a:p>
          <a:p>
            <a:r>
              <a:rPr lang="en-US" sz="1500">
                <a:solidFill>
                  <a:srgbClr val="000000"/>
                </a:solidFill>
              </a:rPr>
              <a:t>Read and update the same records the spreadsheet copies.</a:t>
            </a:r>
            <a:endParaRPr lang="en-CA" sz="1500">
              <a:solidFill>
                <a:srgbClr val="000000"/>
              </a:solidFill>
            </a:endParaRPr>
          </a:p>
        </p:txBody>
      </p:sp>
      <p:cxnSp>
        <p:nvCxnSpPr>
          <p:cNvPr id="20" name="Straight Connector 19">
            <a:extLst>
              <a:ext uri="{FF2B5EF4-FFF2-40B4-BE49-F238E27FC236}">
                <a16:creationId xmlns:a16="http://schemas.microsoft.com/office/drawing/2014/main" id="{6BE4AA4E-EFEC-667E-6B65-4759E2EFF960}"/>
              </a:ext>
            </a:extLst>
          </p:cNvPr>
          <p:cNvCxnSpPr/>
          <p:nvPr/>
        </p:nvCxnSpPr>
        <p:spPr>
          <a:xfrm>
            <a:off x="5907024"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21" name="3. AI builds the bridge">
            <a:extLst>
              <a:ext uri="{FF2B5EF4-FFF2-40B4-BE49-F238E27FC236}">
                <a16:creationId xmlns:a16="http://schemas.microsoft.com/office/drawing/2014/main" id="{4FDFBDFC-DD67-8C33-0BCC-3CFF2DED5101}"/>
              </a:ext>
            </a:extLst>
          </p:cNvPr>
          <p:cNvSpPr/>
          <p:nvPr/>
        </p:nvSpPr>
        <p:spPr>
          <a:xfrm>
            <a:off x="6272784" y="1965960"/>
            <a:ext cx="2514601"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3. AI builds the bridge</a:t>
            </a:r>
          </a:p>
          <a:p>
            <a:r>
              <a:rPr lang="en-US" sz="1500">
                <a:solidFill>
                  <a:srgbClr val="000000"/>
                </a:solidFill>
              </a:rPr>
              <a:t>Describe the task; GitHub Copilot writes the code that compares, fills or updates.</a:t>
            </a:r>
            <a:endParaRPr lang="en-CA" sz="1500">
              <a:solidFill>
                <a:srgbClr val="000000"/>
              </a:solidFill>
            </a:endParaRPr>
          </a:p>
        </p:txBody>
      </p:sp>
      <p:cxnSp>
        <p:nvCxnSpPr>
          <p:cNvPr id="22" name="Straight Connector 21">
            <a:extLst>
              <a:ext uri="{FF2B5EF4-FFF2-40B4-BE49-F238E27FC236}">
                <a16:creationId xmlns:a16="http://schemas.microsoft.com/office/drawing/2014/main" id="{7185D193-29E5-BF09-F170-319A1A024208}"/>
              </a:ext>
            </a:extLst>
          </p:cNvPr>
          <p:cNvCxnSpPr/>
          <p:nvPr/>
        </p:nvCxnSpPr>
        <p:spPr>
          <a:xfrm>
            <a:off x="8814816"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23" name="4. Review in Excel">
            <a:extLst>
              <a:ext uri="{FF2B5EF4-FFF2-40B4-BE49-F238E27FC236}">
                <a16:creationId xmlns:a16="http://schemas.microsoft.com/office/drawing/2014/main" id="{76231322-A1F9-8AB8-6F6F-E2FA3DAB4233}"/>
              </a:ext>
            </a:extLst>
          </p:cNvPr>
          <p:cNvSpPr/>
          <p:nvPr/>
        </p:nvSpPr>
        <p:spPr>
          <a:xfrm>
            <a:off x="9180576"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dirty="0">
                <a:solidFill>
                  <a:srgbClr val="000000"/>
                </a:solidFill>
              </a:rPr>
              <a:t>4. Review</a:t>
            </a:r>
          </a:p>
          <a:p>
            <a:r>
              <a:rPr lang="en-US" sz="1500" dirty="0">
                <a:solidFill>
                  <a:srgbClr val="000000"/>
                </a:solidFill>
              </a:rPr>
              <a:t>Differences and proposed changes land in a sheet you check before anything is applied.</a:t>
            </a:r>
            <a:endParaRPr lang="en-CA" sz="1500" dirty="0">
              <a:solidFill>
                <a:srgbClr val="000000"/>
              </a:solidFill>
            </a:endParaRPr>
          </a:p>
        </p:txBody>
      </p:sp>
      <p:sp>
        <p:nvSpPr>
          <p:cNvPr id="24" name="Examples">
            <a:extLst>
              <a:ext uri="{FF2B5EF4-FFF2-40B4-BE49-F238E27FC236}">
                <a16:creationId xmlns:a16="http://schemas.microsoft.com/office/drawing/2014/main" id="{2795A95A-BC8F-94B3-114B-D94DA6BBD19F}"/>
              </a:ext>
            </a:extLst>
          </p:cNvPr>
          <p:cNvSpPr txBox="1"/>
          <p:nvPr/>
        </p:nvSpPr>
        <p:spPr>
          <a:xfrm>
            <a:off x="457200" y="4389120"/>
            <a:ext cx="11247120" cy="1600200"/>
          </a:xfrm>
          <a:prstGeom prst="rect">
            <a:avLst/>
          </a:prstGeom>
          <a:noFill/>
        </p:spPr>
        <p:txBody>
          <a:bodyPr vert="horz" wrap="square" rtlCol="0">
            <a:noAutofit/>
          </a:bodyPr>
          <a:lstStyle/>
          <a:p>
            <a:pPr marL="203200" indent="-203200">
              <a:spcAft>
                <a:spcPts val="600"/>
              </a:spcAft>
            </a:pPr>
            <a:r>
              <a:rPr lang="en-US" sz="1400" b="1">
                <a:solidFill>
                  <a:srgbClr val="000000"/>
                </a:solidFill>
              </a:rPr>
              <a:t>Examples</a:t>
            </a:r>
          </a:p>
          <a:p>
            <a:pPr marL="342900" indent="-342900">
              <a:spcAft>
                <a:spcPts val="400"/>
              </a:spcAft>
              <a:buFont typeface="+mj-lt"/>
              <a:buChar char="•"/>
            </a:pPr>
            <a:r>
              <a:rPr lang="en-US" sz="1400">
                <a:solidFill>
                  <a:srgbClr val="000000"/>
                </a:solidFill>
              </a:rPr>
              <a:t>Staff list in Excel compared with Axcess staff records: report the differences.</a:t>
            </a:r>
          </a:p>
          <a:p>
            <a:pPr marL="342900" indent="-342900">
              <a:spcAft>
                <a:spcPts val="400"/>
              </a:spcAft>
              <a:buFont typeface="+mj-lt"/>
              <a:buChar char="•"/>
            </a:pPr>
            <a:r>
              <a:rPr lang="en-US" sz="1400">
                <a:solidFill>
                  <a:srgbClr val="000000"/>
                </a:solidFill>
              </a:rPr>
              <a:t>Client search exported to a workbook of contact details (the hands-on lab).</a:t>
            </a:r>
          </a:p>
          <a:p>
            <a:pPr marL="342900" indent="-342900">
              <a:spcAft>
                <a:spcPts val="400"/>
              </a:spcAft>
              <a:buFont typeface="+mj-lt"/>
              <a:buChar char="•"/>
            </a:pPr>
            <a:r>
              <a:rPr lang="en-US" sz="1400">
                <a:solidFill>
                  <a:srgbClr val="000000"/>
                </a:solidFill>
              </a:rPr>
              <a:t>Address spreadsheet previewed, then approved updates applied in the test firm.</a:t>
            </a:r>
          </a:p>
          <a:p>
            <a:pPr marL="342900" indent="-342900">
              <a:spcAft>
                <a:spcPts val="400"/>
              </a:spcAft>
              <a:buFont typeface="+mj-lt"/>
              <a:buChar char="•"/>
            </a:pPr>
            <a:r>
              <a:rPr lang="en-US" sz="1400">
                <a:solidFill>
                  <a:srgbClr val="000000"/>
                </a:solidFill>
              </a:rPr>
              <a:t>K-1 data imported from Excel, an existing Wolters Kluwer API utility.</a:t>
            </a:r>
            <a:endParaRPr lang="en-CA" sz="1400">
              <a:solidFill>
                <a:srgbClr val="000000"/>
              </a:solidFill>
            </a:endParaRPr>
          </a:p>
        </p:txBody>
      </p:sp>
    </p:spTree>
    <p:custDataLst>
      <p:tags r:id="rId1"/>
    </p:custDataLst>
    <p:extLst>
      <p:ext uri="{BB962C8B-B14F-4D97-AF65-F5344CB8AC3E}">
        <p14:creationId xmlns:p14="http://schemas.microsoft.com/office/powerpoint/2010/main" val="71213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7DE83F9-6CDA-215F-1335-F86472334F18}"/>
              </a:ext>
            </a:extLst>
          </p:cNvPr>
          <p:cNvSpPr>
            <a:spLocks noGrp="1"/>
          </p:cNvSpPr>
          <p:nvPr>
            <p:ph type="sldNum" sz="quarter" idx="13"/>
          </p:nvPr>
        </p:nvSpPr>
        <p:spPr/>
        <p:txBody>
          <a:bodyPr/>
          <a:lstStyle/>
          <a:p>
            <a:fld id="{C3C3236D-FB65-584A-8227-5A449D06E62A}" type="slidenum">
              <a:rPr lang="en-US" smtClean="0"/>
              <a:pPr/>
              <a:t>14</a:t>
            </a:fld>
            <a:endParaRPr lang="en-US"/>
          </a:p>
        </p:txBody>
      </p:sp>
      <p:sp>
        <p:nvSpPr>
          <p:cNvPr id="3" name="Footer Placeholder 2">
            <a:extLst>
              <a:ext uri="{FF2B5EF4-FFF2-40B4-BE49-F238E27FC236}">
                <a16:creationId xmlns:a16="http://schemas.microsoft.com/office/drawing/2014/main" id="{0487FEA6-3C8F-E2A2-F0A7-0DA86A8B5038}"/>
              </a:ext>
            </a:extLst>
          </p:cNvPr>
          <p:cNvSpPr>
            <a:spLocks noGrp="1"/>
          </p:cNvSpPr>
          <p:nvPr>
            <p:ph type="ftr" sz="quarter" idx="18"/>
          </p:nvPr>
        </p:nvSpPr>
        <p:spPr/>
        <p:txBody>
          <a:bodyPr/>
          <a:lstStyle/>
          <a:p>
            <a:r>
              <a:rPr lang="en-US"/>
              <a:t>#CCHConnections</a:t>
            </a:r>
            <a:endParaRPr lang="en-US" dirty="0"/>
          </a:p>
        </p:txBody>
      </p:sp>
      <p:sp>
        <p:nvSpPr>
          <p:cNvPr id="4" name="Title 3">
            <a:extLst>
              <a:ext uri="{FF2B5EF4-FFF2-40B4-BE49-F238E27FC236}">
                <a16:creationId xmlns:a16="http://schemas.microsoft.com/office/drawing/2014/main" id="{C0FF2ED9-BC0A-B0A8-6583-5496A1529DFB}"/>
              </a:ext>
            </a:extLst>
          </p:cNvPr>
          <p:cNvSpPr>
            <a:spLocks noGrp="1"/>
          </p:cNvSpPr>
          <p:nvPr>
            <p:ph type="title"/>
          </p:nvPr>
        </p:nvSpPr>
        <p:spPr/>
        <p:txBody>
          <a:bodyPr lIns="91440" tIns="0" rIns="0" bIns="0" anchor="t"/>
          <a:lstStyle/>
          <a:p>
            <a:pPr>
              <a:spcAft>
                <a:spcPts val="700"/>
              </a:spcAft>
            </a:pPr>
            <a:r>
              <a:rPr lang="en-CA" sz="3200" dirty="0">
                <a:solidFill>
                  <a:srgbClr val="FFFFFF"/>
                </a:solidFill>
                <a:latin typeface="Fira Sans Light" panose="020B0403050000020004" pitchFamily="34" charset="0"/>
              </a:rPr>
              <a:t>CCH Axcess API</a:t>
            </a:r>
            <a:br>
              <a:rPr lang="en-CA" sz="3200" dirty="0">
                <a:solidFill>
                  <a:srgbClr val="FFFFFF"/>
                </a:solidFill>
                <a:latin typeface="Fira Sans Light" panose="020B0403050000020004" pitchFamily="34" charset="0"/>
              </a:rPr>
            </a:br>
            <a:r>
              <a:rPr lang="en-CA" sz="3200" dirty="0">
                <a:solidFill>
                  <a:srgbClr val="FFFFFF"/>
                </a:solidFill>
                <a:latin typeface="Fira Sans Light" panose="020B0403050000020004" pitchFamily="34" charset="0"/>
              </a:rPr>
              <a:t>+</a:t>
            </a:r>
            <a:br>
              <a:rPr lang="en-CA" sz="3200" dirty="0">
                <a:solidFill>
                  <a:srgbClr val="FFFFFF"/>
                </a:solidFill>
                <a:latin typeface="Fira Sans Light" panose="020B0403050000020004" pitchFamily="34" charset="0"/>
              </a:rPr>
            </a:br>
            <a:r>
              <a:rPr lang="en-CA" sz="3200" dirty="0">
                <a:solidFill>
                  <a:srgbClr val="FFFFFF"/>
                </a:solidFill>
                <a:latin typeface="Fira Sans Light" panose="020B0403050000020004" pitchFamily="34" charset="0"/>
              </a:rPr>
              <a:t>GitHub Copilot</a:t>
            </a:r>
            <a:br>
              <a:rPr lang="en-CA" sz="3200" dirty="0">
                <a:solidFill>
                  <a:srgbClr val="FFFFFF"/>
                </a:solidFill>
                <a:latin typeface="Fira Sans Light" panose="020B0403050000020004" pitchFamily="34" charset="0"/>
              </a:rPr>
            </a:br>
            <a:br>
              <a:rPr lang="en-CA" sz="3200" dirty="0">
                <a:solidFill>
                  <a:srgbClr val="FFFFFF"/>
                </a:solidFill>
                <a:latin typeface="Fira Sans Light" panose="020B0403050000020004" pitchFamily="34" charset="0"/>
              </a:rPr>
            </a:br>
            <a:endParaRPr lang="en-CA" sz="3200" dirty="0">
              <a:solidFill>
                <a:srgbClr val="FFFFFF"/>
              </a:solidFill>
              <a:latin typeface="Fira Sans Light" panose="020B0403050000020004" pitchFamily="34" charset="0"/>
            </a:endParaRPr>
          </a:p>
        </p:txBody>
      </p:sp>
      <p:sp>
        <p:nvSpPr>
          <p:cNvPr id="6" name="List content">
            <a:extLst>
              <a:ext uri="{FF2B5EF4-FFF2-40B4-BE49-F238E27FC236}">
                <a16:creationId xmlns:a16="http://schemas.microsoft.com/office/drawing/2014/main" id="{A14BCAA9-2BB0-7C18-CFEE-E02A5A61733A}"/>
              </a:ext>
            </a:extLst>
          </p:cNvPr>
          <p:cNvSpPr txBox="1"/>
          <p:nvPr/>
        </p:nvSpPr>
        <p:spPr>
          <a:xfrm>
            <a:off x="4233001" y="583503"/>
            <a:ext cx="7430415" cy="4826203"/>
          </a:xfrm>
          <a:prstGeom prst="rect">
            <a:avLst/>
          </a:prstGeom>
          <a:noFill/>
        </p:spPr>
        <p:txBody>
          <a:bodyPr vert="horz" lIns="0" tIns="0" rIns="0" bIns="0" rtlCol="0" anchor="t">
            <a:noAutofit/>
          </a:bodyPr>
          <a:lstStyle/>
          <a:p>
            <a:pPr>
              <a:spcAft>
                <a:spcPts val="1500"/>
              </a:spcAft>
            </a:pPr>
            <a:r>
              <a:rPr lang="en-US" dirty="0">
                <a:solidFill>
                  <a:srgbClr val="FFFFFF"/>
                </a:solidFill>
                <a:latin typeface="Fira Sans" panose="020B0503050000020004" pitchFamily="34" charset="0"/>
              </a:rPr>
              <a:t>Staff synchronization – from Excel to CCH Axcess</a:t>
            </a:r>
          </a:p>
        </p:txBody>
      </p:sp>
      <p:pic>
        <p:nvPicPr>
          <p:cNvPr id="7" name="Picture 6">
            <a:extLst>
              <a:ext uri="{FF2B5EF4-FFF2-40B4-BE49-F238E27FC236}">
                <a16:creationId xmlns:a16="http://schemas.microsoft.com/office/drawing/2014/main" id="{3B90DC22-6897-3DF2-34D9-8010EBBE8555}"/>
              </a:ext>
            </a:extLst>
          </p:cNvPr>
          <p:cNvPicPr>
            <a:picLocks noChangeAspect="1"/>
          </p:cNvPicPr>
          <p:nvPr/>
        </p:nvPicPr>
        <p:blipFill>
          <a:blip r:embed="rId4"/>
          <a:stretch>
            <a:fillRect/>
          </a:stretch>
        </p:blipFill>
        <p:spPr>
          <a:xfrm>
            <a:off x="2297525" y="2766252"/>
            <a:ext cx="7274219" cy="4091748"/>
          </a:xfrm>
          <a:prstGeom prst="rect">
            <a:avLst/>
          </a:prstGeom>
        </p:spPr>
      </p:pic>
    </p:spTree>
    <p:custDataLst>
      <p:tags r:id="rId1"/>
    </p:custDataLst>
    <p:extLst>
      <p:ext uri="{BB962C8B-B14F-4D97-AF65-F5344CB8AC3E}">
        <p14:creationId xmlns:p14="http://schemas.microsoft.com/office/powerpoint/2010/main" val="1670777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6E758-E6B4-D539-926C-AC63D91C69E9}"/>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82CB437-9068-081E-8C34-522BC6A7B58D}"/>
              </a:ext>
            </a:extLst>
          </p:cNvPr>
          <p:cNvSpPr>
            <a:spLocks noGrp="1"/>
          </p:cNvSpPr>
          <p:nvPr>
            <p:ph type="sldNum" sz="quarter" idx="13"/>
          </p:nvPr>
        </p:nvSpPr>
        <p:spPr/>
        <p:txBody>
          <a:bodyPr/>
          <a:lstStyle/>
          <a:p>
            <a:fld id="{C3C3236D-FB65-584A-8227-5A449D06E62A}" type="slidenum">
              <a:rPr lang="en-US" smtClean="0"/>
              <a:pPr/>
              <a:t>15</a:t>
            </a:fld>
            <a:endParaRPr lang="en-US"/>
          </a:p>
        </p:txBody>
      </p:sp>
      <p:sp>
        <p:nvSpPr>
          <p:cNvPr id="7" name="Footer Placeholder 6">
            <a:extLst>
              <a:ext uri="{FF2B5EF4-FFF2-40B4-BE49-F238E27FC236}">
                <a16:creationId xmlns:a16="http://schemas.microsoft.com/office/drawing/2014/main" id="{5877DA64-F8CF-3EC1-845E-5880F8AAD1CC}"/>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A4870C6B-11F9-5D66-48E5-6C00896DFD96}"/>
              </a:ext>
            </a:extLst>
          </p:cNvPr>
          <p:cNvSpPr>
            <a:spLocks noGrp="1"/>
          </p:cNvSpPr>
          <p:nvPr>
            <p:ph type="title"/>
          </p:nvPr>
        </p:nvSpPr>
        <p:spPr>
          <a:xfrm>
            <a:off x="457200" y="365760"/>
            <a:ext cx="11247120" cy="822960"/>
          </a:xfrm>
        </p:spPr>
        <p:txBody>
          <a:bodyPr>
            <a:normAutofit/>
          </a:bodyPr>
          <a:lstStyle/>
          <a:p>
            <a:r>
              <a:rPr lang="en-US" sz="3400"/>
              <a:t>Take the starter project home</a:t>
            </a:r>
            <a:endParaRPr lang="en-CA" sz="3400"/>
          </a:p>
        </p:txBody>
      </p:sp>
      <p:sp>
        <p:nvSpPr>
          <p:cNvPr id="14" name="What is inside">
            <a:extLst>
              <a:ext uri="{FF2B5EF4-FFF2-40B4-BE49-F238E27FC236}">
                <a16:creationId xmlns:a16="http://schemas.microsoft.com/office/drawing/2014/main" id="{84916B28-34BE-0306-E225-3CAC3725BF90}"/>
              </a:ext>
            </a:extLst>
          </p:cNvPr>
          <p:cNvSpPr txBox="1"/>
          <p:nvPr/>
        </p:nvSpPr>
        <p:spPr>
          <a:xfrm>
            <a:off x="457200" y="1325880"/>
            <a:ext cx="7955280" cy="2971800"/>
          </a:xfrm>
          <a:prstGeom prst="rect">
            <a:avLst/>
          </a:prstGeom>
          <a:noFill/>
        </p:spPr>
        <p:txBody>
          <a:bodyPr vert="horz" wrap="square" rtlCol="0">
            <a:noAutofit/>
          </a:bodyPr>
          <a:lstStyle/>
          <a:p>
            <a:pPr marL="203200" indent="-203200">
              <a:spcAft>
                <a:spcPts val="600"/>
              </a:spcAft>
            </a:pPr>
            <a:r>
              <a:rPr lang="en-US" sz="2000" b="1">
                <a:solidFill>
                  <a:srgbClr val="000000"/>
                </a:solidFill>
              </a:rPr>
              <a:t>What is inside</a:t>
            </a:r>
          </a:p>
          <a:p>
            <a:pPr marL="342900" indent="-342900">
              <a:spcAft>
                <a:spcPts val="600"/>
              </a:spcAft>
              <a:buFont typeface="+mj-lt"/>
              <a:buChar char="•"/>
            </a:pPr>
            <a:r>
              <a:rPr lang="en-US" sz="1600" b="1">
                <a:solidFill>
                  <a:srgbClr val="000000"/>
                </a:solidFill>
              </a:rPr>
              <a:t>Starter app:</a:t>
            </a:r>
            <a:r>
              <a:rPr lang="en-US" sz="1600">
                <a:solidFill>
                  <a:srgbClr val="000000"/>
                </a:solidFill>
              </a:rPr>
              <a:t> a .NET command-line tool that signs in and calls the Tax, Client and Staff services.</a:t>
            </a:r>
          </a:p>
          <a:p>
            <a:pPr marL="342900" indent="-342900">
              <a:spcAft>
                <a:spcPts val="600"/>
              </a:spcAft>
              <a:buFont typeface="+mj-lt"/>
              <a:buChar char="•"/>
            </a:pPr>
            <a:r>
              <a:rPr lang="en-US" sz="1600" b="1">
                <a:solidFill>
                  <a:srgbClr val="000000"/>
                </a:solidFill>
              </a:rPr>
              <a:t>API definitions:</a:t>
            </a:r>
            <a:r>
              <a:rPr lang="en-US" sz="1600">
                <a:solidFill>
                  <a:srgbClr val="000000"/>
                </a:solidFill>
              </a:rPr>
              <a:t> the OpenAPI files GitHub Copilot reads before writing any call.</a:t>
            </a:r>
          </a:p>
          <a:p>
            <a:pPr marL="342900" indent="-342900">
              <a:spcAft>
                <a:spcPts val="600"/>
              </a:spcAft>
              <a:buFont typeface="+mj-lt"/>
              <a:buChar char="•"/>
            </a:pPr>
            <a:r>
              <a:rPr lang="en-US" sz="1600" b="1">
                <a:solidFill>
                  <a:srgbClr val="000000"/>
                </a:solidFill>
              </a:rPr>
              <a:t>Agent guidance:</a:t>
            </a:r>
            <a:r>
              <a:rPr lang="en-US" sz="1600">
                <a:solidFill>
                  <a:srgbClr val="000000"/>
                </a:solidFill>
              </a:rPr>
              <a:t> AGENTS.md and a Copilot skill for adding new API actions.</a:t>
            </a:r>
          </a:p>
          <a:p>
            <a:pPr marL="342900" indent="-342900">
              <a:spcAft>
                <a:spcPts val="600"/>
              </a:spcAft>
              <a:buFont typeface="+mj-lt"/>
              <a:buChar char="•"/>
            </a:pPr>
            <a:r>
              <a:rPr lang="en-US" sz="1600" b="1">
                <a:solidFill>
                  <a:srgbClr val="000000"/>
                </a:solidFill>
              </a:rPr>
              <a:t>Lab guide:</a:t>
            </a:r>
            <a:r>
              <a:rPr lang="en-US" sz="1600">
                <a:solidFill>
                  <a:srgbClr val="000000"/>
                </a:solidFill>
              </a:rPr>
              <a:t> 50 minutes in GitHub Codespaces, from client search to an Excel export.</a:t>
            </a:r>
            <a:endParaRPr lang="en-CA" sz="1600">
              <a:solidFill>
                <a:srgbClr val="000000"/>
              </a:solidFill>
            </a:endParaRPr>
          </a:p>
        </p:txBody>
      </p:sp>
      <p:sp>
        <p:nvSpPr>
          <p:cNvPr id="15" name="How to start">
            <a:extLst>
              <a:ext uri="{FF2B5EF4-FFF2-40B4-BE49-F238E27FC236}">
                <a16:creationId xmlns:a16="http://schemas.microsoft.com/office/drawing/2014/main" id="{C4843634-EC04-2271-83F8-C35010C81C4D}"/>
              </a:ext>
            </a:extLst>
          </p:cNvPr>
          <p:cNvSpPr txBox="1"/>
          <p:nvPr/>
        </p:nvSpPr>
        <p:spPr>
          <a:xfrm>
            <a:off x="457200" y="4389120"/>
            <a:ext cx="7955280" cy="1600200"/>
          </a:xfrm>
          <a:prstGeom prst="rect">
            <a:avLst/>
          </a:prstGeom>
          <a:noFill/>
        </p:spPr>
        <p:txBody>
          <a:bodyPr vert="horz" wrap="square" rtlCol="0">
            <a:noAutofit/>
          </a:bodyPr>
          <a:lstStyle/>
          <a:p>
            <a:pPr>
              <a:spcAft>
                <a:spcPts val="600"/>
              </a:spcAft>
            </a:pPr>
            <a:r>
              <a:rPr lang="en-US" sz="2000" b="1">
                <a:solidFill>
                  <a:srgbClr val="000000"/>
                </a:solidFill>
              </a:rPr>
              <a:t>How to start</a:t>
            </a:r>
          </a:p>
          <a:p>
            <a:pPr>
              <a:spcAft>
                <a:spcPts val="600"/>
              </a:spcAft>
            </a:pPr>
            <a:r>
              <a:rPr lang="en-US" sz="1600">
                <a:solidFill>
                  <a:srgbClr val="000000"/>
                </a:solidFill>
              </a:rPr>
              <a:t>1. Open it in GitHub Codespaces in your browser, or clone it.</a:t>
            </a:r>
          </a:p>
          <a:p>
            <a:pPr>
              <a:spcAft>
                <a:spcPts val="600"/>
              </a:spcAft>
            </a:pPr>
            <a:r>
              <a:rPr lang="en-US" sz="1600">
                <a:solidFill>
                  <a:srgbClr val="000000"/>
                </a:solidFill>
              </a:rPr>
              <a:t>2. Copy env.template to .env and add your Developer Portal credentials.</a:t>
            </a:r>
          </a:p>
          <a:p>
            <a:pPr>
              <a:spcAft>
                <a:spcPts val="600"/>
              </a:spcAft>
            </a:pPr>
            <a:r>
              <a:rPr lang="en-US" sz="1600">
                <a:solidFill>
                  <a:srgbClr val="000000"/>
                </a:solidFill>
              </a:rPr>
              <a:t>3. Ask GitHub Copilot for the workflow you want.</a:t>
            </a:r>
            <a:endParaRPr lang="en-CA" sz="1600">
              <a:solidFill>
                <a:srgbClr val="000000"/>
              </a:solidFill>
            </a:endParaRPr>
          </a:p>
        </p:txBody>
      </p:sp>
      <p:pic>
        <p:nvPicPr>
          <p:cNvPr id="16" name="QR code: wk-tax-api repository" descr="QR code linking to the wk-tax-api repository on GitHub.">
            <a:extLst>
              <a:ext uri="{FF2B5EF4-FFF2-40B4-BE49-F238E27FC236}">
                <a16:creationId xmlns:a16="http://schemas.microsoft.com/office/drawing/2014/main" id="{A26E5ADC-1D0E-9CDA-F4CF-B43491280F8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915400" y="1463040"/>
            <a:ext cx="2651760" cy="2651760"/>
          </a:xfrm>
          <a:prstGeom prst="rect">
            <a:avLst/>
          </a:prstGeom>
        </p:spPr>
      </p:pic>
      <p:sp>
        <p:nvSpPr>
          <p:cNvPr id="17" name="Repository link">
            <a:extLst>
              <a:ext uri="{FF2B5EF4-FFF2-40B4-BE49-F238E27FC236}">
                <a16:creationId xmlns:a16="http://schemas.microsoft.com/office/drawing/2014/main" id="{AE20CF1E-B767-3CF1-14A1-015C3AF4CE8A}"/>
              </a:ext>
            </a:extLst>
          </p:cNvPr>
          <p:cNvSpPr txBox="1"/>
          <p:nvPr/>
        </p:nvSpPr>
        <p:spPr>
          <a:xfrm>
            <a:off x="8412480" y="4206240"/>
            <a:ext cx="3657600" cy="1097280"/>
          </a:xfrm>
          <a:prstGeom prst="rect">
            <a:avLst/>
          </a:prstGeom>
          <a:noFill/>
        </p:spPr>
        <p:txBody>
          <a:bodyPr vert="horz" wrap="square" rtlCol="0">
            <a:noAutofit/>
          </a:bodyPr>
          <a:lstStyle/>
          <a:p>
            <a:pPr algn="ctr">
              <a:spcAft>
                <a:spcPts val="600"/>
              </a:spcAft>
            </a:pPr>
            <a:r>
              <a:rPr lang="en-CA" sz="1600" b="1">
                <a:solidFill>
                  <a:srgbClr val="000000"/>
                </a:solidFill>
              </a:rPr>
              <a:t>github.com/nathandyck/wk-tax-api</a:t>
            </a:r>
          </a:p>
          <a:p>
            <a:pPr algn="ctr">
              <a:spcAft>
                <a:spcPts val="600"/>
              </a:spcAft>
            </a:pPr>
            <a:r>
              <a:rPr lang="en-CA" sz="1300">
                <a:solidFill>
                  <a:srgbClr val="000000"/>
                </a:solidFill>
              </a:rPr>
              <a:t>Public, Apache 2.0 licensed</a:t>
            </a:r>
          </a:p>
        </p:txBody>
      </p:sp>
      <p:sp>
        <p:nvSpPr>
          <p:cNvPr id="18" name="Footnote">
            <a:extLst>
              <a:ext uri="{FF2B5EF4-FFF2-40B4-BE49-F238E27FC236}">
                <a16:creationId xmlns:a16="http://schemas.microsoft.com/office/drawing/2014/main" id="{413B4A10-73A1-838F-1996-F27C9CCDDD08}"/>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US" sz="1200">
                <a:solidFill>
                  <a:srgbClr val="000000"/>
                </a:solidFill>
              </a:rPr>
              <a:t>Never commit .env. Running against your own firm needs your own CCH Axcess API access.</a:t>
            </a:r>
            <a:endParaRPr lang="en-CA" sz="1200">
              <a:solidFill>
                <a:srgbClr val="000000"/>
              </a:solidFill>
            </a:endParaRPr>
          </a:p>
        </p:txBody>
      </p:sp>
    </p:spTree>
    <p:custDataLst>
      <p:tags r:id="rId1"/>
    </p:custDataLst>
    <p:extLst>
      <p:ext uri="{BB962C8B-B14F-4D97-AF65-F5344CB8AC3E}">
        <p14:creationId xmlns:p14="http://schemas.microsoft.com/office/powerpoint/2010/main" val="40312160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20992-FD5D-D078-F824-37BA2FBFDC2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990BD12-2DF5-712D-B99B-8225F6BB53C9}"/>
              </a:ext>
            </a:extLst>
          </p:cNvPr>
          <p:cNvSpPr>
            <a:spLocks noGrp="1"/>
          </p:cNvSpPr>
          <p:nvPr>
            <p:ph type="sldNum" sz="quarter" idx="13"/>
          </p:nvPr>
        </p:nvSpPr>
        <p:spPr/>
        <p:txBody>
          <a:bodyPr/>
          <a:lstStyle/>
          <a:p>
            <a:fld id="{C3C3236D-FB65-584A-8227-5A449D06E62A}" type="slidenum">
              <a:rPr lang="en-US" smtClean="0"/>
              <a:pPr/>
              <a:t>16</a:t>
            </a:fld>
            <a:endParaRPr lang="en-US"/>
          </a:p>
        </p:txBody>
      </p:sp>
      <p:sp>
        <p:nvSpPr>
          <p:cNvPr id="3" name="Footer Placeholder 2">
            <a:extLst>
              <a:ext uri="{FF2B5EF4-FFF2-40B4-BE49-F238E27FC236}">
                <a16:creationId xmlns:a16="http://schemas.microsoft.com/office/drawing/2014/main" id="{36A80F56-3BE6-C2FA-CA37-55A35759C7E3}"/>
              </a:ext>
            </a:extLst>
          </p:cNvPr>
          <p:cNvSpPr>
            <a:spLocks noGrp="1"/>
          </p:cNvSpPr>
          <p:nvPr>
            <p:ph type="ftr" sz="quarter" idx="18"/>
          </p:nvPr>
        </p:nvSpPr>
        <p:spPr/>
        <p:txBody>
          <a:bodyPr/>
          <a:lstStyle/>
          <a:p>
            <a:r>
              <a:rPr lang="en-US"/>
              <a:t>#CCHConnections</a:t>
            </a:r>
            <a:endParaRPr lang="en-US" dirty="0"/>
          </a:p>
        </p:txBody>
      </p:sp>
      <p:sp>
        <p:nvSpPr>
          <p:cNvPr id="8" name="Rectangle: Rounded Corners 7">
            <a:extLst>
              <a:ext uri="{FF2B5EF4-FFF2-40B4-BE49-F238E27FC236}">
                <a16:creationId xmlns:a16="http://schemas.microsoft.com/office/drawing/2014/main" id="{A98DB5C6-B2D8-6A3B-E31C-3D26B1B8ADFE}"/>
              </a:ext>
              <a:ext uri="{C183D7F6-B498-43B3-948B-1728B52AA6E4}">
                <adec:decorative xmlns:adec="http://schemas.microsoft.com/office/drawing/2017/decorative" val="1"/>
              </a:ext>
            </a:extLst>
          </p:cNvPr>
          <p:cNvSpPr/>
          <p:nvPr/>
        </p:nvSpPr>
        <p:spPr bwMode="auto">
          <a:xfrm>
            <a:off x="673100" y="2669511"/>
            <a:ext cx="10845800" cy="2888872"/>
          </a:xfrm>
          <a:prstGeom prst="roundRect">
            <a:avLst>
              <a:gd name="adj" fmla="val 8606"/>
            </a:avLst>
          </a:prstGeom>
          <a:solidFill>
            <a:srgbClr val="0D2B3D"/>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ts val="600"/>
              </a:spcAft>
              <a:buClrTx/>
              <a:buSzTx/>
              <a:buFontTx/>
              <a:buNone/>
              <a:tabLst/>
              <a:defRPr/>
            </a:pPr>
            <a:endParaRPr kumimoji="0" lang="en-IN" sz="1800" b="0" i="0" u="none" strike="noStrike" kern="1200" cap="none" spc="0" normalizeH="0" baseline="0" noProof="0" err="1">
              <a:ln>
                <a:noFill/>
              </a:ln>
              <a:solidFill>
                <a:srgbClr val="FFFFFF"/>
              </a:solidFill>
              <a:effectLst/>
              <a:uLnTx/>
              <a:uFillTx/>
              <a:latin typeface="Segoe Sans Display"/>
              <a:ea typeface="+mn-ea"/>
              <a:cs typeface="+mn-cs"/>
            </a:endParaRPr>
          </a:p>
        </p:txBody>
      </p:sp>
      <p:sp>
        <p:nvSpPr>
          <p:cNvPr id="9" name="Rectangle: Rounded Corners 8">
            <a:extLst>
              <a:ext uri="{FF2B5EF4-FFF2-40B4-BE49-F238E27FC236}">
                <a16:creationId xmlns:a16="http://schemas.microsoft.com/office/drawing/2014/main" id="{C5BB7F87-C926-F04E-976E-14D6BD6F6976}"/>
              </a:ext>
              <a:ext uri="{C183D7F6-B498-43B3-948B-1728B52AA6E4}">
                <adec:decorative xmlns:adec="http://schemas.microsoft.com/office/drawing/2017/decorative" val="1"/>
              </a:ext>
            </a:extLst>
          </p:cNvPr>
          <p:cNvSpPr>
            <a:spLocks/>
          </p:cNvSpPr>
          <p:nvPr/>
        </p:nvSpPr>
        <p:spPr bwMode="auto">
          <a:xfrm>
            <a:off x="816075" y="2813075"/>
            <a:ext cx="2537446" cy="2581908"/>
          </a:xfrm>
          <a:prstGeom prst="roundRect">
            <a:avLst>
              <a:gd name="adj" fmla="val 6403"/>
            </a:avLst>
          </a:prstGeom>
          <a:solidFill>
            <a:srgbClr val="06162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27"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IN" sz="1000" b="0" i="0" u="none" strike="noStrike" kern="1200" cap="none" spc="0" normalizeH="0" baseline="0" noProof="0" err="1">
              <a:ln>
                <a:noFill/>
              </a:ln>
              <a:solidFill>
                <a:srgbClr val="FFFFFF"/>
              </a:solidFill>
              <a:effectLst/>
              <a:uLnTx/>
              <a:uFillTx/>
              <a:latin typeface="Segoe Sans Display Semibold"/>
              <a:ea typeface="+mn-ea"/>
              <a:cs typeface="+mn-cs"/>
            </a:endParaRPr>
          </a:p>
        </p:txBody>
      </p:sp>
      <p:sp>
        <p:nvSpPr>
          <p:cNvPr id="10" name="Rectangle: Rounded Corners 9">
            <a:extLst>
              <a:ext uri="{FF2B5EF4-FFF2-40B4-BE49-F238E27FC236}">
                <a16:creationId xmlns:a16="http://schemas.microsoft.com/office/drawing/2014/main" id="{89EBA189-6C3C-2B2C-E1F0-BD78BAAE7F77}"/>
              </a:ext>
              <a:ext uri="{C183D7F6-B498-43B3-948B-1728B52AA6E4}">
                <adec:decorative xmlns:adec="http://schemas.microsoft.com/office/drawing/2017/decorative" val="1"/>
              </a:ext>
            </a:extLst>
          </p:cNvPr>
          <p:cNvSpPr>
            <a:spLocks/>
          </p:cNvSpPr>
          <p:nvPr/>
        </p:nvSpPr>
        <p:spPr bwMode="auto">
          <a:xfrm>
            <a:off x="3490339" y="2835762"/>
            <a:ext cx="2537446" cy="2581908"/>
          </a:xfrm>
          <a:prstGeom prst="roundRect">
            <a:avLst>
              <a:gd name="adj" fmla="val 6400"/>
            </a:avLst>
          </a:prstGeom>
          <a:solidFill>
            <a:srgbClr val="06162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27"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IN" sz="1000" b="0" i="0" u="none" strike="noStrike" kern="1200" cap="none" spc="0" normalizeH="0" baseline="0" noProof="0" err="1">
              <a:ln>
                <a:noFill/>
              </a:ln>
              <a:solidFill>
                <a:srgbClr val="FFFFFF"/>
              </a:solidFill>
              <a:effectLst/>
              <a:uLnTx/>
              <a:uFillTx/>
              <a:latin typeface="Segoe Sans Display Semibold"/>
              <a:ea typeface="+mn-ea"/>
              <a:cs typeface="+mn-cs"/>
            </a:endParaRPr>
          </a:p>
        </p:txBody>
      </p:sp>
      <p:sp>
        <p:nvSpPr>
          <p:cNvPr id="11" name="Rectangle: Rounded Corners 10">
            <a:extLst>
              <a:ext uri="{FF2B5EF4-FFF2-40B4-BE49-F238E27FC236}">
                <a16:creationId xmlns:a16="http://schemas.microsoft.com/office/drawing/2014/main" id="{BC2B9403-585D-A14A-FE3C-10DE1D0D7997}"/>
              </a:ext>
              <a:ext uri="{C183D7F6-B498-43B3-948B-1728B52AA6E4}">
                <adec:decorative xmlns:adec="http://schemas.microsoft.com/office/drawing/2017/decorative" val="1"/>
              </a:ext>
            </a:extLst>
          </p:cNvPr>
          <p:cNvSpPr>
            <a:spLocks/>
          </p:cNvSpPr>
          <p:nvPr/>
        </p:nvSpPr>
        <p:spPr bwMode="auto">
          <a:xfrm>
            <a:off x="6161938" y="2813075"/>
            <a:ext cx="2537446" cy="2581908"/>
          </a:xfrm>
          <a:prstGeom prst="roundRect">
            <a:avLst>
              <a:gd name="adj" fmla="val 6400"/>
            </a:avLst>
          </a:prstGeom>
          <a:solidFill>
            <a:srgbClr val="06162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27"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IN" sz="1000" b="0" i="0" u="none" strike="noStrike" kern="1200" cap="none" spc="0" normalizeH="0" baseline="0" noProof="0" err="1">
              <a:ln>
                <a:noFill/>
              </a:ln>
              <a:solidFill>
                <a:srgbClr val="FFFFFF"/>
              </a:solidFill>
              <a:effectLst/>
              <a:uLnTx/>
              <a:uFillTx/>
              <a:latin typeface="Segoe Sans Display Semibold"/>
              <a:ea typeface="+mn-ea"/>
              <a:cs typeface="+mn-cs"/>
            </a:endParaRPr>
          </a:p>
        </p:txBody>
      </p:sp>
      <p:sp>
        <p:nvSpPr>
          <p:cNvPr id="12" name="Rectangle: Rounded Corners 11">
            <a:extLst>
              <a:ext uri="{FF2B5EF4-FFF2-40B4-BE49-F238E27FC236}">
                <a16:creationId xmlns:a16="http://schemas.microsoft.com/office/drawing/2014/main" id="{A2650983-712B-698A-219C-1C957089516B}"/>
              </a:ext>
              <a:ext uri="{C183D7F6-B498-43B3-948B-1728B52AA6E4}">
                <adec:decorative xmlns:adec="http://schemas.microsoft.com/office/drawing/2017/decorative" val="1"/>
              </a:ext>
            </a:extLst>
          </p:cNvPr>
          <p:cNvSpPr>
            <a:spLocks/>
          </p:cNvSpPr>
          <p:nvPr/>
        </p:nvSpPr>
        <p:spPr bwMode="auto">
          <a:xfrm>
            <a:off x="8836953" y="2813075"/>
            <a:ext cx="2537446" cy="2581908"/>
          </a:xfrm>
          <a:prstGeom prst="roundRect">
            <a:avLst>
              <a:gd name="adj" fmla="val 6400"/>
            </a:avLst>
          </a:prstGeom>
          <a:solidFill>
            <a:srgbClr val="06162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27"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IN" sz="1000" b="0" i="0" u="none" strike="noStrike" kern="1200" cap="none" spc="0" normalizeH="0" baseline="0" noProof="0" err="1">
              <a:ln>
                <a:noFill/>
              </a:ln>
              <a:solidFill>
                <a:srgbClr val="FFFFFF"/>
              </a:solidFill>
              <a:effectLst/>
              <a:uLnTx/>
              <a:uFillTx/>
              <a:latin typeface="Segoe Sans Display Semibold"/>
              <a:ea typeface="+mn-ea"/>
              <a:cs typeface="+mn-cs"/>
            </a:endParaRPr>
          </a:p>
        </p:txBody>
      </p:sp>
      <p:sp>
        <p:nvSpPr>
          <p:cNvPr id="13" name="Rectangle: Rounded Corners 12">
            <a:extLst>
              <a:ext uri="{FF2B5EF4-FFF2-40B4-BE49-F238E27FC236}">
                <a16:creationId xmlns:a16="http://schemas.microsoft.com/office/drawing/2014/main" id="{AD60D663-65E8-766C-3F0B-F3994AB24E83}"/>
              </a:ext>
              <a:ext uri="{C183D7F6-B498-43B3-948B-1728B52AA6E4}">
                <adec:decorative xmlns:adec="http://schemas.microsoft.com/office/drawing/2017/decorative" val="1"/>
              </a:ext>
            </a:extLst>
          </p:cNvPr>
          <p:cNvSpPr/>
          <p:nvPr/>
        </p:nvSpPr>
        <p:spPr bwMode="auto">
          <a:xfrm>
            <a:off x="1770899" y="5533225"/>
            <a:ext cx="627798" cy="50316"/>
          </a:xfrm>
          <a:prstGeom prst="roundRect">
            <a:avLst>
              <a:gd name="adj" fmla="val 50000"/>
            </a:avLst>
          </a:prstGeom>
          <a:gradFill flip="none" rotWithShape="1">
            <a:gsLst>
              <a:gs pos="0">
                <a:srgbClr val="C03BC4"/>
              </a:gs>
              <a:gs pos="80000">
                <a:srgbClr val="0078D4"/>
              </a:gs>
            </a:gsLst>
            <a:path path="circle">
              <a:fillToRect l="100000" t="100000"/>
            </a:path>
            <a:tileRect r="-100000" b="-100000"/>
          </a:gradFill>
          <a:ln w="44450" cap="rnd">
            <a:no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18288" rIns="0" bIns="45720" numCol="1" spcCol="0" rtlCol="0" fromWordArt="0" anchor="ctr" anchorCtr="0" forceAA="0" compatLnSpc="1">
            <a:prstTxWarp prst="textNoShape">
              <a:avLst/>
            </a:prstTxWarp>
            <a:noAutofit/>
          </a:bodyPr>
          <a:lstStyle/>
          <a:p>
            <a:pPr marL="0" marR="0" lvl="0" indent="0" algn="ctr" defTabSz="491021" rtl="0" eaLnBrk="1" fontAlgn="base" latinLnBrk="0" hangingPunct="1">
              <a:lnSpc>
                <a:spcPct val="100000"/>
              </a:lnSpc>
              <a:spcBef>
                <a:spcPct val="0"/>
              </a:spcBef>
              <a:spcAft>
                <a:spcPct val="0"/>
              </a:spcAft>
              <a:buClrTx/>
              <a:buSzTx/>
              <a:buFontTx/>
              <a:buNone/>
              <a:tabLst/>
              <a:defRPr/>
            </a:pPr>
            <a:endParaRPr kumimoji="0" lang="en-IN" sz="1400" b="0" i="0" u="none" strike="noStrike" kern="1200" cap="none" spc="0" normalizeH="0" baseline="0" noProof="0" err="1">
              <a:ln>
                <a:noFill/>
              </a:ln>
              <a:gradFill>
                <a:gsLst>
                  <a:gs pos="2290">
                    <a:srgbClr val="FFFFFF"/>
                  </a:gs>
                  <a:gs pos="14504">
                    <a:srgbClr val="FFFFFF"/>
                  </a:gs>
                </a:gsLst>
                <a:path path="circle">
                  <a:fillToRect l="100000" t="100000"/>
                </a:path>
              </a:gradFill>
              <a:effectLst/>
              <a:uLnTx/>
              <a:uFillTx/>
              <a:latin typeface="Segoe Sans Display Semibold"/>
              <a:ea typeface="Open Sans" panose="020B0606030504020204" pitchFamily="34" charset="0"/>
              <a:cs typeface="Open Sans" panose="020B0606030504020204" pitchFamily="34" charset="0"/>
            </a:endParaRPr>
          </a:p>
        </p:txBody>
      </p:sp>
      <p:sp>
        <p:nvSpPr>
          <p:cNvPr id="14" name="Rectangle: Rounded Corners 13">
            <a:extLst>
              <a:ext uri="{FF2B5EF4-FFF2-40B4-BE49-F238E27FC236}">
                <a16:creationId xmlns:a16="http://schemas.microsoft.com/office/drawing/2014/main" id="{FB5CB2A9-34A7-B764-AF47-58BCEFB982FF}"/>
              </a:ext>
              <a:ext uri="{C183D7F6-B498-43B3-948B-1728B52AA6E4}">
                <adec:decorative xmlns:adec="http://schemas.microsoft.com/office/drawing/2017/decorative" val="1"/>
              </a:ext>
            </a:extLst>
          </p:cNvPr>
          <p:cNvSpPr>
            <a:spLocks/>
          </p:cNvSpPr>
          <p:nvPr/>
        </p:nvSpPr>
        <p:spPr bwMode="auto">
          <a:xfrm>
            <a:off x="4445163" y="5533225"/>
            <a:ext cx="627798" cy="50316"/>
          </a:xfrm>
          <a:prstGeom prst="roundRect">
            <a:avLst>
              <a:gd name="adj" fmla="val 50000"/>
            </a:avLst>
          </a:prstGeom>
          <a:gradFill flip="none" rotWithShape="1">
            <a:gsLst>
              <a:gs pos="0">
                <a:srgbClr val="C03BC4"/>
              </a:gs>
              <a:gs pos="80000">
                <a:srgbClr val="0078D4"/>
              </a:gs>
            </a:gsLst>
            <a:path path="circle">
              <a:fillToRect l="100000" t="100000"/>
            </a:path>
            <a:tileRect r="-100000" b="-100000"/>
          </a:gradFill>
          <a:ln w="44450" cap="rnd">
            <a:no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18288" rIns="0" bIns="45720" numCol="1" spcCol="0" rtlCol="0" fromWordArt="0" anchor="ctr" anchorCtr="0" forceAA="0" compatLnSpc="1">
            <a:prstTxWarp prst="textNoShape">
              <a:avLst/>
            </a:prstTxWarp>
            <a:noAutofit/>
          </a:bodyPr>
          <a:lstStyle/>
          <a:p>
            <a:pPr marL="0" marR="0" lvl="0" indent="0" algn="ctr" defTabSz="491021" rtl="0" eaLnBrk="1" fontAlgn="base" latinLnBrk="0" hangingPunct="1">
              <a:lnSpc>
                <a:spcPct val="100000"/>
              </a:lnSpc>
              <a:spcBef>
                <a:spcPct val="0"/>
              </a:spcBef>
              <a:spcAft>
                <a:spcPct val="0"/>
              </a:spcAft>
              <a:buClrTx/>
              <a:buSzTx/>
              <a:buFontTx/>
              <a:buNone/>
              <a:tabLst/>
              <a:defRPr/>
            </a:pPr>
            <a:endParaRPr kumimoji="0" lang="en-IN" sz="1400" b="0" i="0" u="none" strike="noStrike" kern="1200" cap="none" spc="0" normalizeH="0" baseline="0" noProof="0" err="1">
              <a:ln>
                <a:noFill/>
              </a:ln>
              <a:gradFill>
                <a:gsLst>
                  <a:gs pos="2290">
                    <a:srgbClr val="FFFFFF"/>
                  </a:gs>
                  <a:gs pos="14504">
                    <a:srgbClr val="FFFFFF"/>
                  </a:gs>
                </a:gsLst>
                <a:path path="circle">
                  <a:fillToRect l="100000" t="100000"/>
                </a:path>
              </a:gradFill>
              <a:effectLst/>
              <a:uLnTx/>
              <a:uFillTx/>
              <a:latin typeface="Segoe Sans Display Semibold"/>
              <a:ea typeface="Open Sans" panose="020B0606030504020204" pitchFamily="34" charset="0"/>
              <a:cs typeface="Open Sans" panose="020B0606030504020204" pitchFamily="34" charset="0"/>
            </a:endParaRPr>
          </a:p>
        </p:txBody>
      </p:sp>
      <p:sp>
        <p:nvSpPr>
          <p:cNvPr id="15" name="Rectangle: Rounded Corners 14">
            <a:extLst>
              <a:ext uri="{FF2B5EF4-FFF2-40B4-BE49-F238E27FC236}">
                <a16:creationId xmlns:a16="http://schemas.microsoft.com/office/drawing/2014/main" id="{9331B169-17CF-ED1D-DB65-CEDC98913963}"/>
              </a:ext>
              <a:ext uri="{C183D7F6-B498-43B3-948B-1728B52AA6E4}">
                <adec:decorative xmlns:adec="http://schemas.microsoft.com/office/drawing/2017/decorative" val="1"/>
              </a:ext>
            </a:extLst>
          </p:cNvPr>
          <p:cNvSpPr>
            <a:spLocks/>
          </p:cNvSpPr>
          <p:nvPr/>
        </p:nvSpPr>
        <p:spPr bwMode="auto">
          <a:xfrm>
            <a:off x="7116763" y="5533225"/>
            <a:ext cx="627798" cy="50316"/>
          </a:xfrm>
          <a:prstGeom prst="roundRect">
            <a:avLst>
              <a:gd name="adj" fmla="val 50000"/>
            </a:avLst>
          </a:prstGeom>
          <a:gradFill flip="none" rotWithShape="1">
            <a:gsLst>
              <a:gs pos="0">
                <a:srgbClr val="C03BC4"/>
              </a:gs>
              <a:gs pos="80000">
                <a:srgbClr val="0078D4"/>
              </a:gs>
            </a:gsLst>
            <a:path path="circle">
              <a:fillToRect l="100000" t="100000"/>
            </a:path>
            <a:tileRect r="-100000" b="-100000"/>
          </a:gradFill>
          <a:ln w="44450" cap="rnd">
            <a:no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18288" rIns="0" bIns="45720" numCol="1" spcCol="0" rtlCol="0" fromWordArt="0" anchor="ctr" anchorCtr="0" forceAA="0" compatLnSpc="1">
            <a:prstTxWarp prst="textNoShape">
              <a:avLst/>
            </a:prstTxWarp>
            <a:noAutofit/>
          </a:bodyPr>
          <a:lstStyle/>
          <a:p>
            <a:pPr marL="0" marR="0" lvl="0" indent="0" algn="ctr" defTabSz="491021" rtl="0" eaLnBrk="1" fontAlgn="base" latinLnBrk="0" hangingPunct="1">
              <a:lnSpc>
                <a:spcPct val="100000"/>
              </a:lnSpc>
              <a:spcBef>
                <a:spcPct val="0"/>
              </a:spcBef>
              <a:spcAft>
                <a:spcPct val="0"/>
              </a:spcAft>
              <a:buClrTx/>
              <a:buSzTx/>
              <a:buFontTx/>
              <a:buNone/>
              <a:tabLst/>
              <a:defRPr/>
            </a:pPr>
            <a:endParaRPr kumimoji="0" lang="en-IN" sz="1400" b="0" i="0" u="none" strike="noStrike" kern="1200" cap="none" spc="0" normalizeH="0" baseline="0" noProof="0" err="1">
              <a:ln>
                <a:noFill/>
              </a:ln>
              <a:gradFill>
                <a:gsLst>
                  <a:gs pos="2290">
                    <a:srgbClr val="FFFFFF"/>
                  </a:gs>
                  <a:gs pos="14504">
                    <a:srgbClr val="FFFFFF"/>
                  </a:gs>
                </a:gsLst>
                <a:path path="circle">
                  <a:fillToRect l="100000" t="100000"/>
                </a:path>
              </a:gradFill>
              <a:effectLst/>
              <a:uLnTx/>
              <a:uFillTx/>
              <a:latin typeface="Segoe Sans Display Semibold"/>
              <a:ea typeface="Open Sans" panose="020B0606030504020204" pitchFamily="34" charset="0"/>
              <a:cs typeface="Open Sans" panose="020B0606030504020204" pitchFamily="34" charset="0"/>
            </a:endParaRPr>
          </a:p>
        </p:txBody>
      </p:sp>
      <p:sp>
        <p:nvSpPr>
          <p:cNvPr id="16" name="Rectangle: Rounded Corners 15">
            <a:extLst>
              <a:ext uri="{FF2B5EF4-FFF2-40B4-BE49-F238E27FC236}">
                <a16:creationId xmlns:a16="http://schemas.microsoft.com/office/drawing/2014/main" id="{CD90E71A-0343-5775-A1D9-2E5D8DB4503F}"/>
              </a:ext>
              <a:ext uri="{C183D7F6-B498-43B3-948B-1728B52AA6E4}">
                <adec:decorative xmlns:adec="http://schemas.microsoft.com/office/drawing/2017/decorative" val="1"/>
              </a:ext>
            </a:extLst>
          </p:cNvPr>
          <p:cNvSpPr>
            <a:spLocks/>
          </p:cNvSpPr>
          <p:nvPr/>
        </p:nvSpPr>
        <p:spPr bwMode="auto">
          <a:xfrm>
            <a:off x="9791778" y="5533225"/>
            <a:ext cx="627798" cy="50316"/>
          </a:xfrm>
          <a:prstGeom prst="roundRect">
            <a:avLst>
              <a:gd name="adj" fmla="val 50000"/>
            </a:avLst>
          </a:prstGeom>
          <a:gradFill flip="none" rotWithShape="1">
            <a:gsLst>
              <a:gs pos="0">
                <a:srgbClr val="C03BC4"/>
              </a:gs>
              <a:gs pos="80000">
                <a:srgbClr val="0078D4"/>
              </a:gs>
            </a:gsLst>
            <a:path path="circle">
              <a:fillToRect l="100000" t="100000"/>
            </a:path>
            <a:tileRect r="-100000" b="-100000"/>
          </a:gradFill>
          <a:ln w="44450" cap="rnd">
            <a:no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18288" rIns="0" bIns="45720" numCol="1" spcCol="0" rtlCol="0" fromWordArt="0" anchor="ctr" anchorCtr="0" forceAA="0" compatLnSpc="1">
            <a:prstTxWarp prst="textNoShape">
              <a:avLst/>
            </a:prstTxWarp>
            <a:noAutofit/>
          </a:bodyPr>
          <a:lstStyle/>
          <a:p>
            <a:pPr marL="0" marR="0" lvl="0" indent="0" algn="ctr" defTabSz="491021" rtl="0" eaLnBrk="1" fontAlgn="base" latinLnBrk="0" hangingPunct="1">
              <a:lnSpc>
                <a:spcPct val="100000"/>
              </a:lnSpc>
              <a:spcBef>
                <a:spcPct val="0"/>
              </a:spcBef>
              <a:spcAft>
                <a:spcPct val="0"/>
              </a:spcAft>
              <a:buClrTx/>
              <a:buSzTx/>
              <a:buFontTx/>
              <a:buNone/>
              <a:tabLst/>
              <a:defRPr/>
            </a:pPr>
            <a:endParaRPr kumimoji="0" lang="en-IN" sz="1400" b="0" i="0" u="none" strike="noStrike" kern="1200" cap="none" spc="0" normalizeH="0" baseline="0" noProof="0" err="1">
              <a:ln>
                <a:noFill/>
              </a:ln>
              <a:gradFill>
                <a:gsLst>
                  <a:gs pos="2290">
                    <a:srgbClr val="FFFFFF"/>
                  </a:gs>
                  <a:gs pos="14504">
                    <a:srgbClr val="FFFFFF"/>
                  </a:gs>
                </a:gsLst>
                <a:path path="circle">
                  <a:fillToRect l="100000" t="100000"/>
                </a:path>
              </a:gradFill>
              <a:effectLst/>
              <a:uLnTx/>
              <a:uFillTx/>
              <a:latin typeface="Segoe Sans Display Semibold"/>
              <a:ea typeface="Open Sans" panose="020B0606030504020204" pitchFamily="34" charset="0"/>
              <a:cs typeface="Open Sans" panose="020B0606030504020204" pitchFamily="34" charset="0"/>
            </a:endParaRPr>
          </a:p>
        </p:txBody>
      </p:sp>
      <p:sp>
        <p:nvSpPr>
          <p:cNvPr id="17" name="Oval 16">
            <a:extLst>
              <a:ext uri="{FF2B5EF4-FFF2-40B4-BE49-F238E27FC236}">
                <a16:creationId xmlns:a16="http://schemas.microsoft.com/office/drawing/2014/main" id="{C9788A20-BE14-8B04-50D4-A3942EE2977C}"/>
              </a:ext>
              <a:ext uri="{C183D7F6-B498-43B3-948B-1728B52AA6E4}">
                <adec:decorative xmlns:adec="http://schemas.microsoft.com/office/drawing/2017/decorative" val="1"/>
              </a:ext>
            </a:extLst>
          </p:cNvPr>
          <p:cNvSpPr>
            <a:spLocks/>
          </p:cNvSpPr>
          <p:nvPr/>
        </p:nvSpPr>
        <p:spPr bwMode="auto">
          <a:xfrm>
            <a:off x="1790591" y="3225547"/>
            <a:ext cx="588413" cy="588413"/>
          </a:xfrm>
          <a:prstGeom prst="ellipse">
            <a:avLst/>
          </a:prstGeom>
          <a:gradFill flip="none" rotWithShape="1">
            <a:gsLst>
              <a:gs pos="77000">
                <a:srgbClr val="091F2C"/>
              </a:gs>
              <a:gs pos="0">
                <a:srgbClr val="253741"/>
              </a:gs>
            </a:gsLst>
            <a:path path="circle">
              <a:fillToRect l="100000" t="100000"/>
            </a:path>
            <a:tileRect r="-100000" b="-100000"/>
          </a:gradFill>
          <a:ln w="6350">
            <a:solidFill>
              <a:schemeClr val="bg1">
                <a:alpha val="25000"/>
              </a:schemeClr>
            </a:solidFill>
          </a:ln>
          <a:effectLst/>
        </p:spPr>
        <p:txBody>
          <a:bodyPr wrap="square" lIns="0" tIns="0" rIns="0" bIns="0" anchor="ctr" anchorCtr="0">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800" b="1" i="0" u="none" strike="noStrike" kern="0" cap="none" spc="0" normalizeH="0" baseline="0" noProof="0">
              <a:ln w="3175">
                <a:noFill/>
              </a:ln>
              <a:gradFill>
                <a:gsLst>
                  <a:gs pos="55747">
                    <a:srgbClr val="000000"/>
                  </a:gs>
                  <a:gs pos="37000">
                    <a:srgbClr val="000000"/>
                  </a:gs>
                </a:gsLst>
                <a:lin ang="5400000" scaled="1"/>
              </a:gradFill>
              <a:effectLst/>
              <a:uLnTx/>
              <a:uFillTx/>
              <a:latin typeface="Segoe UI Semibold"/>
              <a:ea typeface="+mn-ea"/>
              <a:cs typeface="Segoe UI" pitchFamily="34" charset="0"/>
            </a:endParaRPr>
          </a:p>
        </p:txBody>
      </p:sp>
      <p:sp>
        <p:nvSpPr>
          <p:cNvPr id="18" name="Oval 17">
            <a:extLst>
              <a:ext uri="{FF2B5EF4-FFF2-40B4-BE49-F238E27FC236}">
                <a16:creationId xmlns:a16="http://schemas.microsoft.com/office/drawing/2014/main" id="{34E4AFD0-14D0-FC23-A6CD-44CE206C9198}"/>
              </a:ext>
              <a:ext uri="{C183D7F6-B498-43B3-948B-1728B52AA6E4}">
                <adec:decorative xmlns:adec="http://schemas.microsoft.com/office/drawing/2017/decorative" val="1"/>
              </a:ext>
            </a:extLst>
          </p:cNvPr>
          <p:cNvSpPr>
            <a:spLocks/>
          </p:cNvSpPr>
          <p:nvPr/>
        </p:nvSpPr>
        <p:spPr bwMode="auto">
          <a:xfrm>
            <a:off x="7136454" y="3225547"/>
            <a:ext cx="588413" cy="588413"/>
          </a:xfrm>
          <a:prstGeom prst="ellipse">
            <a:avLst/>
          </a:prstGeom>
          <a:gradFill flip="none" rotWithShape="1">
            <a:gsLst>
              <a:gs pos="77000">
                <a:srgbClr val="091F2C"/>
              </a:gs>
              <a:gs pos="0">
                <a:srgbClr val="253741"/>
              </a:gs>
            </a:gsLst>
            <a:path path="circle">
              <a:fillToRect l="100000" t="100000"/>
            </a:path>
            <a:tileRect r="-100000" b="-100000"/>
          </a:gradFill>
          <a:ln w="6350">
            <a:solidFill>
              <a:schemeClr val="bg1">
                <a:alpha val="25000"/>
              </a:schemeClr>
            </a:solidFill>
          </a:ln>
          <a:effectLst/>
        </p:spPr>
        <p:txBody>
          <a:bodyPr wrap="square" lIns="0" tIns="0" rIns="0" bIns="0" anchor="ctr" anchorCtr="0">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800" b="1" i="0" u="none" strike="noStrike" kern="0" cap="none" spc="0" normalizeH="0" baseline="0" noProof="0" err="1">
              <a:ln w="3175">
                <a:noFill/>
              </a:ln>
              <a:gradFill>
                <a:gsLst>
                  <a:gs pos="55747">
                    <a:srgbClr val="000000"/>
                  </a:gs>
                  <a:gs pos="37000">
                    <a:srgbClr val="000000"/>
                  </a:gs>
                </a:gsLst>
                <a:lin ang="5400000" scaled="1"/>
              </a:gradFill>
              <a:effectLst/>
              <a:uLnTx/>
              <a:uFillTx/>
              <a:latin typeface="Segoe UI Semibold"/>
              <a:ea typeface="+mn-ea"/>
              <a:cs typeface="Segoe UI" pitchFamily="34" charset="0"/>
            </a:endParaRPr>
          </a:p>
        </p:txBody>
      </p:sp>
      <p:sp>
        <p:nvSpPr>
          <p:cNvPr id="19" name="Oval 18">
            <a:extLst>
              <a:ext uri="{FF2B5EF4-FFF2-40B4-BE49-F238E27FC236}">
                <a16:creationId xmlns:a16="http://schemas.microsoft.com/office/drawing/2014/main" id="{726D85BC-FB56-8005-5106-29934EAF8625}"/>
              </a:ext>
              <a:ext uri="{C183D7F6-B498-43B3-948B-1728B52AA6E4}">
                <adec:decorative xmlns:adec="http://schemas.microsoft.com/office/drawing/2017/decorative" val="1"/>
              </a:ext>
            </a:extLst>
          </p:cNvPr>
          <p:cNvSpPr>
            <a:spLocks/>
          </p:cNvSpPr>
          <p:nvPr/>
        </p:nvSpPr>
        <p:spPr bwMode="auto">
          <a:xfrm>
            <a:off x="9811469" y="3225547"/>
            <a:ext cx="588413" cy="588413"/>
          </a:xfrm>
          <a:prstGeom prst="ellipse">
            <a:avLst/>
          </a:prstGeom>
          <a:gradFill flip="none" rotWithShape="1">
            <a:gsLst>
              <a:gs pos="77000">
                <a:srgbClr val="091F2C"/>
              </a:gs>
              <a:gs pos="0">
                <a:srgbClr val="253741"/>
              </a:gs>
            </a:gsLst>
            <a:path path="circle">
              <a:fillToRect l="100000" t="100000"/>
            </a:path>
            <a:tileRect r="-100000" b="-100000"/>
          </a:gradFill>
          <a:ln w="6350">
            <a:solidFill>
              <a:schemeClr val="bg1">
                <a:alpha val="25000"/>
              </a:schemeClr>
            </a:solidFill>
          </a:ln>
          <a:effectLst/>
        </p:spPr>
        <p:txBody>
          <a:bodyPr wrap="square" lIns="0" tIns="0" rIns="0" bIns="0" anchor="ctr" anchorCtr="0">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800" b="1" i="0" u="none" strike="noStrike" kern="0" cap="none" spc="0" normalizeH="0" baseline="0" noProof="0" err="1">
              <a:ln w="3175">
                <a:noFill/>
              </a:ln>
              <a:gradFill>
                <a:gsLst>
                  <a:gs pos="55747">
                    <a:srgbClr val="000000"/>
                  </a:gs>
                  <a:gs pos="37000">
                    <a:srgbClr val="000000"/>
                  </a:gs>
                </a:gsLst>
                <a:lin ang="5400000" scaled="1"/>
              </a:gradFill>
              <a:effectLst/>
              <a:uLnTx/>
              <a:uFillTx/>
              <a:latin typeface="Segoe UI Semibold"/>
              <a:ea typeface="+mn-ea"/>
              <a:cs typeface="Segoe UI" pitchFamily="34" charset="0"/>
            </a:endParaRPr>
          </a:p>
        </p:txBody>
      </p:sp>
      <p:sp>
        <p:nvSpPr>
          <p:cNvPr id="20" name="Oval 19">
            <a:extLst>
              <a:ext uri="{FF2B5EF4-FFF2-40B4-BE49-F238E27FC236}">
                <a16:creationId xmlns:a16="http://schemas.microsoft.com/office/drawing/2014/main" id="{86D576B6-9A00-1E5D-F076-37AF592A4D05}"/>
              </a:ext>
              <a:ext uri="{C183D7F6-B498-43B3-948B-1728B52AA6E4}">
                <adec:decorative xmlns:adec="http://schemas.microsoft.com/office/drawing/2017/decorative" val="1"/>
              </a:ext>
            </a:extLst>
          </p:cNvPr>
          <p:cNvSpPr>
            <a:spLocks/>
          </p:cNvSpPr>
          <p:nvPr/>
        </p:nvSpPr>
        <p:spPr bwMode="auto">
          <a:xfrm>
            <a:off x="4464855" y="3225547"/>
            <a:ext cx="588413" cy="588413"/>
          </a:xfrm>
          <a:prstGeom prst="ellipse">
            <a:avLst/>
          </a:prstGeom>
          <a:gradFill flip="none" rotWithShape="1">
            <a:gsLst>
              <a:gs pos="77000">
                <a:srgbClr val="091F2C"/>
              </a:gs>
              <a:gs pos="0">
                <a:srgbClr val="253741"/>
              </a:gs>
            </a:gsLst>
            <a:path path="circle">
              <a:fillToRect l="100000" t="100000"/>
            </a:path>
            <a:tileRect r="-100000" b="-100000"/>
          </a:gradFill>
          <a:ln w="6350">
            <a:solidFill>
              <a:schemeClr val="bg1">
                <a:alpha val="25000"/>
              </a:schemeClr>
            </a:solidFill>
          </a:ln>
          <a:effectLst/>
        </p:spPr>
        <p:txBody>
          <a:bodyPr wrap="square" lIns="0" tIns="0" rIns="0" bIns="0" anchor="ctr" anchorCtr="0">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800" b="1" i="0" u="none" strike="noStrike" kern="0" cap="none" spc="0" normalizeH="0" baseline="0" noProof="0" err="1">
              <a:ln w="3175">
                <a:noFill/>
              </a:ln>
              <a:gradFill>
                <a:gsLst>
                  <a:gs pos="55747">
                    <a:srgbClr val="000000"/>
                  </a:gs>
                  <a:gs pos="37000">
                    <a:srgbClr val="000000"/>
                  </a:gs>
                </a:gsLst>
                <a:lin ang="5400000" scaled="1"/>
              </a:gradFill>
              <a:effectLst/>
              <a:uLnTx/>
              <a:uFillTx/>
              <a:latin typeface="Segoe UI Semibold"/>
              <a:ea typeface="+mn-ea"/>
              <a:cs typeface="Segoe UI" pitchFamily="34" charset="0"/>
            </a:endParaRPr>
          </a:p>
        </p:txBody>
      </p:sp>
      <p:sp>
        <p:nvSpPr>
          <p:cNvPr id="21" name="Graphic 62">
            <a:extLst>
              <a:ext uri="{FF2B5EF4-FFF2-40B4-BE49-F238E27FC236}">
                <a16:creationId xmlns:a16="http://schemas.microsoft.com/office/drawing/2014/main" id="{0D5275AE-9B27-9004-538A-BEFEF9F8819B}"/>
              </a:ext>
              <a:ext uri="{C183D7F6-B498-43B3-948B-1728B52AA6E4}">
                <adec:decorative xmlns:adec="http://schemas.microsoft.com/office/drawing/2017/decorative" val="1"/>
              </a:ext>
            </a:extLst>
          </p:cNvPr>
          <p:cNvSpPr>
            <a:spLocks/>
          </p:cNvSpPr>
          <p:nvPr/>
        </p:nvSpPr>
        <p:spPr>
          <a:xfrm>
            <a:off x="1963050" y="3359144"/>
            <a:ext cx="243496" cy="321218"/>
          </a:xfrm>
          <a:custGeom>
            <a:avLst/>
            <a:gdLst>
              <a:gd name="connsiteX0" fmla="*/ 130978 w 152409"/>
              <a:gd name="connsiteY0" fmla="*/ 114262 h 190461"/>
              <a:gd name="connsiteX1" fmla="*/ 152410 w 152409"/>
              <a:gd name="connsiteY1" fmla="*/ 135674 h 190461"/>
              <a:gd name="connsiteX2" fmla="*/ 152410 w 152409"/>
              <a:gd name="connsiteY2" fmla="*/ 135684 h 190461"/>
              <a:gd name="connsiteX3" fmla="*/ 152410 w 152409"/>
              <a:gd name="connsiteY3" fmla="*/ 144428 h 190461"/>
              <a:gd name="connsiteX4" fmla="*/ 147523 w 152409"/>
              <a:gd name="connsiteY4" fmla="*/ 159658 h 190461"/>
              <a:gd name="connsiteX5" fmla="*/ 76171 w 152409"/>
              <a:gd name="connsiteY5" fmla="*/ 190462 h 190461"/>
              <a:gd name="connsiteX6" fmla="*/ 4858 w 152409"/>
              <a:gd name="connsiteY6" fmla="*/ 159629 h 190461"/>
              <a:gd name="connsiteX7" fmla="*/ 0 w 152409"/>
              <a:gd name="connsiteY7" fmla="*/ 144437 h 190461"/>
              <a:gd name="connsiteX8" fmla="*/ 0 w 152409"/>
              <a:gd name="connsiteY8" fmla="*/ 135674 h 190461"/>
              <a:gd name="connsiteX9" fmla="*/ 21412 w 152409"/>
              <a:gd name="connsiteY9" fmla="*/ 114243 h 190461"/>
              <a:gd name="connsiteX10" fmla="*/ 21422 w 152409"/>
              <a:gd name="connsiteY10" fmla="*/ 114243 h 190461"/>
              <a:gd name="connsiteX11" fmla="*/ 130969 w 152409"/>
              <a:gd name="connsiteY11" fmla="*/ 114243 h 190461"/>
              <a:gd name="connsiteX12" fmla="*/ 76171 w 152409"/>
              <a:gd name="connsiteY12" fmla="*/ 0 h 190461"/>
              <a:gd name="connsiteX13" fmla="*/ 123796 w 152409"/>
              <a:gd name="connsiteY13" fmla="*/ 47625 h 190461"/>
              <a:gd name="connsiteX14" fmla="*/ 76171 w 152409"/>
              <a:gd name="connsiteY14" fmla="*/ 95250 h 190461"/>
              <a:gd name="connsiteX15" fmla="*/ 28546 w 152409"/>
              <a:gd name="connsiteY15" fmla="*/ 47625 h 190461"/>
              <a:gd name="connsiteX16" fmla="*/ 76171 w 152409"/>
              <a:gd name="connsiteY16" fmla="*/ 0 h 190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2409" h="190461">
                <a:moveTo>
                  <a:pt x="130978" y="114262"/>
                </a:moveTo>
                <a:cubicBezTo>
                  <a:pt x="142809" y="114256"/>
                  <a:pt x="152404" y="123843"/>
                  <a:pt x="152410" y="135674"/>
                </a:cubicBezTo>
                <a:cubicBezTo>
                  <a:pt x="152410" y="135677"/>
                  <a:pt x="152410" y="135681"/>
                  <a:pt x="152410" y="135684"/>
                </a:cubicBezTo>
                <a:lnTo>
                  <a:pt x="152410" y="144428"/>
                </a:lnTo>
                <a:cubicBezTo>
                  <a:pt x="152409" y="149889"/>
                  <a:pt x="150700" y="155215"/>
                  <a:pt x="147523" y="159658"/>
                </a:cubicBezTo>
                <a:cubicBezTo>
                  <a:pt x="132798" y="180261"/>
                  <a:pt x="108747" y="190462"/>
                  <a:pt x="76171" y="190462"/>
                </a:cubicBezTo>
                <a:cubicBezTo>
                  <a:pt x="43577" y="190462"/>
                  <a:pt x="19545" y="180251"/>
                  <a:pt x="4858" y="159629"/>
                </a:cubicBezTo>
                <a:cubicBezTo>
                  <a:pt x="1699" y="155194"/>
                  <a:pt x="1" y="149883"/>
                  <a:pt x="0" y="144437"/>
                </a:cubicBezTo>
                <a:lnTo>
                  <a:pt x="0" y="135674"/>
                </a:lnTo>
                <a:cubicBezTo>
                  <a:pt x="-5" y="123843"/>
                  <a:pt x="9581" y="114249"/>
                  <a:pt x="21412" y="114243"/>
                </a:cubicBezTo>
                <a:cubicBezTo>
                  <a:pt x="21415" y="114243"/>
                  <a:pt x="21419" y="114243"/>
                  <a:pt x="21422" y="114243"/>
                </a:cubicBezTo>
                <a:lnTo>
                  <a:pt x="130969" y="114243"/>
                </a:lnTo>
                <a:close/>
                <a:moveTo>
                  <a:pt x="76171" y="0"/>
                </a:moveTo>
                <a:cubicBezTo>
                  <a:pt x="102474" y="0"/>
                  <a:pt x="123796" y="21322"/>
                  <a:pt x="123796" y="47625"/>
                </a:cubicBezTo>
                <a:cubicBezTo>
                  <a:pt x="123796" y="73928"/>
                  <a:pt x="102474" y="95250"/>
                  <a:pt x="76171" y="95250"/>
                </a:cubicBezTo>
                <a:cubicBezTo>
                  <a:pt x="49869" y="95250"/>
                  <a:pt x="28546" y="73928"/>
                  <a:pt x="28546" y="47625"/>
                </a:cubicBezTo>
                <a:cubicBezTo>
                  <a:pt x="28546" y="21322"/>
                  <a:pt x="49869" y="0"/>
                  <a:pt x="76171" y="0"/>
                </a:cubicBezTo>
                <a:close/>
              </a:path>
            </a:pathLst>
          </a:custGeom>
          <a:gradFill flip="none" rotWithShape="1">
            <a:gsLst>
              <a:gs pos="0">
                <a:srgbClr val="8DC8E8"/>
              </a:gs>
              <a:gs pos="100000">
                <a:srgbClr val="D59ED7"/>
              </a:gs>
            </a:gsLst>
            <a:lin ang="2700000" scaled="1"/>
            <a:tileRect/>
          </a:gradFill>
          <a:ln w="9525" cap="flat" cmpd="sng" algn="ctr">
            <a:noFill/>
            <a:prstDash val="solid"/>
            <a:headEnd type="none" w="med" len="med"/>
            <a:tailEnd type="none" w="med" len="med"/>
          </a:ln>
          <a:effectLst>
            <a:outerShdw blurRad="63500" dist="127000" dir="2700000" algn="tl" rotWithShape="0">
              <a:srgbClr val="000000">
                <a:alpha val="50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600" b="1" i="0" u="none" strike="noStrike" kern="0" cap="none" spc="0" normalizeH="0" baseline="0" noProof="0">
              <a:ln w="3175">
                <a:noFill/>
              </a:ln>
              <a:gradFill>
                <a:gsLst>
                  <a:gs pos="77528">
                    <a:srgbClr val="000000"/>
                  </a:gs>
                  <a:gs pos="53933">
                    <a:srgbClr val="000000"/>
                  </a:gs>
                </a:gsLst>
                <a:path path="circle">
                  <a:fillToRect l="100000" b="100000"/>
                </a:path>
              </a:gradFill>
              <a:effectLst/>
              <a:uLnTx/>
              <a:uFillTx/>
              <a:latin typeface="Segoe Sans Display Semibold"/>
              <a:ea typeface="+mn-ea"/>
              <a:cs typeface="Segoe UI" pitchFamily="34" charset="0"/>
            </a:endParaRPr>
          </a:p>
        </p:txBody>
      </p:sp>
      <p:sp>
        <p:nvSpPr>
          <p:cNvPr id="22" name="Freeform: Shape 21">
            <a:extLst>
              <a:ext uri="{FF2B5EF4-FFF2-40B4-BE49-F238E27FC236}">
                <a16:creationId xmlns:a16="http://schemas.microsoft.com/office/drawing/2014/main" id="{055F3A02-3998-EC83-E6D0-AEB8C6D96788}"/>
              </a:ext>
              <a:ext uri="{C183D7F6-B498-43B3-948B-1728B52AA6E4}">
                <adec:decorative xmlns:adec="http://schemas.microsoft.com/office/drawing/2017/decorative" val="1"/>
              </a:ext>
            </a:extLst>
          </p:cNvPr>
          <p:cNvSpPr>
            <a:spLocks noChangeAspect="1"/>
          </p:cNvSpPr>
          <p:nvPr/>
        </p:nvSpPr>
        <p:spPr>
          <a:xfrm>
            <a:off x="4562959" y="3330975"/>
            <a:ext cx="392206" cy="377556"/>
          </a:xfrm>
          <a:custGeom>
            <a:avLst/>
            <a:gdLst>
              <a:gd name="connsiteX0" fmla="*/ 36064 w 439688"/>
              <a:gd name="connsiteY0" fmla="*/ 183736 h 423266"/>
              <a:gd name="connsiteX1" fmla="*/ 48030 w 439688"/>
              <a:gd name="connsiteY1" fmla="*/ 185302 h 423266"/>
              <a:gd name="connsiteX2" fmla="*/ 72701 w 439688"/>
              <a:gd name="connsiteY2" fmla="*/ 218007 h 423266"/>
              <a:gd name="connsiteX3" fmla="*/ 70992 w 439688"/>
              <a:gd name="connsiteY3" fmla="*/ 229845 h 423266"/>
              <a:gd name="connsiteX4" fmla="*/ 64570 w 439688"/>
              <a:gd name="connsiteY4" fmla="*/ 231458 h 423266"/>
              <a:gd name="connsiteX5" fmla="*/ 59072 w 439688"/>
              <a:gd name="connsiteY5" fmla="*/ 228095 h 423266"/>
              <a:gd name="connsiteX6" fmla="*/ 46043 w 439688"/>
              <a:gd name="connsiteY6" fmla="*/ 211097 h 423266"/>
              <a:gd name="connsiteX7" fmla="*/ 67388 w 439688"/>
              <a:gd name="connsiteY7" fmla="*/ 301059 h 423266"/>
              <a:gd name="connsiteX8" fmla="*/ 222393 w 439688"/>
              <a:gd name="connsiteY8" fmla="*/ 394292 h 423266"/>
              <a:gd name="connsiteX9" fmla="*/ 228630 w 439688"/>
              <a:gd name="connsiteY9" fmla="*/ 397332 h 423266"/>
              <a:gd name="connsiteX10" fmla="*/ 230386 w 439688"/>
              <a:gd name="connsiteY10" fmla="*/ 404196 h 423266"/>
              <a:gd name="connsiteX11" fmla="*/ 222255 w 439688"/>
              <a:gd name="connsiteY11" fmla="*/ 410921 h 423266"/>
              <a:gd name="connsiteX12" fmla="*/ 222116 w 439688"/>
              <a:gd name="connsiteY12" fmla="*/ 410921 h 423266"/>
              <a:gd name="connsiteX13" fmla="*/ 52696 w 439688"/>
              <a:gd name="connsiteY13" fmla="*/ 308936 h 423266"/>
              <a:gd name="connsiteX14" fmla="*/ 29503 w 439688"/>
              <a:gd name="connsiteY14" fmla="*/ 209992 h 423266"/>
              <a:gd name="connsiteX15" fmla="*/ 13610 w 439688"/>
              <a:gd name="connsiteY15" fmla="*/ 221876 h 423266"/>
              <a:gd name="connsiteX16" fmla="*/ 7419 w 439688"/>
              <a:gd name="connsiteY16" fmla="*/ 223489 h 423266"/>
              <a:gd name="connsiteX17" fmla="*/ 1690 w 439688"/>
              <a:gd name="connsiteY17" fmla="*/ 220172 h 423266"/>
              <a:gd name="connsiteX18" fmla="*/ 3445 w 439688"/>
              <a:gd name="connsiteY18" fmla="*/ 208195 h 423266"/>
              <a:gd name="connsiteX19" fmla="*/ 236855 w 439688"/>
              <a:gd name="connsiteY19" fmla="*/ 175675 h 423266"/>
              <a:gd name="connsiteX20" fmla="*/ 205484 w 439688"/>
              <a:gd name="connsiteY20" fmla="*/ 213953 h 423266"/>
              <a:gd name="connsiteX21" fmla="*/ 230433 w 439688"/>
              <a:gd name="connsiteY21" fmla="*/ 238828 h 423266"/>
              <a:gd name="connsiteX22" fmla="*/ 268826 w 439688"/>
              <a:gd name="connsiteY22" fmla="*/ 207551 h 423266"/>
              <a:gd name="connsiteX23" fmla="*/ 236855 w 439688"/>
              <a:gd name="connsiteY23" fmla="*/ 175675 h 423266"/>
              <a:gd name="connsiteX24" fmla="*/ 236855 w 439688"/>
              <a:gd name="connsiteY24" fmla="*/ 154393 h 423266"/>
              <a:gd name="connsiteX25" fmla="*/ 290171 w 439688"/>
              <a:gd name="connsiteY25" fmla="*/ 207551 h 423266"/>
              <a:gd name="connsiteX26" fmla="*/ 236855 w 439688"/>
              <a:gd name="connsiteY26" fmla="*/ 260708 h 423266"/>
              <a:gd name="connsiteX27" fmla="*/ 183538 w 439688"/>
              <a:gd name="connsiteY27" fmla="*/ 207551 h 423266"/>
              <a:gd name="connsiteX28" fmla="*/ 236855 w 439688"/>
              <a:gd name="connsiteY28" fmla="*/ 154393 h 423266"/>
              <a:gd name="connsiteX29" fmla="*/ 399991 w 439688"/>
              <a:gd name="connsiteY29" fmla="*/ 97873 h 423266"/>
              <a:gd name="connsiteX30" fmla="*/ 405350 w 439688"/>
              <a:gd name="connsiteY30" fmla="*/ 101236 h 423266"/>
              <a:gd name="connsiteX31" fmla="*/ 388625 w 439688"/>
              <a:gd name="connsiteY31" fmla="*/ 342102 h 423266"/>
              <a:gd name="connsiteX32" fmla="*/ 302645 w 439688"/>
              <a:gd name="connsiteY32" fmla="*/ 396779 h 423266"/>
              <a:gd name="connsiteX33" fmla="*/ 319092 w 439688"/>
              <a:gd name="connsiteY33" fmla="*/ 407742 h 423266"/>
              <a:gd name="connsiteX34" fmla="*/ 322742 w 439688"/>
              <a:gd name="connsiteY34" fmla="*/ 413132 h 423266"/>
              <a:gd name="connsiteX35" fmla="*/ 321541 w 439688"/>
              <a:gd name="connsiteY35" fmla="*/ 419488 h 423266"/>
              <a:gd name="connsiteX36" fmla="*/ 314334 w 439688"/>
              <a:gd name="connsiteY36" fmla="*/ 423266 h 423266"/>
              <a:gd name="connsiteX37" fmla="*/ 309621 w 439688"/>
              <a:gd name="connsiteY37" fmla="*/ 421884 h 423266"/>
              <a:gd name="connsiteX38" fmla="*/ 275617 w 439688"/>
              <a:gd name="connsiteY38" fmla="*/ 399267 h 423266"/>
              <a:gd name="connsiteX39" fmla="*/ 273168 w 439688"/>
              <a:gd name="connsiteY39" fmla="*/ 387474 h 423266"/>
              <a:gd name="connsiteX40" fmla="*/ 295899 w 439688"/>
              <a:gd name="connsiteY40" fmla="*/ 353433 h 423266"/>
              <a:gd name="connsiteX41" fmla="*/ 301444 w 439688"/>
              <a:gd name="connsiteY41" fmla="*/ 349840 h 423266"/>
              <a:gd name="connsiteX42" fmla="*/ 307773 w 439688"/>
              <a:gd name="connsiteY42" fmla="*/ 351176 h 423266"/>
              <a:gd name="connsiteX43" fmla="*/ 311377 w 439688"/>
              <a:gd name="connsiteY43" fmla="*/ 356566 h 423266"/>
              <a:gd name="connsiteX44" fmla="*/ 310083 w 439688"/>
              <a:gd name="connsiteY44" fmla="*/ 362923 h 423266"/>
              <a:gd name="connsiteX45" fmla="*/ 298209 w 439688"/>
              <a:gd name="connsiteY45" fmla="*/ 380795 h 423266"/>
              <a:gd name="connsiteX46" fmla="*/ 376336 w 439688"/>
              <a:gd name="connsiteY46" fmla="*/ 330908 h 423266"/>
              <a:gd name="connsiteX47" fmla="*/ 391721 w 439688"/>
              <a:gd name="connsiteY47" fmla="*/ 110817 h 423266"/>
              <a:gd name="connsiteX48" fmla="*/ 393384 w 439688"/>
              <a:gd name="connsiteY48" fmla="*/ 99578 h 423266"/>
              <a:gd name="connsiteX49" fmla="*/ 394863 w 439688"/>
              <a:gd name="connsiteY49" fmla="*/ 101374 h 423266"/>
              <a:gd name="connsiteX50" fmla="*/ 393476 w 439688"/>
              <a:gd name="connsiteY50" fmla="*/ 99532 h 423266"/>
              <a:gd name="connsiteX51" fmla="*/ 399991 w 439688"/>
              <a:gd name="connsiteY51" fmla="*/ 97873 h 423266"/>
              <a:gd name="connsiteX52" fmla="*/ 237039 w 439688"/>
              <a:gd name="connsiteY52" fmla="*/ 90595 h 423266"/>
              <a:gd name="connsiteX53" fmla="*/ 217773 w 439688"/>
              <a:gd name="connsiteY53" fmla="*/ 92254 h 423266"/>
              <a:gd name="connsiteX54" fmla="*/ 216341 w 439688"/>
              <a:gd name="connsiteY54" fmla="*/ 105059 h 423266"/>
              <a:gd name="connsiteX55" fmla="*/ 194765 w 439688"/>
              <a:gd name="connsiteY55" fmla="*/ 137718 h 423266"/>
              <a:gd name="connsiteX56" fmla="*/ 159005 w 439688"/>
              <a:gd name="connsiteY56" fmla="*/ 139054 h 423266"/>
              <a:gd name="connsiteX57" fmla="*/ 146254 w 439688"/>
              <a:gd name="connsiteY57" fmla="*/ 133480 h 423266"/>
              <a:gd name="connsiteX58" fmla="*/ 127080 w 439688"/>
              <a:gd name="connsiteY58" fmla="*/ 166324 h 423266"/>
              <a:gd name="connsiteX59" fmla="*/ 137614 w 439688"/>
              <a:gd name="connsiteY59" fmla="*/ 174062 h 423266"/>
              <a:gd name="connsiteX60" fmla="*/ 155125 w 439688"/>
              <a:gd name="connsiteY60" fmla="*/ 208886 h 423266"/>
              <a:gd name="connsiteX61" fmla="*/ 138400 w 439688"/>
              <a:gd name="connsiteY61" fmla="*/ 240440 h 423266"/>
              <a:gd name="connsiteX62" fmla="*/ 127034 w 439688"/>
              <a:gd name="connsiteY62" fmla="*/ 248777 h 423266"/>
              <a:gd name="connsiteX63" fmla="*/ 146208 w 439688"/>
              <a:gd name="connsiteY63" fmla="*/ 281713 h 423266"/>
              <a:gd name="connsiteX64" fmla="*/ 159052 w 439688"/>
              <a:gd name="connsiteY64" fmla="*/ 276093 h 423266"/>
              <a:gd name="connsiteX65" fmla="*/ 213015 w 439688"/>
              <a:gd name="connsiteY65" fmla="*/ 297190 h 423266"/>
              <a:gd name="connsiteX66" fmla="*/ 216156 w 439688"/>
              <a:gd name="connsiteY66" fmla="*/ 308936 h 423266"/>
              <a:gd name="connsiteX67" fmla="*/ 217727 w 439688"/>
              <a:gd name="connsiteY67" fmla="*/ 322893 h 423266"/>
              <a:gd name="connsiteX68" fmla="*/ 255936 w 439688"/>
              <a:gd name="connsiteY68" fmla="*/ 322893 h 423266"/>
              <a:gd name="connsiteX69" fmla="*/ 257507 w 439688"/>
              <a:gd name="connsiteY69" fmla="*/ 308936 h 423266"/>
              <a:gd name="connsiteX70" fmla="*/ 302738 w 439688"/>
              <a:gd name="connsiteY70" fmla="*/ 272869 h 423266"/>
              <a:gd name="connsiteX71" fmla="*/ 314657 w 439688"/>
              <a:gd name="connsiteY71" fmla="*/ 276047 h 423266"/>
              <a:gd name="connsiteX72" fmla="*/ 327501 w 439688"/>
              <a:gd name="connsiteY72" fmla="*/ 281667 h 423266"/>
              <a:gd name="connsiteX73" fmla="*/ 346629 w 439688"/>
              <a:gd name="connsiteY73" fmla="*/ 248823 h 423266"/>
              <a:gd name="connsiteX74" fmla="*/ 335263 w 439688"/>
              <a:gd name="connsiteY74" fmla="*/ 240486 h 423266"/>
              <a:gd name="connsiteX75" fmla="*/ 326531 w 439688"/>
              <a:gd name="connsiteY75" fmla="*/ 183413 h 423266"/>
              <a:gd name="connsiteX76" fmla="*/ 335263 w 439688"/>
              <a:gd name="connsiteY76" fmla="*/ 174707 h 423266"/>
              <a:gd name="connsiteX77" fmla="*/ 346583 w 439688"/>
              <a:gd name="connsiteY77" fmla="*/ 166370 h 423266"/>
              <a:gd name="connsiteX78" fmla="*/ 327409 w 439688"/>
              <a:gd name="connsiteY78" fmla="*/ 133526 h 423266"/>
              <a:gd name="connsiteX79" fmla="*/ 314657 w 439688"/>
              <a:gd name="connsiteY79" fmla="*/ 139100 h 423266"/>
              <a:gd name="connsiteX80" fmla="*/ 260648 w 439688"/>
              <a:gd name="connsiteY80" fmla="*/ 118049 h 423266"/>
              <a:gd name="connsiteX81" fmla="*/ 257460 w 439688"/>
              <a:gd name="connsiteY81" fmla="*/ 106165 h 423266"/>
              <a:gd name="connsiteX82" fmla="*/ 255889 w 439688"/>
              <a:gd name="connsiteY82" fmla="*/ 92346 h 423266"/>
              <a:gd name="connsiteX83" fmla="*/ 236947 w 439688"/>
              <a:gd name="connsiteY83" fmla="*/ 90687 h 423266"/>
              <a:gd name="connsiteX84" fmla="*/ 237039 w 439688"/>
              <a:gd name="connsiteY84" fmla="*/ 69314 h 423266"/>
              <a:gd name="connsiteX85" fmla="*/ 267948 w 439688"/>
              <a:gd name="connsiteY85" fmla="*/ 72861 h 423266"/>
              <a:gd name="connsiteX86" fmla="*/ 276357 w 439688"/>
              <a:gd name="connsiteY86" fmla="*/ 82074 h 423266"/>
              <a:gd name="connsiteX87" fmla="*/ 278713 w 439688"/>
              <a:gd name="connsiteY87" fmla="*/ 103079 h 423266"/>
              <a:gd name="connsiteX88" fmla="*/ 287815 w 439688"/>
              <a:gd name="connsiteY88" fmla="*/ 118141 h 423266"/>
              <a:gd name="connsiteX89" fmla="*/ 306203 w 439688"/>
              <a:gd name="connsiteY89" fmla="*/ 119523 h 423266"/>
              <a:gd name="connsiteX90" fmla="*/ 326115 w 439688"/>
              <a:gd name="connsiteY90" fmla="*/ 110817 h 423266"/>
              <a:gd name="connsiteX91" fmla="*/ 338220 w 439688"/>
              <a:gd name="connsiteY91" fmla="*/ 113305 h 423266"/>
              <a:gd name="connsiteX92" fmla="*/ 369498 w 439688"/>
              <a:gd name="connsiteY92" fmla="*/ 166923 h 423266"/>
              <a:gd name="connsiteX93" fmla="*/ 365664 w 439688"/>
              <a:gd name="connsiteY93" fmla="*/ 178761 h 423266"/>
              <a:gd name="connsiteX94" fmla="*/ 348015 w 439688"/>
              <a:gd name="connsiteY94" fmla="*/ 191751 h 423266"/>
              <a:gd name="connsiteX95" fmla="*/ 343810 w 439688"/>
              <a:gd name="connsiteY95" fmla="*/ 219112 h 423266"/>
              <a:gd name="connsiteX96" fmla="*/ 348015 w 439688"/>
              <a:gd name="connsiteY96" fmla="*/ 223304 h 423266"/>
              <a:gd name="connsiteX97" fmla="*/ 365664 w 439688"/>
              <a:gd name="connsiteY97" fmla="*/ 236294 h 423266"/>
              <a:gd name="connsiteX98" fmla="*/ 369498 w 439688"/>
              <a:gd name="connsiteY98" fmla="*/ 248132 h 423266"/>
              <a:gd name="connsiteX99" fmla="*/ 338220 w 439688"/>
              <a:gd name="connsiteY99" fmla="*/ 301750 h 423266"/>
              <a:gd name="connsiteX100" fmla="*/ 326162 w 439688"/>
              <a:gd name="connsiteY100" fmla="*/ 304238 h 423266"/>
              <a:gd name="connsiteX101" fmla="*/ 306757 w 439688"/>
              <a:gd name="connsiteY101" fmla="*/ 295762 h 423266"/>
              <a:gd name="connsiteX102" fmla="*/ 289154 w 439688"/>
              <a:gd name="connsiteY102" fmla="*/ 296085 h 423266"/>
              <a:gd name="connsiteX103" fmla="*/ 278805 w 439688"/>
              <a:gd name="connsiteY103" fmla="*/ 311285 h 423266"/>
              <a:gd name="connsiteX104" fmla="*/ 276403 w 439688"/>
              <a:gd name="connsiteY104" fmla="*/ 332935 h 423266"/>
              <a:gd name="connsiteX105" fmla="*/ 268133 w 439688"/>
              <a:gd name="connsiteY105" fmla="*/ 342148 h 423266"/>
              <a:gd name="connsiteX106" fmla="*/ 205761 w 439688"/>
              <a:gd name="connsiteY106" fmla="*/ 342148 h 423266"/>
              <a:gd name="connsiteX107" fmla="*/ 197491 w 439688"/>
              <a:gd name="connsiteY107" fmla="*/ 332935 h 423266"/>
              <a:gd name="connsiteX108" fmla="*/ 195089 w 439688"/>
              <a:gd name="connsiteY108" fmla="*/ 311332 h 423266"/>
              <a:gd name="connsiteX109" fmla="*/ 173328 w 439688"/>
              <a:gd name="connsiteY109" fmla="*/ 294104 h 423266"/>
              <a:gd name="connsiteX110" fmla="*/ 167691 w 439688"/>
              <a:gd name="connsiteY110" fmla="*/ 295624 h 423266"/>
              <a:gd name="connsiteX111" fmla="*/ 147686 w 439688"/>
              <a:gd name="connsiteY111" fmla="*/ 304376 h 423266"/>
              <a:gd name="connsiteX112" fmla="*/ 135581 w 439688"/>
              <a:gd name="connsiteY112" fmla="*/ 301889 h 423266"/>
              <a:gd name="connsiteX113" fmla="*/ 104303 w 439688"/>
              <a:gd name="connsiteY113" fmla="*/ 248225 h 423266"/>
              <a:gd name="connsiteX114" fmla="*/ 108138 w 439688"/>
              <a:gd name="connsiteY114" fmla="*/ 236386 h 423266"/>
              <a:gd name="connsiteX115" fmla="*/ 125787 w 439688"/>
              <a:gd name="connsiteY115" fmla="*/ 223396 h 423266"/>
              <a:gd name="connsiteX116" fmla="*/ 129991 w 439688"/>
              <a:gd name="connsiteY116" fmla="*/ 196035 h 423266"/>
              <a:gd name="connsiteX117" fmla="*/ 125787 w 439688"/>
              <a:gd name="connsiteY117" fmla="*/ 191843 h 423266"/>
              <a:gd name="connsiteX118" fmla="*/ 108138 w 439688"/>
              <a:gd name="connsiteY118" fmla="*/ 178899 h 423266"/>
              <a:gd name="connsiteX119" fmla="*/ 104303 w 439688"/>
              <a:gd name="connsiteY119" fmla="*/ 167107 h 423266"/>
              <a:gd name="connsiteX120" fmla="*/ 135581 w 439688"/>
              <a:gd name="connsiteY120" fmla="*/ 113489 h 423266"/>
              <a:gd name="connsiteX121" fmla="*/ 147686 w 439688"/>
              <a:gd name="connsiteY121" fmla="*/ 111001 h 423266"/>
              <a:gd name="connsiteX122" fmla="*/ 167599 w 439688"/>
              <a:gd name="connsiteY122" fmla="*/ 119707 h 423266"/>
              <a:gd name="connsiteX123" fmla="*/ 193518 w 439688"/>
              <a:gd name="connsiteY123" fmla="*/ 109481 h 423266"/>
              <a:gd name="connsiteX124" fmla="*/ 195042 w 439688"/>
              <a:gd name="connsiteY124" fmla="*/ 103862 h 423266"/>
              <a:gd name="connsiteX125" fmla="*/ 197445 w 439688"/>
              <a:gd name="connsiteY125" fmla="*/ 82212 h 423266"/>
              <a:gd name="connsiteX126" fmla="*/ 205854 w 439688"/>
              <a:gd name="connsiteY126" fmla="*/ 72953 h 423266"/>
              <a:gd name="connsiteX127" fmla="*/ 237039 w 439688"/>
              <a:gd name="connsiteY127" fmla="*/ 69406 h 423266"/>
              <a:gd name="connsiteX128" fmla="*/ 253718 w 439688"/>
              <a:gd name="connsiteY128" fmla="*/ 1555 h 423266"/>
              <a:gd name="connsiteX129" fmla="*/ 348061 w 439688"/>
              <a:gd name="connsiteY129" fmla="*/ 40294 h 423266"/>
              <a:gd name="connsiteX130" fmla="*/ 347553 w 439688"/>
              <a:gd name="connsiteY130" fmla="*/ 20533 h 423266"/>
              <a:gd name="connsiteX131" fmla="*/ 349909 w 439688"/>
              <a:gd name="connsiteY131" fmla="*/ 14499 h 423266"/>
              <a:gd name="connsiteX132" fmla="*/ 355823 w 439688"/>
              <a:gd name="connsiteY132" fmla="*/ 11781 h 423266"/>
              <a:gd name="connsiteX133" fmla="*/ 364647 w 439688"/>
              <a:gd name="connsiteY133" fmla="*/ 20119 h 423266"/>
              <a:gd name="connsiteX134" fmla="*/ 365617 w 439688"/>
              <a:gd name="connsiteY134" fmla="*/ 60885 h 423266"/>
              <a:gd name="connsiteX135" fmla="*/ 357347 w 439688"/>
              <a:gd name="connsiteY135" fmla="*/ 69637 h 423266"/>
              <a:gd name="connsiteX136" fmla="*/ 316367 w 439688"/>
              <a:gd name="connsiteY136" fmla="*/ 70696 h 423266"/>
              <a:gd name="connsiteX137" fmla="*/ 310222 w 439688"/>
              <a:gd name="connsiteY137" fmla="*/ 68255 h 423266"/>
              <a:gd name="connsiteX138" fmla="*/ 307681 w 439688"/>
              <a:gd name="connsiteY138" fmla="*/ 62313 h 423266"/>
              <a:gd name="connsiteX139" fmla="*/ 310037 w 439688"/>
              <a:gd name="connsiteY139" fmla="*/ 56278 h 423266"/>
              <a:gd name="connsiteX140" fmla="*/ 315997 w 439688"/>
              <a:gd name="connsiteY140" fmla="*/ 53653 h 423266"/>
              <a:gd name="connsiteX141" fmla="*/ 337481 w 439688"/>
              <a:gd name="connsiteY141" fmla="*/ 53100 h 423266"/>
              <a:gd name="connsiteX142" fmla="*/ 251639 w 439688"/>
              <a:gd name="connsiteY142" fmla="*/ 18046 h 423266"/>
              <a:gd name="connsiteX143" fmla="*/ 63276 w 439688"/>
              <a:gd name="connsiteY143" fmla="*/ 129335 h 423266"/>
              <a:gd name="connsiteX144" fmla="*/ 55607 w 439688"/>
              <a:gd name="connsiteY144" fmla="*/ 134632 h 423266"/>
              <a:gd name="connsiteX145" fmla="*/ 53297 w 439688"/>
              <a:gd name="connsiteY145" fmla="*/ 134310 h 423266"/>
              <a:gd name="connsiteX146" fmla="*/ 47938 w 439688"/>
              <a:gd name="connsiteY146" fmla="*/ 129888 h 423266"/>
              <a:gd name="connsiteX147" fmla="*/ 47660 w 439688"/>
              <a:gd name="connsiteY147" fmla="*/ 123439 h 423266"/>
              <a:gd name="connsiteX148" fmla="*/ 253718 w 439688"/>
              <a:gd name="connsiteY148" fmla="*/ 1555 h 423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439688" h="423266">
                <a:moveTo>
                  <a:pt x="36064" y="183736"/>
                </a:moveTo>
                <a:cubicBezTo>
                  <a:pt x="39621" y="180926"/>
                  <a:pt x="45027" y="181617"/>
                  <a:pt x="48030" y="185302"/>
                </a:cubicBezTo>
                <a:lnTo>
                  <a:pt x="72701" y="218007"/>
                </a:lnTo>
                <a:cubicBezTo>
                  <a:pt x="75519" y="221738"/>
                  <a:pt x="74734" y="227081"/>
                  <a:pt x="70992" y="229845"/>
                </a:cubicBezTo>
                <a:cubicBezTo>
                  <a:pt x="69144" y="231227"/>
                  <a:pt x="66834" y="231780"/>
                  <a:pt x="64570" y="231458"/>
                </a:cubicBezTo>
                <a:cubicBezTo>
                  <a:pt x="62306" y="231089"/>
                  <a:pt x="60365" y="229937"/>
                  <a:pt x="59072" y="228095"/>
                </a:cubicBezTo>
                <a:lnTo>
                  <a:pt x="46043" y="211097"/>
                </a:lnTo>
                <a:cubicBezTo>
                  <a:pt x="45027" y="242375"/>
                  <a:pt x="52373" y="273329"/>
                  <a:pt x="67388" y="301059"/>
                </a:cubicBezTo>
                <a:cubicBezTo>
                  <a:pt x="98066" y="357810"/>
                  <a:pt x="157480" y="393555"/>
                  <a:pt x="222393" y="394292"/>
                </a:cubicBezTo>
                <a:cubicBezTo>
                  <a:pt x="224842" y="394338"/>
                  <a:pt x="227106" y="395443"/>
                  <a:pt x="228630" y="397332"/>
                </a:cubicBezTo>
                <a:cubicBezTo>
                  <a:pt x="230201" y="399221"/>
                  <a:pt x="230848" y="401754"/>
                  <a:pt x="230386" y="404196"/>
                </a:cubicBezTo>
                <a:cubicBezTo>
                  <a:pt x="229601" y="408111"/>
                  <a:pt x="226182" y="410921"/>
                  <a:pt x="222255" y="410921"/>
                </a:cubicBezTo>
                <a:lnTo>
                  <a:pt x="222116" y="410921"/>
                </a:lnTo>
                <a:cubicBezTo>
                  <a:pt x="151243" y="410046"/>
                  <a:pt x="86331" y="370984"/>
                  <a:pt x="52696" y="308936"/>
                </a:cubicBezTo>
                <a:cubicBezTo>
                  <a:pt x="36156" y="278304"/>
                  <a:pt x="28163" y="244217"/>
                  <a:pt x="29503" y="209992"/>
                </a:cubicBezTo>
                <a:lnTo>
                  <a:pt x="13610" y="221876"/>
                </a:lnTo>
                <a:cubicBezTo>
                  <a:pt x="11900" y="223212"/>
                  <a:pt x="9683" y="223811"/>
                  <a:pt x="7419" y="223489"/>
                </a:cubicBezTo>
                <a:cubicBezTo>
                  <a:pt x="5155" y="223166"/>
                  <a:pt x="3076" y="221968"/>
                  <a:pt x="1690" y="220172"/>
                </a:cubicBezTo>
                <a:cubicBezTo>
                  <a:pt x="-1128" y="216395"/>
                  <a:pt x="-343" y="211005"/>
                  <a:pt x="3445" y="208195"/>
                </a:cubicBezTo>
                <a:close/>
                <a:moveTo>
                  <a:pt x="236855" y="175675"/>
                </a:moveTo>
                <a:cubicBezTo>
                  <a:pt x="217080" y="175675"/>
                  <a:pt x="201511" y="193547"/>
                  <a:pt x="205484" y="213953"/>
                </a:cubicBezTo>
                <a:cubicBezTo>
                  <a:pt x="207886" y="226390"/>
                  <a:pt x="217958" y="236432"/>
                  <a:pt x="230433" y="238828"/>
                </a:cubicBezTo>
                <a:cubicBezTo>
                  <a:pt x="250900" y="242789"/>
                  <a:pt x="268826" y="227266"/>
                  <a:pt x="268826" y="207551"/>
                </a:cubicBezTo>
                <a:cubicBezTo>
                  <a:pt x="268826" y="189954"/>
                  <a:pt x="254503" y="175675"/>
                  <a:pt x="236855" y="175675"/>
                </a:cubicBezTo>
                <a:close/>
                <a:moveTo>
                  <a:pt x="236855" y="154393"/>
                </a:moveTo>
                <a:cubicBezTo>
                  <a:pt x="266285" y="154393"/>
                  <a:pt x="290171" y="178208"/>
                  <a:pt x="290171" y="207551"/>
                </a:cubicBezTo>
                <a:cubicBezTo>
                  <a:pt x="290171" y="236893"/>
                  <a:pt x="266285" y="260708"/>
                  <a:pt x="236855" y="260708"/>
                </a:cubicBezTo>
                <a:cubicBezTo>
                  <a:pt x="207424" y="260708"/>
                  <a:pt x="183538" y="236893"/>
                  <a:pt x="183538" y="207551"/>
                </a:cubicBezTo>
                <a:cubicBezTo>
                  <a:pt x="183538" y="178208"/>
                  <a:pt x="207424" y="154393"/>
                  <a:pt x="236855" y="154393"/>
                </a:cubicBezTo>
                <a:close/>
                <a:moveTo>
                  <a:pt x="399991" y="97873"/>
                </a:moveTo>
                <a:cubicBezTo>
                  <a:pt x="402209" y="98242"/>
                  <a:pt x="404103" y="99439"/>
                  <a:pt x="405350" y="101236"/>
                </a:cubicBezTo>
                <a:cubicBezTo>
                  <a:pt x="456726" y="176043"/>
                  <a:pt x="449888" y="275079"/>
                  <a:pt x="388625" y="342102"/>
                </a:cubicBezTo>
                <a:cubicBezTo>
                  <a:pt x="365155" y="367805"/>
                  <a:pt x="335494" y="386645"/>
                  <a:pt x="302645" y="396779"/>
                </a:cubicBezTo>
                <a:lnTo>
                  <a:pt x="319092" y="407742"/>
                </a:lnTo>
                <a:cubicBezTo>
                  <a:pt x="320987" y="408940"/>
                  <a:pt x="322280" y="410829"/>
                  <a:pt x="322742" y="413132"/>
                </a:cubicBezTo>
                <a:cubicBezTo>
                  <a:pt x="323204" y="415343"/>
                  <a:pt x="322742" y="417646"/>
                  <a:pt x="321541" y="419488"/>
                </a:cubicBezTo>
                <a:cubicBezTo>
                  <a:pt x="319878" y="421976"/>
                  <a:pt x="317106" y="423266"/>
                  <a:pt x="314334" y="423266"/>
                </a:cubicBezTo>
                <a:cubicBezTo>
                  <a:pt x="312717" y="423266"/>
                  <a:pt x="311053" y="422851"/>
                  <a:pt x="309621" y="421884"/>
                </a:cubicBezTo>
                <a:lnTo>
                  <a:pt x="275617" y="399267"/>
                </a:lnTo>
                <a:cubicBezTo>
                  <a:pt x="271736" y="396733"/>
                  <a:pt x="270627" y="391436"/>
                  <a:pt x="273168" y="387474"/>
                </a:cubicBezTo>
                <a:lnTo>
                  <a:pt x="295899" y="353433"/>
                </a:lnTo>
                <a:cubicBezTo>
                  <a:pt x="297193" y="351545"/>
                  <a:pt x="299180" y="350255"/>
                  <a:pt x="301444" y="349840"/>
                </a:cubicBezTo>
                <a:cubicBezTo>
                  <a:pt x="303661" y="349426"/>
                  <a:pt x="305925" y="349933"/>
                  <a:pt x="307773" y="351176"/>
                </a:cubicBezTo>
                <a:cubicBezTo>
                  <a:pt x="309621" y="352374"/>
                  <a:pt x="310915" y="354309"/>
                  <a:pt x="311377" y="356566"/>
                </a:cubicBezTo>
                <a:cubicBezTo>
                  <a:pt x="311793" y="358777"/>
                  <a:pt x="311331" y="361080"/>
                  <a:pt x="310083" y="362923"/>
                </a:cubicBezTo>
                <a:lnTo>
                  <a:pt x="298209" y="380795"/>
                </a:lnTo>
                <a:cubicBezTo>
                  <a:pt x="328056" y="371444"/>
                  <a:pt x="354991" y="354309"/>
                  <a:pt x="376336" y="330908"/>
                </a:cubicBezTo>
                <a:cubicBezTo>
                  <a:pt x="432239" y="269690"/>
                  <a:pt x="438569" y="179175"/>
                  <a:pt x="391721" y="110817"/>
                </a:cubicBezTo>
                <a:cubicBezTo>
                  <a:pt x="389180" y="107132"/>
                  <a:pt x="389919" y="102203"/>
                  <a:pt x="393384" y="99578"/>
                </a:cubicBezTo>
                <a:lnTo>
                  <a:pt x="394863" y="101374"/>
                </a:lnTo>
                <a:lnTo>
                  <a:pt x="393476" y="99532"/>
                </a:lnTo>
                <a:cubicBezTo>
                  <a:pt x="395371" y="98104"/>
                  <a:pt x="397727" y="97505"/>
                  <a:pt x="399991" y="97873"/>
                </a:cubicBezTo>
                <a:close/>
                <a:moveTo>
                  <a:pt x="237039" y="90595"/>
                </a:moveTo>
                <a:cubicBezTo>
                  <a:pt x="230571" y="90687"/>
                  <a:pt x="224149" y="91240"/>
                  <a:pt x="217773" y="92254"/>
                </a:cubicBezTo>
                <a:lnTo>
                  <a:pt x="216341" y="105059"/>
                </a:lnTo>
                <a:cubicBezTo>
                  <a:pt x="214817" y="118740"/>
                  <a:pt x="207009" y="131315"/>
                  <a:pt x="194765" y="137718"/>
                </a:cubicBezTo>
                <a:cubicBezTo>
                  <a:pt x="183169" y="143753"/>
                  <a:pt x="170094" y="143891"/>
                  <a:pt x="159005" y="139054"/>
                </a:cubicBezTo>
                <a:lnTo>
                  <a:pt x="146254" y="133480"/>
                </a:lnTo>
                <a:cubicBezTo>
                  <a:pt x="138122" y="143338"/>
                  <a:pt x="131654" y="154393"/>
                  <a:pt x="127080" y="166324"/>
                </a:cubicBezTo>
                <a:lnTo>
                  <a:pt x="137614" y="174062"/>
                </a:lnTo>
                <a:cubicBezTo>
                  <a:pt x="148703" y="182216"/>
                  <a:pt x="155725" y="195159"/>
                  <a:pt x="155125" y="208886"/>
                </a:cubicBezTo>
                <a:cubicBezTo>
                  <a:pt x="154524" y="222613"/>
                  <a:pt x="148148" y="233300"/>
                  <a:pt x="138400" y="240440"/>
                </a:cubicBezTo>
                <a:lnTo>
                  <a:pt x="127034" y="248777"/>
                </a:lnTo>
                <a:cubicBezTo>
                  <a:pt x="131562" y="260708"/>
                  <a:pt x="138076" y="271809"/>
                  <a:pt x="146208" y="281713"/>
                </a:cubicBezTo>
                <a:lnTo>
                  <a:pt x="159052" y="276093"/>
                </a:lnTo>
                <a:cubicBezTo>
                  <a:pt x="179796" y="267065"/>
                  <a:pt x="203959" y="276508"/>
                  <a:pt x="213015" y="297190"/>
                </a:cubicBezTo>
                <a:cubicBezTo>
                  <a:pt x="214632" y="300921"/>
                  <a:pt x="215741" y="304883"/>
                  <a:pt x="216156" y="308936"/>
                </a:cubicBezTo>
                <a:lnTo>
                  <a:pt x="217727" y="322893"/>
                </a:lnTo>
                <a:cubicBezTo>
                  <a:pt x="230386" y="325012"/>
                  <a:pt x="243277" y="325012"/>
                  <a:pt x="255936" y="322893"/>
                </a:cubicBezTo>
                <a:lnTo>
                  <a:pt x="257507" y="308936"/>
                </a:lnTo>
                <a:cubicBezTo>
                  <a:pt x="260001" y="286503"/>
                  <a:pt x="280238" y="270381"/>
                  <a:pt x="302738" y="272869"/>
                </a:cubicBezTo>
                <a:cubicBezTo>
                  <a:pt x="306849" y="273329"/>
                  <a:pt x="310869" y="274389"/>
                  <a:pt x="314657" y="276047"/>
                </a:cubicBezTo>
                <a:lnTo>
                  <a:pt x="327501" y="281667"/>
                </a:lnTo>
                <a:cubicBezTo>
                  <a:pt x="335633" y="271809"/>
                  <a:pt x="342101" y="260708"/>
                  <a:pt x="346629" y="248823"/>
                </a:cubicBezTo>
                <a:lnTo>
                  <a:pt x="335263" y="240486"/>
                </a:lnTo>
                <a:cubicBezTo>
                  <a:pt x="317014" y="227127"/>
                  <a:pt x="313133" y="201562"/>
                  <a:pt x="326531" y="183413"/>
                </a:cubicBezTo>
                <a:cubicBezTo>
                  <a:pt x="328980" y="180097"/>
                  <a:pt x="331937" y="177149"/>
                  <a:pt x="335263" y="174707"/>
                </a:cubicBezTo>
                <a:lnTo>
                  <a:pt x="346583" y="166370"/>
                </a:lnTo>
                <a:cubicBezTo>
                  <a:pt x="342009" y="154439"/>
                  <a:pt x="335540" y="143384"/>
                  <a:pt x="327409" y="133526"/>
                </a:cubicBezTo>
                <a:lnTo>
                  <a:pt x="314657" y="139100"/>
                </a:lnTo>
                <a:cubicBezTo>
                  <a:pt x="293913" y="148175"/>
                  <a:pt x="269750" y="138732"/>
                  <a:pt x="260648" y="118049"/>
                </a:cubicBezTo>
                <a:cubicBezTo>
                  <a:pt x="258985" y="114272"/>
                  <a:pt x="257922" y="110264"/>
                  <a:pt x="257460" y="106165"/>
                </a:cubicBezTo>
                <a:lnTo>
                  <a:pt x="255889" y="92346"/>
                </a:lnTo>
                <a:cubicBezTo>
                  <a:pt x="249606" y="91332"/>
                  <a:pt x="243277" y="90780"/>
                  <a:pt x="236947" y="90687"/>
                </a:cubicBezTo>
                <a:close/>
                <a:moveTo>
                  <a:pt x="237039" y="69314"/>
                </a:moveTo>
                <a:cubicBezTo>
                  <a:pt x="247435" y="69406"/>
                  <a:pt x="257784" y="70604"/>
                  <a:pt x="267948" y="72861"/>
                </a:cubicBezTo>
                <a:cubicBezTo>
                  <a:pt x="272430" y="73874"/>
                  <a:pt x="275848" y="77513"/>
                  <a:pt x="276357" y="82074"/>
                </a:cubicBezTo>
                <a:lnTo>
                  <a:pt x="278713" y="103079"/>
                </a:lnTo>
                <a:cubicBezTo>
                  <a:pt x="279406" y="109159"/>
                  <a:pt x="282548" y="114917"/>
                  <a:pt x="287815" y="118141"/>
                </a:cubicBezTo>
                <a:cubicBezTo>
                  <a:pt x="293682" y="121734"/>
                  <a:pt x="300474" y="122011"/>
                  <a:pt x="306203" y="119523"/>
                </a:cubicBezTo>
                <a:lnTo>
                  <a:pt x="326115" y="110817"/>
                </a:lnTo>
                <a:cubicBezTo>
                  <a:pt x="330273" y="109021"/>
                  <a:pt x="335125" y="109988"/>
                  <a:pt x="338220" y="113305"/>
                </a:cubicBezTo>
                <a:cubicBezTo>
                  <a:pt x="352543" y="128598"/>
                  <a:pt x="363261" y="146931"/>
                  <a:pt x="369498" y="166923"/>
                </a:cubicBezTo>
                <a:cubicBezTo>
                  <a:pt x="370838" y="171299"/>
                  <a:pt x="369360" y="176043"/>
                  <a:pt x="365664" y="178761"/>
                </a:cubicBezTo>
                <a:lnTo>
                  <a:pt x="348015" y="191751"/>
                </a:lnTo>
                <a:cubicBezTo>
                  <a:pt x="339283" y="198154"/>
                  <a:pt x="337388" y="210406"/>
                  <a:pt x="343810" y="219112"/>
                </a:cubicBezTo>
                <a:cubicBezTo>
                  <a:pt x="345012" y="220725"/>
                  <a:pt x="346398" y="222107"/>
                  <a:pt x="348015" y="223304"/>
                </a:cubicBezTo>
                <a:lnTo>
                  <a:pt x="365664" y="236294"/>
                </a:lnTo>
                <a:cubicBezTo>
                  <a:pt x="369360" y="239012"/>
                  <a:pt x="370838" y="243756"/>
                  <a:pt x="369498" y="248132"/>
                </a:cubicBezTo>
                <a:cubicBezTo>
                  <a:pt x="363261" y="268124"/>
                  <a:pt x="352543" y="286457"/>
                  <a:pt x="338220" y="301750"/>
                </a:cubicBezTo>
                <a:cubicBezTo>
                  <a:pt x="335125" y="305021"/>
                  <a:pt x="330320" y="306034"/>
                  <a:pt x="326162" y="304238"/>
                </a:cubicBezTo>
                <a:lnTo>
                  <a:pt x="306757" y="295762"/>
                </a:lnTo>
                <a:cubicBezTo>
                  <a:pt x="301121" y="293275"/>
                  <a:pt x="294560" y="293136"/>
                  <a:pt x="289154" y="296085"/>
                </a:cubicBezTo>
                <a:cubicBezTo>
                  <a:pt x="283102" y="299355"/>
                  <a:pt x="279498" y="305113"/>
                  <a:pt x="278805" y="311285"/>
                </a:cubicBezTo>
                <a:lnTo>
                  <a:pt x="276403" y="332935"/>
                </a:lnTo>
                <a:cubicBezTo>
                  <a:pt x="275895" y="337450"/>
                  <a:pt x="272568" y="341089"/>
                  <a:pt x="268133" y="342148"/>
                </a:cubicBezTo>
                <a:cubicBezTo>
                  <a:pt x="247619" y="346985"/>
                  <a:pt x="226274" y="346985"/>
                  <a:pt x="205761" y="342148"/>
                </a:cubicBezTo>
                <a:cubicBezTo>
                  <a:pt x="201326" y="341089"/>
                  <a:pt x="197999" y="337450"/>
                  <a:pt x="197491" y="332935"/>
                </a:cubicBezTo>
                <a:lnTo>
                  <a:pt x="195089" y="311332"/>
                </a:lnTo>
                <a:cubicBezTo>
                  <a:pt x="193841" y="300599"/>
                  <a:pt x="184139" y="292860"/>
                  <a:pt x="173328" y="294104"/>
                </a:cubicBezTo>
                <a:cubicBezTo>
                  <a:pt x="171387" y="294334"/>
                  <a:pt x="169493" y="294841"/>
                  <a:pt x="167691" y="295624"/>
                </a:cubicBezTo>
                <a:lnTo>
                  <a:pt x="147686" y="304376"/>
                </a:lnTo>
                <a:cubicBezTo>
                  <a:pt x="143528" y="306172"/>
                  <a:pt x="138677" y="305159"/>
                  <a:pt x="135581" y="301889"/>
                </a:cubicBezTo>
                <a:cubicBezTo>
                  <a:pt x="121213" y="286595"/>
                  <a:pt x="110540" y="268216"/>
                  <a:pt x="104303" y="248225"/>
                </a:cubicBezTo>
                <a:cubicBezTo>
                  <a:pt x="102963" y="243849"/>
                  <a:pt x="104442" y="239104"/>
                  <a:pt x="108138" y="236386"/>
                </a:cubicBezTo>
                <a:lnTo>
                  <a:pt x="125787" y="223396"/>
                </a:lnTo>
                <a:cubicBezTo>
                  <a:pt x="134519" y="216994"/>
                  <a:pt x="136413" y="204787"/>
                  <a:pt x="129991" y="196035"/>
                </a:cubicBezTo>
                <a:cubicBezTo>
                  <a:pt x="128790" y="194422"/>
                  <a:pt x="127404" y="192994"/>
                  <a:pt x="125787" y="191843"/>
                </a:cubicBezTo>
                <a:lnTo>
                  <a:pt x="108138" y="178899"/>
                </a:lnTo>
                <a:cubicBezTo>
                  <a:pt x="104442" y="176181"/>
                  <a:pt x="102963" y="171437"/>
                  <a:pt x="104303" y="167107"/>
                </a:cubicBezTo>
                <a:cubicBezTo>
                  <a:pt x="110540" y="147115"/>
                  <a:pt x="121213" y="128782"/>
                  <a:pt x="135581" y="113489"/>
                </a:cubicBezTo>
                <a:cubicBezTo>
                  <a:pt x="138677" y="110172"/>
                  <a:pt x="143528" y="109159"/>
                  <a:pt x="147686" y="111001"/>
                </a:cubicBezTo>
                <a:lnTo>
                  <a:pt x="167599" y="119707"/>
                </a:lnTo>
                <a:cubicBezTo>
                  <a:pt x="177578" y="124037"/>
                  <a:pt x="189221" y="119431"/>
                  <a:pt x="193518" y="109481"/>
                </a:cubicBezTo>
                <a:cubicBezTo>
                  <a:pt x="194303" y="107685"/>
                  <a:pt x="194811" y="105796"/>
                  <a:pt x="195042" y="103862"/>
                </a:cubicBezTo>
                <a:lnTo>
                  <a:pt x="197445" y="82212"/>
                </a:lnTo>
                <a:cubicBezTo>
                  <a:pt x="197953" y="77651"/>
                  <a:pt x="201372" y="73966"/>
                  <a:pt x="205854" y="72953"/>
                </a:cubicBezTo>
                <a:cubicBezTo>
                  <a:pt x="216018" y="70696"/>
                  <a:pt x="226367" y="69544"/>
                  <a:pt x="237039" y="69406"/>
                </a:cubicBezTo>
                <a:close/>
                <a:moveTo>
                  <a:pt x="253718" y="1555"/>
                </a:moveTo>
                <a:cubicBezTo>
                  <a:pt x="288323" y="5931"/>
                  <a:pt x="320848" y="19289"/>
                  <a:pt x="348061" y="40294"/>
                </a:cubicBezTo>
                <a:lnTo>
                  <a:pt x="347553" y="20533"/>
                </a:lnTo>
                <a:cubicBezTo>
                  <a:pt x="347460" y="18322"/>
                  <a:pt x="348292" y="16157"/>
                  <a:pt x="349909" y="14499"/>
                </a:cubicBezTo>
                <a:cubicBezTo>
                  <a:pt x="351480" y="12841"/>
                  <a:pt x="353559" y="11873"/>
                  <a:pt x="355823" y="11781"/>
                </a:cubicBezTo>
                <a:cubicBezTo>
                  <a:pt x="360582" y="11781"/>
                  <a:pt x="364462" y="15466"/>
                  <a:pt x="364647" y="20119"/>
                </a:cubicBezTo>
                <a:lnTo>
                  <a:pt x="365617" y="60885"/>
                </a:lnTo>
                <a:cubicBezTo>
                  <a:pt x="365802" y="65491"/>
                  <a:pt x="362060" y="69453"/>
                  <a:pt x="357347" y="69637"/>
                </a:cubicBezTo>
                <a:lnTo>
                  <a:pt x="316367" y="70696"/>
                </a:lnTo>
                <a:cubicBezTo>
                  <a:pt x="314011" y="70742"/>
                  <a:pt x="311839" y="69821"/>
                  <a:pt x="310222" y="68255"/>
                </a:cubicBezTo>
                <a:cubicBezTo>
                  <a:pt x="308605" y="66643"/>
                  <a:pt x="307681" y="64570"/>
                  <a:pt x="307681" y="62313"/>
                </a:cubicBezTo>
                <a:cubicBezTo>
                  <a:pt x="307589" y="60102"/>
                  <a:pt x="308420" y="57937"/>
                  <a:pt x="310037" y="56278"/>
                </a:cubicBezTo>
                <a:cubicBezTo>
                  <a:pt x="311562" y="54666"/>
                  <a:pt x="313733" y="53699"/>
                  <a:pt x="315997" y="53653"/>
                </a:cubicBezTo>
                <a:lnTo>
                  <a:pt x="337481" y="53100"/>
                </a:lnTo>
                <a:cubicBezTo>
                  <a:pt x="312625" y="34076"/>
                  <a:pt x="283102" y="22007"/>
                  <a:pt x="251639" y="18046"/>
                </a:cubicBezTo>
                <a:cubicBezTo>
                  <a:pt x="170694" y="7820"/>
                  <a:pt x="93215" y="53561"/>
                  <a:pt x="63276" y="129335"/>
                </a:cubicBezTo>
                <a:cubicBezTo>
                  <a:pt x="61983" y="132606"/>
                  <a:pt x="58887" y="134632"/>
                  <a:pt x="55607" y="134632"/>
                </a:cubicBezTo>
                <a:cubicBezTo>
                  <a:pt x="54822" y="134632"/>
                  <a:pt x="54036" y="134540"/>
                  <a:pt x="53297" y="134310"/>
                </a:cubicBezTo>
                <a:cubicBezTo>
                  <a:pt x="50894" y="133573"/>
                  <a:pt x="49000" y="132007"/>
                  <a:pt x="47938" y="129888"/>
                </a:cubicBezTo>
                <a:cubicBezTo>
                  <a:pt x="46921" y="127815"/>
                  <a:pt x="46829" y="125512"/>
                  <a:pt x="47660" y="123439"/>
                </a:cubicBezTo>
                <a:cubicBezTo>
                  <a:pt x="80325" y="40479"/>
                  <a:pt x="165058" y="-9638"/>
                  <a:pt x="253718" y="1555"/>
                </a:cubicBezTo>
                <a:close/>
              </a:path>
            </a:pathLst>
          </a:custGeom>
          <a:gradFill flip="none" rotWithShape="1">
            <a:gsLst>
              <a:gs pos="0">
                <a:srgbClr val="8DC8E8"/>
              </a:gs>
              <a:gs pos="100000">
                <a:srgbClr val="D59ED7"/>
              </a:gs>
            </a:gsLst>
            <a:lin ang="2700000" scaled="1"/>
            <a:tileRect/>
          </a:gradFill>
          <a:ln w="9525" cap="flat" cmpd="sng" algn="ctr">
            <a:noFill/>
            <a:prstDash val="solid"/>
            <a:headEnd type="none" w="med" len="med"/>
            <a:tailEnd type="none" w="med" len="med"/>
          </a:ln>
          <a:effectLst>
            <a:outerShdw blurRad="63500" dist="127000" dir="2700000" algn="tl" rotWithShape="0">
              <a:srgbClr val="000000">
                <a:alpha val="50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600" b="1" i="0" u="none" strike="noStrike" kern="0" cap="none" spc="0" normalizeH="0" baseline="0" noProof="0">
              <a:ln w="3175">
                <a:noFill/>
              </a:ln>
              <a:gradFill>
                <a:gsLst>
                  <a:gs pos="77528">
                    <a:srgbClr val="000000"/>
                  </a:gs>
                  <a:gs pos="53933">
                    <a:srgbClr val="000000"/>
                  </a:gs>
                </a:gsLst>
                <a:path path="circle">
                  <a:fillToRect l="100000" b="100000"/>
                </a:path>
              </a:gradFill>
              <a:effectLst/>
              <a:uLnTx/>
              <a:uFillTx/>
              <a:latin typeface="Segoe Sans Display Semibold"/>
              <a:ea typeface="+mn-ea"/>
              <a:cs typeface="Segoe UI" pitchFamily="34" charset="0"/>
            </a:endParaRPr>
          </a:p>
        </p:txBody>
      </p:sp>
      <p:sp>
        <p:nvSpPr>
          <p:cNvPr id="23" name="Graphic 56">
            <a:extLst>
              <a:ext uri="{FF2B5EF4-FFF2-40B4-BE49-F238E27FC236}">
                <a16:creationId xmlns:a16="http://schemas.microsoft.com/office/drawing/2014/main" id="{F39B5870-5893-1D14-F08E-5FDEA7073920}"/>
              </a:ext>
              <a:ext uri="{C183D7F6-B498-43B3-948B-1728B52AA6E4}">
                <adec:decorative xmlns:adec="http://schemas.microsoft.com/office/drawing/2017/decorative" val="1"/>
              </a:ext>
            </a:extLst>
          </p:cNvPr>
          <p:cNvSpPr>
            <a:spLocks/>
          </p:cNvSpPr>
          <p:nvPr/>
        </p:nvSpPr>
        <p:spPr>
          <a:xfrm>
            <a:off x="7268759" y="3365895"/>
            <a:ext cx="323804" cy="307716"/>
          </a:xfrm>
          <a:custGeom>
            <a:avLst/>
            <a:gdLst>
              <a:gd name="connsiteX0" fmla="*/ 121444 w 190546"/>
              <a:gd name="connsiteY0" fmla="*/ 114300 h 171535"/>
              <a:gd name="connsiteX1" fmla="*/ 138113 w 190546"/>
              <a:gd name="connsiteY1" fmla="*/ 130969 h 171535"/>
              <a:gd name="connsiteX2" fmla="*/ 138103 w 190546"/>
              <a:gd name="connsiteY2" fmla="*/ 140132 h 171535"/>
              <a:gd name="connsiteX3" fmla="*/ 95888 w 190546"/>
              <a:gd name="connsiteY3" fmla="*/ 171536 h 171535"/>
              <a:gd name="connsiteX4" fmla="*/ 52388 w 190546"/>
              <a:gd name="connsiteY4" fmla="*/ 140494 h 171535"/>
              <a:gd name="connsiteX5" fmla="*/ 52388 w 190546"/>
              <a:gd name="connsiteY5" fmla="*/ 130969 h 171535"/>
              <a:gd name="connsiteX6" fmla="*/ 69056 w 190546"/>
              <a:gd name="connsiteY6" fmla="*/ 114300 h 171535"/>
              <a:gd name="connsiteX7" fmla="*/ 121444 w 190546"/>
              <a:gd name="connsiteY7" fmla="*/ 114300 h 171535"/>
              <a:gd name="connsiteX8" fmla="*/ 16669 w 190546"/>
              <a:gd name="connsiteY8" fmla="*/ 66675 h 171535"/>
              <a:gd name="connsiteX9" fmla="*/ 58350 w 190546"/>
              <a:gd name="connsiteY9" fmla="*/ 66675 h 171535"/>
              <a:gd name="connsiteX10" fmla="*/ 68513 w 190546"/>
              <a:gd name="connsiteY10" fmla="*/ 103346 h 171535"/>
              <a:gd name="connsiteX11" fmla="*/ 70056 w 190546"/>
              <a:gd name="connsiteY11" fmla="*/ 104785 h 171535"/>
              <a:gd name="connsiteX12" fmla="*/ 69056 w 190546"/>
              <a:gd name="connsiteY12" fmla="*/ 104775 h 171535"/>
              <a:gd name="connsiteX13" fmla="*/ 43825 w 190546"/>
              <a:gd name="connsiteY13" fmla="*/ 123901 h 171535"/>
              <a:gd name="connsiteX14" fmla="*/ 43501 w 190546"/>
              <a:gd name="connsiteY14" fmla="*/ 123911 h 171535"/>
              <a:gd name="connsiteX15" fmla="*/ 0 w 190546"/>
              <a:gd name="connsiteY15" fmla="*/ 92869 h 171535"/>
              <a:gd name="connsiteX16" fmla="*/ 0 w 190546"/>
              <a:gd name="connsiteY16" fmla="*/ 83344 h 171535"/>
              <a:gd name="connsiteX17" fmla="*/ 16669 w 190546"/>
              <a:gd name="connsiteY17" fmla="*/ 66675 h 171535"/>
              <a:gd name="connsiteX18" fmla="*/ 173831 w 190546"/>
              <a:gd name="connsiteY18" fmla="*/ 66675 h 171535"/>
              <a:gd name="connsiteX19" fmla="*/ 190500 w 190546"/>
              <a:gd name="connsiteY19" fmla="*/ 83344 h 171535"/>
              <a:gd name="connsiteX20" fmla="*/ 190490 w 190546"/>
              <a:gd name="connsiteY20" fmla="*/ 92507 h 171535"/>
              <a:gd name="connsiteX21" fmla="*/ 148276 w 190546"/>
              <a:gd name="connsiteY21" fmla="*/ 123911 h 171535"/>
              <a:gd name="connsiteX22" fmla="*/ 146666 w 190546"/>
              <a:gd name="connsiteY22" fmla="*/ 123892 h 171535"/>
              <a:gd name="connsiteX23" fmla="*/ 123320 w 190546"/>
              <a:gd name="connsiteY23" fmla="*/ 104842 h 171535"/>
              <a:gd name="connsiteX24" fmla="*/ 121444 w 190546"/>
              <a:gd name="connsiteY24" fmla="*/ 104775 h 171535"/>
              <a:gd name="connsiteX25" fmla="*/ 120444 w 190546"/>
              <a:gd name="connsiteY25" fmla="*/ 104785 h 171535"/>
              <a:gd name="connsiteX26" fmla="*/ 132150 w 190546"/>
              <a:gd name="connsiteY26" fmla="*/ 66685 h 171535"/>
              <a:gd name="connsiteX27" fmla="*/ 173831 w 190546"/>
              <a:gd name="connsiteY27" fmla="*/ 66675 h 171535"/>
              <a:gd name="connsiteX28" fmla="*/ 95250 w 190546"/>
              <a:gd name="connsiteY28" fmla="*/ 47625 h 171535"/>
              <a:gd name="connsiteX29" fmla="*/ 123825 w 190546"/>
              <a:gd name="connsiteY29" fmla="*/ 76200 h 171535"/>
              <a:gd name="connsiteX30" fmla="*/ 95250 w 190546"/>
              <a:gd name="connsiteY30" fmla="*/ 104775 h 171535"/>
              <a:gd name="connsiteX31" fmla="*/ 66675 w 190546"/>
              <a:gd name="connsiteY31" fmla="*/ 76200 h 171535"/>
              <a:gd name="connsiteX32" fmla="*/ 95250 w 190546"/>
              <a:gd name="connsiteY32" fmla="*/ 47625 h 171535"/>
              <a:gd name="connsiteX33" fmla="*/ 42863 w 190546"/>
              <a:gd name="connsiteY33" fmla="*/ 0 h 171535"/>
              <a:gd name="connsiteX34" fmla="*/ 71438 w 190546"/>
              <a:gd name="connsiteY34" fmla="*/ 28575 h 171535"/>
              <a:gd name="connsiteX35" fmla="*/ 42863 w 190546"/>
              <a:gd name="connsiteY35" fmla="*/ 57150 h 171535"/>
              <a:gd name="connsiteX36" fmla="*/ 14288 w 190546"/>
              <a:gd name="connsiteY36" fmla="*/ 28575 h 171535"/>
              <a:gd name="connsiteX37" fmla="*/ 42863 w 190546"/>
              <a:gd name="connsiteY37" fmla="*/ 0 h 171535"/>
              <a:gd name="connsiteX38" fmla="*/ 147638 w 190546"/>
              <a:gd name="connsiteY38" fmla="*/ 0 h 171535"/>
              <a:gd name="connsiteX39" fmla="*/ 176213 w 190546"/>
              <a:gd name="connsiteY39" fmla="*/ 28575 h 171535"/>
              <a:gd name="connsiteX40" fmla="*/ 147638 w 190546"/>
              <a:gd name="connsiteY40" fmla="*/ 57150 h 171535"/>
              <a:gd name="connsiteX41" fmla="*/ 119063 w 190546"/>
              <a:gd name="connsiteY41" fmla="*/ 28575 h 171535"/>
              <a:gd name="connsiteX42" fmla="*/ 147638 w 190546"/>
              <a:gd name="connsiteY42" fmla="*/ 0 h 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90546" h="171535">
                <a:moveTo>
                  <a:pt x="121444" y="114300"/>
                </a:moveTo>
                <a:cubicBezTo>
                  <a:pt x="130645" y="114300"/>
                  <a:pt x="138113" y="121768"/>
                  <a:pt x="138113" y="130969"/>
                </a:cubicBezTo>
                <a:lnTo>
                  <a:pt x="138103" y="140132"/>
                </a:lnTo>
                <a:cubicBezTo>
                  <a:pt x="139217" y="160992"/>
                  <a:pt x="123711" y="171536"/>
                  <a:pt x="95888" y="171536"/>
                </a:cubicBezTo>
                <a:cubicBezTo>
                  <a:pt x="68170" y="171536"/>
                  <a:pt x="52388" y="161153"/>
                  <a:pt x="52388" y="140494"/>
                </a:cubicBezTo>
                <a:lnTo>
                  <a:pt x="52388" y="130969"/>
                </a:lnTo>
                <a:cubicBezTo>
                  <a:pt x="52388" y="121768"/>
                  <a:pt x="59855" y="114300"/>
                  <a:pt x="69056" y="114300"/>
                </a:cubicBezTo>
                <a:lnTo>
                  <a:pt x="121444" y="114300"/>
                </a:lnTo>
                <a:close/>
                <a:moveTo>
                  <a:pt x="16669" y="66675"/>
                </a:moveTo>
                <a:lnTo>
                  <a:pt x="58350" y="66675"/>
                </a:lnTo>
                <a:cubicBezTo>
                  <a:pt x="54968" y="79837"/>
                  <a:pt x="58839" y="93803"/>
                  <a:pt x="68513" y="103346"/>
                </a:cubicBezTo>
                <a:lnTo>
                  <a:pt x="70056" y="104785"/>
                </a:lnTo>
                <a:lnTo>
                  <a:pt x="69056" y="104775"/>
                </a:lnTo>
                <a:cubicBezTo>
                  <a:pt x="57308" y="104771"/>
                  <a:pt x="46994" y="112589"/>
                  <a:pt x="43825" y="123901"/>
                </a:cubicBezTo>
                <a:lnTo>
                  <a:pt x="43501" y="123911"/>
                </a:lnTo>
                <a:cubicBezTo>
                  <a:pt x="15783" y="123911"/>
                  <a:pt x="0" y="113528"/>
                  <a:pt x="0" y="92869"/>
                </a:cubicBezTo>
                <a:lnTo>
                  <a:pt x="0" y="83344"/>
                </a:lnTo>
                <a:cubicBezTo>
                  <a:pt x="0" y="74143"/>
                  <a:pt x="7468" y="66675"/>
                  <a:pt x="16669" y="66675"/>
                </a:cubicBezTo>
                <a:close/>
                <a:moveTo>
                  <a:pt x="173831" y="66675"/>
                </a:moveTo>
                <a:cubicBezTo>
                  <a:pt x="183032" y="66675"/>
                  <a:pt x="190500" y="74143"/>
                  <a:pt x="190500" y="83344"/>
                </a:cubicBezTo>
                <a:lnTo>
                  <a:pt x="190490" y="92507"/>
                </a:lnTo>
                <a:cubicBezTo>
                  <a:pt x="191605" y="113367"/>
                  <a:pt x="176098" y="123911"/>
                  <a:pt x="148276" y="123911"/>
                </a:cubicBezTo>
                <a:lnTo>
                  <a:pt x="146666" y="123892"/>
                </a:lnTo>
                <a:cubicBezTo>
                  <a:pt x="143666" y="113263"/>
                  <a:pt x="134335" y="105648"/>
                  <a:pt x="123320" y="104842"/>
                </a:cubicBezTo>
                <a:lnTo>
                  <a:pt x="121444" y="104775"/>
                </a:lnTo>
                <a:lnTo>
                  <a:pt x="120444" y="104785"/>
                </a:lnTo>
                <a:cubicBezTo>
                  <a:pt x="131227" y="95314"/>
                  <a:pt x="135755" y="80576"/>
                  <a:pt x="132150" y="66685"/>
                </a:cubicBezTo>
                <a:lnTo>
                  <a:pt x="173831" y="66675"/>
                </a:lnTo>
                <a:close/>
                <a:moveTo>
                  <a:pt x="95250" y="47625"/>
                </a:moveTo>
                <a:cubicBezTo>
                  <a:pt x="111032" y="47625"/>
                  <a:pt x="123825" y="60419"/>
                  <a:pt x="123825" y="76200"/>
                </a:cubicBezTo>
                <a:cubicBezTo>
                  <a:pt x="123825" y="91982"/>
                  <a:pt x="111032" y="104775"/>
                  <a:pt x="95250" y="104775"/>
                </a:cubicBezTo>
                <a:cubicBezTo>
                  <a:pt x="79468" y="104775"/>
                  <a:pt x="66675" y="91982"/>
                  <a:pt x="66675" y="76200"/>
                </a:cubicBezTo>
                <a:cubicBezTo>
                  <a:pt x="66675" y="60419"/>
                  <a:pt x="79468" y="47625"/>
                  <a:pt x="95250" y="47625"/>
                </a:cubicBezTo>
                <a:close/>
                <a:moveTo>
                  <a:pt x="42863" y="0"/>
                </a:moveTo>
                <a:cubicBezTo>
                  <a:pt x="58644" y="0"/>
                  <a:pt x="71438" y="12794"/>
                  <a:pt x="71438" y="28575"/>
                </a:cubicBezTo>
                <a:cubicBezTo>
                  <a:pt x="71438" y="44356"/>
                  <a:pt x="58644" y="57150"/>
                  <a:pt x="42863" y="57150"/>
                </a:cubicBezTo>
                <a:cubicBezTo>
                  <a:pt x="27081" y="57150"/>
                  <a:pt x="14288" y="44356"/>
                  <a:pt x="14288" y="28575"/>
                </a:cubicBezTo>
                <a:cubicBezTo>
                  <a:pt x="14288" y="12794"/>
                  <a:pt x="27081" y="0"/>
                  <a:pt x="42863" y="0"/>
                </a:cubicBezTo>
                <a:close/>
                <a:moveTo>
                  <a:pt x="147638" y="0"/>
                </a:moveTo>
                <a:cubicBezTo>
                  <a:pt x="163419" y="0"/>
                  <a:pt x="176213" y="12794"/>
                  <a:pt x="176213" y="28575"/>
                </a:cubicBezTo>
                <a:cubicBezTo>
                  <a:pt x="176213" y="44356"/>
                  <a:pt x="163419" y="57150"/>
                  <a:pt x="147638" y="57150"/>
                </a:cubicBezTo>
                <a:cubicBezTo>
                  <a:pt x="131856" y="57150"/>
                  <a:pt x="119063" y="44356"/>
                  <a:pt x="119063" y="28575"/>
                </a:cubicBezTo>
                <a:cubicBezTo>
                  <a:pt x="119063" y="12794"/>
                  <a:pt x="131856" y="0"/>
                  <a:pt x="147638" y="0"/>
                </a:cubicBezTo>
                <a:close/>
              </a:path>
            </a:pathLst>
          </a:custGeom>
          <a:gradFill flip="none" rotWithShape="1">
            <a:gsLst>
              <a:gs pos="0">
                <a:srgbClr val="8DC8E8"/>
              </a:gs>
              <a:gs pos="100000">
                <a:srgbClr val="D59ED7"/>
              </a:gs>
            </a:gsLst>
            <a:lin ang="2700000" scaled="1"/>
            <a:tileRect/>
          </a:gradFill>
          <a:ln w="9525" cap="flat" cmpd="sng" algn="ctr">
            <a:noFill/>
            <a:prstDash val="solid"/>
            <a:headEnd type="none" w="med" len="med"/>
            <a:tailEnd type="none" w="med" len="med"/>
          </a:ln>
          <a:effectLst>
            <a:outerShdw blurRad="63500" dist="127000" dir="2700000" algn="tl" rotWithShape="0">
              <a:srgbClr val="000000">
                <a:alpha val="50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600" b="1" i="0" u="none" strike="noStrike" kern="0" cap="none" spc="0" normalizeH="0" baseline="0" noProof="0">
              <a:ln w="3175">
                <a:noFill/>
              </a:ln>
              <a:gradFill>
                <a:gsLst>
                  <a:gs pos="77528">
                    <a:srgbClr val="000000"/>
                  </a:gs>
                  <a:gs pos="53933">
                    <a:srgbClr val="000000"/>
                  </a:gs>
                </a:gsLst>
                <a:path path="circle">
                  <a:fillToRect l="100000" b="100000"/>
                </a:path>
              </a:gradFill>
              <a:effectLst/>
              <a:uLnTx/>
              <a:uFillTx/>
              <a:latin typeface="Segoe Sans Display Semibold"/>
              <a:ea typeface="+mn-ea"/>
              <a:cs typeface="Segoe UI" pitchFamily="34" charset="0"/>
            </a:endParaRPr>
          </a:p>
        </p:txBody>
      </p:sp>
      <p:sp>
        <p:nvSpPr>
          <p:cNvPr id="24" name="Graphic 41">
            <a:extLst>
              <a:ext uri="{FF2B5EF4-FFF2-40B4-BE49-F238E27FC236}">
                <a16:creationId xmlns:a16="http://schemas.microsoft.com/office/drawing/2014/main" id="{1F2A1C0A-FBAC-3F9B-F0AE-AB14DA5BA078}"/>
              </a:ext>
              <a:ext uri="{C183D7F6-B498-43B3-948B-1728B52AA6E4}">
                <adec:decorative xmlns:adec="http://schemas.microsoft.com/office/drawing/2017/decorative" val="1"/>
              </a:ext>
            </a:extLst>
          </p:cNvPr>
          <p:cNvSpPr>
            <a:spLocks/>
          </p:cNvSpPr>
          <p:nvPr/>
        </p:nvSpPr>
        <p:spPr>
          <a:xfrm>
            <a:off x="9979682" y="3386202"/>
            <a:ext cx="251990" cy="267102"/>
          </a:xfrm>
          <a:custGeom>
            <a:avLst/>
            <a:gdLst>
              <a:gd name="connsiteX0" fmla="*/ 59652 w 1412299"/>
              <a:gd name="connsiteY0" fmla="*/ 150964 h 1418166"/>
              <a:gd name="connsiteX1" fmla="*/ 218983 w 1412299"/>
              <a:gd name="connsiteY1" fmla="*/ 0 h 1418166"/>
              <a:gd name="connsiteX2" fmla="*/ 301095 w 1412299"/>
              <a:gd name="connsiteY2" fmla="*/ 0 h 1418166"/>
              <a:gd name="connsiteX3" fmla="*/ 460355 w 1412299"/>
              <a:gd name="connsiteY3" fmla="*/ 150964 h 1418166"/>
              <a:gd name="connsiteX4" fmla="*/ 519777 w 1412299"/>
              <a:gd name="connsiteY4" fmla="*/ 1250043 h 1418166"/>
              <a:gd name="connsiteX5" fmla="*/ 369044 w 1412299"/>
              <a:gd name="connsiteY5" fmla="*/ 1417933 h 1418166"/>
              <a:gd name="connsiteX6" fmla="*/ 360516 w 1412299"/>
              <a:gd name="connsiteY6" fmla="*/ 1418167 h 1418166"/>
              <a:gd name="connsiteX7" fmla="*/ 159562 w 1412299"/>
              <a:gd name="connsiteY7" fmla="*/ 1418167 h 1418166"/>
              <a:gd name="connsiteX8" fmla="*/ 0 w 1412299"/>
              <a:gd name="connsiteY8" fmla="*/ 1258644 h 1418166"/>
              <a:gd name="connsiteX9" fmla="*/ 231 w 1412299"/>
              <a:gd name="connsiteY9" fmla="*/ 1250043 h 1418166"/>
              <a:gd name="connsiteX10" fmla="*/ 59652 w 1412299"/>
              <a:gd name="connsiteY10" fmla="*/ 150964 h 1418166"/>
              <a:gd name="connsiteX11" fmla="*/ 526796 w 1412299"/>
              <a:gd name="connsiteY11" fmla="*/ 1418167 h 1418166"/>
              <a:gd name="connsiteX12" fmla="*/ 590614 w 1412299"/>
              <a:gd name="connsiteY12" fmla="*/ 1246214 h 1418166"/>
              <a:gd name="connsiteX13" fmla="*/ 551118 w 1412299"/>
              <a:gd name="connsiteY13" fmla="*/ 516496 h 1418166"/>
              <a:gd name="connsiteX14" fmla="*/ 881976 w 1412299"/>
              <a:gd name="connsiteY14" fmla="*/ 242648 h 1418166"/>
              <a:gd name="connsiteX15" fmla="*/ 956863 w 1412299"/>
              <a:gd name="connsiteY15" fmla="*/ 249605 h 1418166"/>
              <a:gd name="connsiteX16" fmla="*/ 969123 w 1412299"/>
              <a:gd name="connsiteY16" fmla="*/ 283633 h 1418166"/>
              <a:gd name="connsiteX17" fmla="*/ 969123 w 1412299"/>
              <a:gd name="connsiteY17" fmla="*/ 584285 h 1418166"/>
              <a:gd name="connsiteX18" fmla="*/ 1322246 w 1412299"/>
              <a:gd name="connsiteY18" fmla="*/ 245272 h 1418166"/>
              <a:gd name="connsiteX19" fmla="*/ 1397445 w 1412299"/>
              <a:gd name="connsiteY19" fmla="*/ 246723 h 1418166"/>
              <a:gd name="connsiteX20" fmla="*/ 1412300 w 1412299"/>
              <a:gd name="connsiteY20" fmla="*/ 283633 h 1418166"/>
              <a:gd name="connsiteX21" fmla="*/ 1412300 w 1412299"/>
              <a:gd name="connsiteY21" fmla="*/ 1258623 h 1418166"/>
              <a:gd name="connsiteX22" fmla="*/ 1252756 w 1412299"/>
              <a:gd name="connsiteY22" fmla="*/ 1418167 h 1418166"/>
              <a:gd name="connsiteX23" fmla="*/ 526796 w 1412299"/>
              <a:gd name="connsiteY23" fmla="*/ 1418167 h 1418166"/>
              <a:gd name="connsiteX24" fmla="*/ 774125 w 1412299"/>
              <a:gd name="connsiteY24" fmla="*/ 1311804 h 1418166"/>
              <a:gd name="connsiteX25" fmla="*/ 1128666 w 1412299"/>
              <a:gd name="connsiteY25" fmla="*/ 1311804 h 1418166"/>
              <a:gd name="connsiteX26" fmla="*/ 1128666 w 1412299"/>
              <a:gd name="connsiteY26" fmla="*/ 992717 h 1418166"/>
              <a:gd name="connsiteX27" fmla="*/ 1057758 w 1412299"/>
              <a:gd name="connsiteY27" fmla="*/ 921808 h 1418166"/>
              <a:gd name="connsiteX28" fmla="*/ 845033 w 1412299"/>
              <a:gd name="connsiteY28" fmla="*/ 921808 h 1418166"/>
              <a:gd name="connsiteX29" fmla="*/ 774125 w 1412299"/>
              <a:gd name="connsiteY29" fmla="*/ 992717 h 1418166"/>
              <a:gd name="connsiteX30" fmla="*/ 774125 w 1412299"/>
              <a:gd name="connsiteY30" fmla="*/ 1311804 h 141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12299" h="1418166">
                <a:moveTo>
                  <a:pt x="59652" y="150964"/>
                </a:moveTo>
                <a:cubicBezTo>
                  <a:pt x="64212" y="66300"/>
                  <a:pt x="134197" y="-10"/>
                  <a:pt x="218983" y="0"/>
                </a:cubicBezTo>
                <a:lnTo>
                  <a:pt x="301095" y="0"/>
                </a:lnTo>
                <a:cubicBezTo>
                  <a:pt x="385855" y="28"/>
                  <a:pt x="455797" y="66327"/>
                  <a:pt x="460355" y="150964"/>
                </a:cubicBezTo>
                <a:lnTo>
                  <a:pt x="519777" y="1250043"/>
                </a:lnTo>
                <a:cubicBezTo>
                  <a:pt x="524515" y="1338026"/>
                  <a:pt x="457030" y="1413196"/>
                  <a:pt x="369044" y="1417933"/>
                </a:cubicBezTo>
                <a:cubicBezTo>
                  <a:pt x="366204" y="1418089"/>
                  <a:pt x="363361" y="1418167"/>
                  <a:pt x="360516" y="1418167"/>
                </a:cubicBezTo>
                <a:lnTo>
                  <a:pt x="159562" y="1418167"/>
                </a:lnTo>
                <a:cubicBezTo>
                  <a:pt x="71449" y="1418174"/>
                  <a:pt x="11" y="1346755"/>
                  <a:pt x="0" y="1258644"/>
                </a:cubicBezTo>
                <a:cubicBezTo>
                  <a:pt x="0" y="1255773"/>
                  <a:pt x="77" y="1252908"/>
                  <a:pt x="231" y="1250043"/>
                </a:cubicBezTo>
                <a:lnTo>
                  <a:pt x="59652" y="150964"/>
                </a:lnTo>
                <a:close/>
                <a:moveTo>
                  <a:pt x="526796" y="1418167"/>
                </a:moveTo>
                <a:cubicBezTo>
                  <a:pt x="569342" y="1373849"/>
                  <a:pt x="594159" y="1312655"/>
                  <a:pt x="590614" y="1246214"/>
                </a:cubicBezTo>
                <a:lnTo>
                  <a:pt x="551118" y="516496"/>
                </a:lnTo>
                <a:lnTo>
                  <a:pt x="881976" y="242648"/>
                </a:lnTo>
                <a:cubicBezTo>
                  <a:pt x="904575" y="223890"/>
                  <a:pt x="938107" y="227005"/>
                  <a:pt x="956863" y="249605"/>
                </a:cubicBezTo>
                <a:cubicBezTo>
                  <a:pt x="964797" y="259167"/>
                  <a:pt x="969137" y="271207"/>
                  <a:pt x="969123" y="283633"/>
                </a:cubicBezTo>
                <a:lnTo>
                  <a:pt x="969123" y="584285"/>
                </a:lnTo>
                <a:lnTo>
                  <a:pt x="1322246" y="245272"/>
                </a:lnTo>
                <a:cubicBezTo>
                  <a:pt x="1343412" y="224908"/>
                  <a:pt x="1377080" y="225557"/>
                  <a:pt x="1397445" y="246723"/>
                </a:cubicBezTo>
                <a:cubicBezTo>
                  <a:pt x="1406982" y="256641"/>
                  <a:pt x="1412307" y="269871"/>
                  <a:pt x="1412300" y="283633"/>
                </a:cubicBezTo>
                <a:lnTo>
                  <a:pt x="1412300" y="1258623"/>
                </a:lnTo>
                <a:cubicBezTo>
                  <a:pt x="1412300" y="1346734"/>
                  <a:pt x="1340867" y="1418167"/>
                  <a:pt x="1252756" y="1418167"/>
                </a:cubicBezTo>
                <a:lnTo>
                  <a:pt x="526796" y="1418167"/>
                </a:lnTo>
                <a:close/>
                <a:moveTo>
                  <a:pt x="774125" y="1311804"/>
                </a:moveTo>
                <a:lnTo>
                  <a:pt x="1128666" y="1311804"/>
                </a:lnTo>
                <a:lnTo>
                  <a:pt x="1128666" y="992717"/>
                </a:lnTo>
                <a:cubicBezTo>
                  <a:pt x="1128666" y="953554"/>
                  <a:pt x="1096921" y="921808"/>
                  <a:pt x="1057758" y="921808"/>
                </a:cubicBezTo>
                <a:lnTo>
                  <a:pt x="845033" y="921808"/>
                </a:lnTo>
                <a:cubicBezTo>
                  <a:pt x="805870" y="921808"/>
                  <a:pt x="774125" y="953554"/>
                  <a:pt x="774125" y="992717"/>
                </a:cubicBezTo>
                <a:lnTo>
                  <a:pt x="774125" y="1311804"/>
                </a:lnTo>
                <a:close/>
              </a:path>
            </a:pathLst>
          </a:custGeom>
          <a:gradFill flip="none" rotWithShape="1">
            <a:gsLst>
              <a:gs pos="0">
                <a:srgbClr val="8DC8E8"/>
              </a:gs>
              <a:gs pos="100000">
                <a:srgbClr val="D59ED7"/>
              </a:gs>
            </a:gsLst>
            <a:lin ang="2700000" scaled="1"/>
            <a:tileRect/>
          </a:gradFill>
          <a:ln w="9525" cap="flat" cmpd="sng" algn="ctr">
            <a:noFill/>
            <a:prstDash val="solid"/>
            <a:headEnd type="none" w="med" len="med"/>
            <a:tailEnd type="none" w="med" len="med"/>
          </a:ln>
          <a:effectLst>
            <a:outerShdw blurRad="63500" dist="127000" dir="2700000" algn="tl" rotWithShape="0">
              <a:srgbClr val="000000">
                <a:alpha val="50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endParaRPr kumimoji="0" lang="en-US" sz="1600" b="1" i="0" u="none" strike="noStrike" kern="0" cap="none" spc="0" normalizeH="0" baseline="0" noProof="0">
              <a:ln w="3175">
                <a:noFill/>
              </a:ln>
              <a:gradFill>
                <a:gsLst>
                  <a:gs pos="77528">
                    <a:srgbClr val="000000"/>
                  </a:gs>
                  <a:gs pos="53933">
                    <a:srgbClr val="000000"/>
                  </a:gs>
                </a:gsLst>
                <a:path path="circle">
                  <a:fillToRect l="100000" b="100000"/>
                </a:path>
              </a:gradFill>
              <a:effectLst/>
              <a:uLnTx/>
              <a:uFillTx/>
              <a:latin typeface="Segoe Sans Display Semibold"/>
              <a:ea typeface="+mn-ea"/>
              <a:cs typeface="Segoe UI" pitchFamily="34" charset="0"/>
            </a:endParaRPr>
          </a:p>
        </p:txBody>
      </p:sp>
      <p:sp>
        <p:nvSpPr>
          <p:cNvPr id="25" name="Title 1">
            <a:extLst>
              <a:ext uri="{FF2B5EF4-FFF2-40B4-BE49-F238E27FC236}">
                <a16:creationId xmlns:a16="http://schemas.microsoft.com/office/drawing/2014/main" id="{F77E2031-EDAB-92D7-251D-14573FBDF076}"/>
              </a:ext>
            </a:extLst>
          </p:cNvPr>
          <p:cNvSpPr txBox="1">
            <a:spLocks noGrp="1"/>
          </p:cNvSpPr>
          <p:nvPr>
            <p:ph type="title"/>
          </p:nvPr>
        </p:nvSpPr>
        <p:spPr>
          <a:xfrm>
            <a:off x="588263" y="1109792"/>
            <a:ext cx="11018520" cy="615553"/>
          </a:xfr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lvl="0" algn="ctr"/>
            <a:r>
              <a:rPr lang="en-US" sz="4000" dirty="0">
                <a:solidFill>
                  <a:srgbClr val="E5202E"/>
                </a:solidFill>
                <a:ea typeface="+mj-ea"/>
                <a:cs typeface="+mj-cs"/>
              </a:rPr>
              <a:t>AI</a:t>
            </a:r>
            <a:r>
              <a:rPr lang="en-US" sz="4000" noProof="0" dirty="0">
                <a:solidFill>
                  <a:schemeClr val="bg1"/>
                </a:solidFill>
              </a:rPr>
              <a:t> is shifting business </a:t>
            </a:r>
            <a:r>
              <a:rPr lang="en-US" sz="4000" dirty="0">
                <a:solidFill>
                  <a:srgbClr val="85BC20"/>
                </a:solidFill>
                <a:ea typeface="+mj-ea"/>
                <a:cs typeface="+mj-cs"/>
              </a:rPr>
              <a:t>today</a:t>
            </a:r>
          </a:p>
        </p:txBody>
      </p:sp>
      <p:sp>
        <p:nvSpPr>
          <p:cNvPr id="26" name="TextBox 25">
            <a:extLst>
              <a:ext uri="{FF2B5EF4-FFF2-40B4-BE49-F238E27FC236}">
                <a16:creationId xmlns:a16="http://schemas.microsoft.com/office/drawing/2014/main" id="{529749F3-B93C-5207-98AC-36C0FC45E641}"/>
              </a:ext>
            </a:extLst>
          </p:cNvPr>
          <p:cNvSpPr txBox="1">
            <a:spLocks/>
          </p:cNvSpPr>
          <p:nvPr/>
        </p:nvSpPr>
        <p:spPr>
          <a:xfrm>
            <a:off x="959610" y="4120736"/>
            <a:ext cx="2250376" cy="861774"/>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Every individual</a:t>
            </a:r>
          </a:p>
        </p:txBody>
      </p:sp>
      <p:sp>
        <p:nvSpPr>
          <p:cNvPr id="27" name="TextBox 26">
            <a:extLst>
              <a:ext uri="{FF2B5EF4-FFF2-40B4-BE49-F238E27FC236}">
                <a16:creationId xmlns:a16="http://schemas.microsoft.com/office/drawing/2014/main" id="{F29F173D-942B-6689-E0F9-88B3DFD0ADBF}"/>
              </a:ext>
            </a:extLst>
          </p:cNvPr>
          <p:cNvSpPr txBox="1">
            <a:spLocks/>
          </p:cNvSpPr>
          <p:nvPr/>
        </p:nvSpPr>
        <p:spPr>
          <a:xfrm>
            <a:off x="3633874" y="4120736"/>
            <a:ext cx="2250376" cy="861774"/>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Every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process</a:t>
            </a:r>
          </a:p>
        </p:txBody>
      </p:sp>
      <p:sp>
        <p:nvSpPr>
          <p:cNvPr id="28" name="TextBox 27">
            <a:extLst>
              <a:ext uri="{FF2B5EF4-FFF2-40B4-BE49-F238E27FC236}">
                <a16:creationId xmlns:a16="http://schemas.microsoft.com/office/drawing/2014/main" id="{593FE253-5B66-B9B4-4478-17B5F7BC2822}"/>
              </a:ext>
            </a:extLst>
          </p:cNvPr>
          <p:cNvSpPr txBox="1">
            <a:spLocks/>
          </p:cNvSpPr>
          <p:nvPr/>
        </p:nvSpPr>
        <p:spPr>
          <a:xfrm>
            <a:off x="6305473" y="4120736"/>
            <a:ext cx="2250376" cy="861774"/>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Every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organization</a:t>
            </a:r>
            <a:endParaRPr kumimoji="0" lang="en-IN" sz="2800" b="0" i="0" u="none" strike="noStrike" kern="1200" cap="none" spc="0" normalizeH="0" baseline="0" noProof="0">
              <a:ln>
                <a:noFill/>
              </a:ln>
              <a:solidFill>
                <a:srgbClr val="FFFFFF"/>
              </a:solidFill>
              <a:effectLst/>
              <a:uLnTx/>
              <a:uFillTx/>
              <a:latin typeface="Segoe Sans Display Semibold"/>
              <a:ea typeface="+mn-ea"/>
              <a:cs typeface="+mn-cs"/>
            </a:endParaRPr>
          </a:p>
        </p:txBody>
      </p:sp>
      <p:sp>
        <p:nvSpPr>
          <p:cNvPr id="29" name="TextBox 28">
            <a:extLst>
              <a:ext uri="{FF2B5EF4-FFF2-40B4-BE49-F238E27FC236}">
                <a16:creationId xmlns:a16="http://schemas.microsoft.com/office/drawing/2014/main" id="{473B8FF6-5D2E-17E9-A93B-B7F8AD6AB015}"/>
              </a:ext>
            </a:extLst>
          </p:cNvPr>
          <p:cNvSpPr txBox="1">
            <a:spLocks/>
          </p:cNvSpPr>
          <p:nvPr/>
        </p:nvSpPr>
        <p:spPr>
          <a:xfrm>
            <a:off x="9106934" y="4120736"/>
            <a:ext cx="1997484" cy="861774"/>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Segoe Sans Display Semibold"/>
                <a:ea typeface="+mn-ea"/>
                <a:cs typeface="+mn-cs"/>
              </a:rPr>
              <a:t>Every industry</a:t>
            </a:r>
            <a:endParaRPr kumimoji="0" lang="en-IN" sz="2800" b="0" i="0" u="none" strike="noStrike" kern="1200" cap="none" spc="0" normalizeH="0" baseline="0" noProof="0">
              <a:ln>
                <a:noFill/>
              </a:ln>
              <a:solidFill>
                <a:srgbClr val="FFFFFF"/>
              </a:solidFill>
              <a:effectLst/>
              <a:uLnTx/>
              <a:uFillTx/>
              <a:latin typeface="Segoe Sans Display Semibold"/>
              <a:ea typeface="+mn-ea"/>
              <a:cs typeface="+mn-cs"/>
            </a:endParaRPr>
          </a:p>
        </p:txBody>
      </p:sp>
      <p:sp>
        <p:nvSpPr>
          <p:cNvPr id="30" name="Slide Number Placeholder 3">
            <a:extLst>
              <a:ext uri="{FF2B5EF4-FFF2-40B4-BE49-F238E27FC236}">
                <a16:creationId xmlns:a16="http://schemas.microsoft.com/office/drawing/2014/main" id="{2CB09346-8E2C-D892-9A14-D118F403C48B}"/>
              </a:ext>
            </a:extLst>
          </p:cNvPr>
          <p:cNvSpPr txBox="1">
            <a:spLocks/>
          </p:cNvSpPr>
          <p:nvPr/>
        </p:nvSpPr>
        <p:spPr>
          <a:xfrm>
            <a:off x="11341289" y="6404844"/>
            <a:ext cx="476534" cy="153632"/>
          </a:xfrm>
          <a:prstGeom prst="rect">
            <a:avLst/>
          </a:prstGeom>
        </p:spPr>
        <p:txBody>
          <a:bodyPr vert="horz" lIns="0" tIns="45720" rIns="91440" bIns="45720" rtlCol="0" anchor="ctr"/>
          <a:lstStyle>
            <a:defPPr>
              <a:defRPr lang="en-US"/>
            </a:defPPr>
            <a:lvl1pPr marL="0" algn="l" defTabSz="914400" rtl="0" eaLnBrk="1" latinLnBrk="0" hangingPunct="1">
              <a:defRPr sz="10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9E74224C-F5B0-D04D-98A9-64EC68DC7E07}" type="slidenum">
              <a:rPr kumimoji="0" lang="en-US" sz="1000" b="0" i="0" u="none" strike="noStrike" kern="1200" cap="none" spc="0" normalizeH="0" baseline="0" noProof="0" smtClean="0">
                <a:ln>
                  <a:noFill/>
                </a:ln>
                <a:solidFill>
                  <a:srgbClr val="FFF8F5"/>
                </a:solidFill>
                <a:effectLst/>
                <a:uLnTx/>
                <a:uFillTx/>
                <a:latin typeface="Segoe Sans Display"/>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FFF8F5"/>
              </a:solidFill>
              <a:effectLst/>
              <a:uLnTx/>
              <a:uFillTx/>
              <a:latin typeface="Segoe Sans Display"/>
              <a:ea typeface="+mn-ea"/>
              <a:cs typeface="+mn-cs"/>
            </a:endParaRPr>
          </a:p>
        </p:txBody>
      </p:sp>
    </p:spTree>
    <p:custDataLst>
      <p:tags r:id="rId1"/>
    </p:custDataLst>
    <p:extLst>
      <p:ext uri="{BB962C8B-B14F-4D97-AF65-F5344CB8AC3E}">
        <p14:creationId xmlns:p14="http://schemas.microsoft.com/office/powerpoint/2010/main" val="3129096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A672B-E22F-F867-B071-E6EDCA98C71D}"/>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DEA61AE4-E5B5-E051-0196-E7B533DC16D3}"/>
              </a:ext>
            </a:extLst>
          </p:cNvPr>
          <p:cNvSpPr>
            <a:spLocks noGrp="1"/>
          </p:cNvSpPr>
          <p:nvPr>
            <p:ph type="sldNum" sz="quarter" idx="13"/>
          </p:nvPr>
        </p:nvSpPr>
        <p:spPr/>
        <p:txBody>
          <a:bodyPr/>
          <a:lstStyle/>
          <a:p>
            <a:fld id="{C3C3236D-FB65-584A-8227-5A449D06E62A}" type="slidenum">
              <a:rPr lang="en-US" smtClean="0"/>
              <a:pPr/>
              <a:t>17</a:t>
            </a:fld>
            <a:endParaRPr lang="en-US"/>
          </a:p>
        </p:txBody>
      </p:sp>
      <p:sp>
        <p:nvSpPr>
          <p:cNvPr id="7" name="Footer Placeholder 6">
            <a:extLst>
              <a:ext uri="{FF2B5EF4-FFF2-40B4-BE49-F238E27FC236}">
                <a16:creationId xmlns:a16="http://schemas.microsoft.com/office/drawing/2014/main" id="{971B90BD-42D3-AD76-B70F-DCF86C47C126}"/>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E4603395-1898-F551-3980-F7CBFD3E20A4}"/>
              </a:ext>
            </a:extLst>
          </p:cNvPr>
          <p:cNvSpPr>
            <a:spLocks noGrp="1"/>
          </p:cNvSpPr>
          <p:nvPr>
            <p:ph type="title"/>
          </p:nvPr>
        </p:nvSpPr>
        <p:spPr>
          <a:xfrm>
            <a:off x="457200" y="365760"/>
            <a:ext cx="11247120" cy="822960"/>
          </a:xfrm>
        </p:spPr>
        <p:txBody>
          <a:bodyPr>
            <a:normAutofit fontScale="90000"/>
          </a:bodyPr>
          <a:lstStyle/>
          <a:p>
            <a:r>
              <a:rPr lang="en-US" sz="3400"/>
              <a:t>Every application combines your expertise, the API and AI</a:t>
            </a:r>
            <a:endParaRPr lang="en-CA" sz="3400"/>
          </a:p>
        </p:txBody>
      </p:sp>
      <p:sp>
        <p:nvSpPr>
          <p:cNvPr id="14" name="Your expertise - name">
            <a:extLst>
              <a:ext uri="{FF2B5EF4-FFF2-40B4-BE49-F238E27FC236}">
                <a16:creationId xmlns:a16="http://schemas.microsoft.com/office/drawing/2014/main" id="{0AD4B76E-198C-438C-0F64-8128AE3FB693}"/>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Your expertise</a:t>
            </a:r>
          </a:p>
          <a:p>
            <a:pPr>
              <a:spcAft>
                <a:spcPts val="600"/>
              </a:spcAft>
            </a:pPr>
            <a:r>
              <a:rPr lang="en-US" sz="1500" i="1">
                <a:solidFill>
                  <a:srgbClr val="000000"/>
                </a:solidFill>
              </a:rPr>
              <a:t>Knows the workflow and what correct looks like.</a:t>
            </a:r>
            <a:endParaRPr lang="en-CA" sz="1500" i="1">
              <a:solidFill>
                <a:srgbClr val="000000"/>
              </a:solidFill>
            </a:endParaRPr>
          </a:p>
        </p:txBody>
      </p:sp>
      <p:sp>
        <p:nvSpPr>
          <p:cNvPr id="15" name="Your expertise - examples">
            <a:extLst>
              <a:ext uri="{FF2B5EF4-FFF2-40B4-BE49-F238E27FC236}">
                <a16:creationId xmlns:a16="http://schemas.microsoft.com/office/drawing/2014/main" id="{BDB984E2-6CFE-B0E9-B32F-C99E20DD57B8}"/>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You bring</a:t>
            </a:r>
          </a:p>
          <a:p>
            <a:pPr marL="342900" indent="-342900">
              <a:spcAft>
                <a:spcPts val="800"/>
              </a:spcAft>
              <a:buFont typeface="+mj-lt"/>
              <a:buChar char="•"/>
            </a:pPr>
            <a:r>
              <a:rPr lang="en-US" sz="1500">
                <a:solidFill>
                  <a:srgbClr val="000000"/>
                </a:solidFill>
              </a:rPr>
              <a:t>The workflow worth improving, and why.</a:t>
            </a:r>
          </a:p>
          <a:p>
            <a:pPr marL="342900" indent="-342900">
              <a:spcAft>
                <a:spcPts val="800"/>
              </a:spcAft>
              <a:buFont typeface="+mj-lt"/>
              <a:buChar char="•"/>
            </a:pPr>
            <a:r>
              <a:rPr lang="en-US" sz="1500">
                <a:solidFill>
                  <a:srgbClr val="000000"/>
                </a:solidFill>
              </a:rPr>
              <a:t>The rules: which clients, returns or staff, and which exceptions.</a:t>
            </a:r>
          </a:p>
          <a:p>
            <a:pPr marL="342900" indent="-342900">
              <a:spcAft>
                <a:spcPts val="800"/>
              </a:spcAft>
              <a:buFont typeface="+mj-lt"/>
              <a:buChar char="•"/>
            </a:pPr>
            <a:r>
              <a:rPr lang="en-US" sz="1500">
                <a:solidFill>
                  <a:srgbClr val="000000"/>
                </a:solidFill>
              </a:rPr>
              <a:t>Review of the results and approval of any change.</a:t>
            </a:r>
            <a:endParaRPr lang="en-CA" sz="1500">
              <a:solidFill>
                <a:srgbClr val="000000"/>
              </a:solidFill>
            </a:endParaRPr>
          </a:p>
        </p:txBody>
      </p:sp>
      <p:sp>
        <p:nvSpPr>
          <p:cNvPr id="16" name="Your expertise - value">
            <a:extLst>
              <a:ext uri="{FF2B5EF4-FFF2-40B4-BE49-F238E27FC236}">
                <a16:creationId xmlns:a16="http://schemas.microsoft.com/office/drawing/2014/main" id="{1AEDA6CA-6BA5-F047-BE37-A3EE7559F0FD}"/>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Provides:</a:t>
            </a:r>
            <a:r>
              <a:rPr lang="en-US" sz="1500">
                <a:solidFill>
                  <a:srgbClr val="000000"/>
                </a:solidFill>
              </a:rPr>
              <a:t> the what and the why.</a:t>
            </a:r>
            <a:endParaRPr lang="en-CA" sz="1500">
              <a:solidFill>
                <a:srgbClr val="000000"/>
              </a:solidFill>
            </a:endParaRPr>
          </a:p>
        </p:txBody>
      </p:sp>
      <p:sp>
        <p:nvSpPr>
          <p:cNvPr id="17" name="CCH Axcess APIs - name">
            <a:extLst>
              <a:ext uri="{FF2B5EF4-FFF2-40B4-BE49-F238E27FC236}">
                <a16:creationId xmlns:a16="http://schemas.microsoft.com/office/drawing/2014/main" id="{03A88814-EC3F-2A99-0ED3-99EDB50747D4}"/>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CCH Axcess APIs</a:t>
            </a:r>
          </a:p>
          <a:p>
            <a:pPr>
              <a:spcAft>
                <a:spcPts val="600"/>
              </a:spcAft>
            </a:pPr>
            <a:r>
              <a:rPr lang="en-US" sz="1500" i="1">
                <a:solidFill>
                  <a:srgbClr val="000000"/>
                </a:solidFill>
              </a:rPr>
              <a:t>Make firm data and actions reachable from other tools.</a:t>
            </a:r>
            <a:endParaRPr lang="en-CA" sz="1500" i="1">
              <a:solidFill>
                <a:srgbClr val="000000"/>
              </a:solidFill>
            </a:endParaRPr>
          </a:p>
        </p:txBody>
      </p:sp>
      <p:sp>
        <p:nvSpPr>
          <p:cNvPr id="18" name="CCH Axcess APIs - examples">
            <a:extLst>
              <a:ext uri="{FF2B5EF4-FFF2-40B4-BE49-F238E27FC236}">
                <a16:creationId xmlns:a16="http://schemas.microsoft.com/office/drawing/2014/main" id="{2F58014B-694B-4053-6D3A-958F66A9F97F}"/>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They bring</a:t>
            </a:r>
          </a:p>
          <a:p>
            <a:pPr marL="342900" indent="-342900">
              <a:spcAft>
                <a:spcPts val="800"/>
              </a:spcAft>
              <a:buFont typeface="+mj-lt"/>
              <a:buChar char="•"/>
            </a:pPr>
            <a:r>
              <a:rPr lang="en-US" sz="1500">
                <a:solidFill>
                  <a:srgbClr val="000000"/>
                </a:solidFill>
              </a:rPr>
              <a:t>Sign-in and access that follow your firm's authorization policies.</a:t>
            </a:r>
          </a:p>
          <a:p>
            <a:pPr marL="342900" indent="-342900">
              <a:spcAft>
                <a:spcPts val="800"/>
              </a:spcAft>
              <a:buFont typeface="+mj-lt"/>
              <a:buChar char="•"/>
            </a:pPr>
            <a:r>
              <a:rPr lang="en-US" sz="1500">
                <a:solidFill>
                  <a:srgbClr val="000000"/>
                </a:solidFill>
              </a:rPr>
              <a:t>Clients, staff, tax returns and their status.</a:t>
            </a:r>
          </a:p>
          <a:p>
            <a:pPr marL="342900" indent="-342900">
              <a:spcAft>
                <a:spcPts val="800"/>
              </a:spcAft>
              <a:buFont typeface="+mj-lt"/>
              <a:buChar char="•"/>
            </a:pPr>
            <a:r>
              <a:rPr lang="en-US" sz="1500">
                <a:solidFill>
                  <a:srgbClr val="000000"/>
                </a:solidFill>
              </a:rPr>
              <a:t>The same data whether a person, an application or an agent asks.</a:t>
            </a:r>
            <a:endParaRPr lang="en-CA" sz="1500">
              <a:solidFill>
                <a:srgbClr val="000000"/>
              </a:solidFill>
            </a:endParaRPr>
          </a:p>
        </p:txBody>
      </p:sp>
      <p:sp>
        <p:nvSpPr>
          <p:cNvPr id="19" name="CCH Axcess APIs - value">
            <a:extLst>
              <a:ext uri="{FF2B5EF4-FFF2-40B4-BE49-F238E27FC236}">
                <a16:creationId xmlns:a16="http://schemas.microsoft.com/office/drawing/2014/main" id="{77CFF3A1-1FD5-8686-068A-1A094E986A83}"/>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CA" sz="1500" b="1">
                <a:solidFill>
                  <a:srgbClr val="000000"/>
                </a:solidFill>
              </a:rPr>
              <a:t>Provides:</a:t>
            </a:r>
            <a:r>
              <a:rPr lang="en-CA" sz="1500">
                <a:solidFill>
                  <a:srgbClr val="000000"/>
                </a:solidFill>
              </a:rPr>
              <a:t> the access.</a:t>
            </a:r>
          </a:p>
        </p:txBody>
      </p:sp>
      <p:sp>
        <p:nvSpPr>
          <p:cNvPr id="20" name="AI - name">
            <a:extLst>
              <a:ext uri="{FF2B5EF4-FFF2-40B4-BE49-F238E27FC236}">
                <a16:creationId xmlns:a16="http://schemas.microsoft.com/office/drawing/2014/main" id="{4459BC4A-376C-D56C-EFBE-74691C9F1B9F}"/>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AI</a:t>
            </a:r>
          </a:p>
          <a:p>
            <a:pPr>
              <a:spcAft>
                <a:spcPts val="600"/>
              </a:spcAft>
            </a:pPr>
            <a:r>
              <a:rPr lang="en-US" sz="1500" i="1">
                <a:solidFill>
                  <a:srgbClr val="000000"/>
                </a:solidFill>
              </a:rPr>
              <a:t>Turns a plain-language request into a working result.</a:t>
            </a:r>
            <a:endParaRPr lang="en-CA" sz="1500" i="1">
              <a:solidFill>
                <a:srgbClr val="000000"/>
              </a:solidFill>
            </a:endParaRPr>
          </a:p>
        </p:txBody>
      </p:sp>
      <p:sp>
        <p:nvSpPr>
          <p:cNvPr id="21" name="AI - examples">
            <a:extLst>
              <a:ext uri="{FF2B5EF4-FFF2-40B4-BE49-F238E27FC236}">
                <a16:creationId xmlns:a16="http://schemas.microsoft.com/office/drawing/2014/main" id="{B0805C2C-8BE2-E0A1-A25A-8AD328CCC5B8}"/>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It brings</a:t>
            </a:r>
          </a:p>
          <a:p>
            <a:pPr marL="342900" indent="-342900">
              <a:spcAft>
                <a:spcPts val="800"/>
              </a:spcAft>
              <a:buFont typeface="+mj-lt"/>
              <a:buChar char="•"/>
            </a:pPr>
            <a:r>
              <a:rPr lang="en-US" sz="1500">
                <a:solidFill>
                  <a:srgbClr val="000000"/>
                </a:solidFill>
              </a:rPr>
              <a:t>Reads the API definitions and builds the requests.</a:t>
            </a:r>
          </a:p>
          <a:p>
            <a:pPr marL="342900" indent="-342900">
              <a:spcAft>
                <a:spcPts val="800"/>
              </a:spcAft>
              <a:buFont typeface="+mj-lt"/>
              <a:buChar char="•"/>
            </a:pPr>
            <a:r>
              <a:rPr lang="en-US" sz="1500">
                <a:solidFill>
                  <a:srgbClr val="000000"/>
                </a:solidFill>
              </a:rPr>
              <a:t>Writes and tests code, or answers in the moment.</a:t>
            </a:r>
          </a:p>
          <a:p>
            <a:pPr marL="342900" indent="-342900">
              <a:spcAft>
                <a:spcPts val="800"/>
              </a:spcAft>
              <a:buFont typeface="+mj-lt"/>
              <a:buChar char="•"/>
            </a:pPr>
            <a:r>
              <a:rPr lang="en-US" sz="1500">
                <a:solidFill>
                  <a:srgbClr val="000000"/>
                </a:solidFill>
              </a:rPr>
              <a:t>Comes in three kinds: chat, tool-using agent and coding agent.</a:t>
            </a:r>
            <a:endParaRPr lang="en-CA" sz="1500">
              <a:solidFill>
                <a:srgbClr val="000000"/>
              </a:solidFill>
            </a:endParaRPr>
          </a:p>
        </p:txBody>
      </p:sp>
      <p:sp>
        <p:nvSpPr>
          <p:cNvPr id="22" name="AI - value">
            <a:extLst>
              <a:ext uri="{FF2B5EF4-FFF2-40B4-BE49-F238E27FC236}">
                <a16:creationId xmlns:a16="http://schemas.microsoft.com/office/drawing/2014/main" id="{33492983-EC32-001C-B67D-65A171630D4B}"/>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CA" sz="1500" b="1" dirty="0">
                <a:solidFill>
                  <a:srgbClr val="000000"/>
                </a:solidFill>
              </a:rPr>
              <a:t>Provides:</a:t>
            </a:r>
            <a:r>
              <a:rPr lang="en-CA" sz="1500" dirty="0">
                <a:solidFill>
                  <a:srgbClr val="000000"/>
                </a:solidFill>
              </a:rPr>
              <a:t> the intelligence &amp; speed</a:t>
            </a:r>
          </a:p>
        </p:txBody>
      </p:sp>
    </p:spTree>
    <p:custDataLst>
      <p:tags r:id="rId1"/>
    </p:custDataLst>
    <p:extLst>
      <p:ext uri="{BB962C8B-B14F-4D97-AF65-F5344CB8AC3E}">
        <p14:creationId xmlns:p14="http://schemas.microsoft.com/office/powerpoint/2010/main" val="1590715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A4F1541-2493-7007-71AB-79CE930E7A38}"/>
              </a:ext>
            </a:extLst>
          </p:cNvPr>
          <p:cNvSpPr>
            <a:spLocks noGrp="1"/>
          </p:cNvSpPr>
          <p:nvPr>
            <p:ph type="sldNum" sz="quarter" idx="13"/>
          </p:nvPr>
        </p:nvSpPr>
        <p:spPr/>
        <p:txBody>
          <a:bodyPr/>
          <a:lstStyle/>
          <a:p>
            <a:fld id="{C3C3236D-FB65-584A-8227-5A449D06E62A}" type="slidenum">
              <a:rPr lang="en-US" smtClean="0"/>
              <a:pPr/>
              <a:t>18</a:t>
            </a:fld>
            <a:endParaRPr lang="en-US"/>
          </a:p>
        </p:txBody>
      </p:sp>
      <p:sp>
        <p:nvSpPr>
          <p:cNvPr id="7" name="Footer Placeholder 6">
            <a:extLst>
              <a:ext uri="{FF2B5EF4-FFF2-40B4-BE49-F238E27FC236}">
                <a16:creationId xmlns:a16="http://schemas.microsoft.com/office/drawing/2014/main" id="{35D72506-9ACC-FA30-A54F-A39C01B6A380}"/>
              </a:ext>
            </a:extLst>
          </p:cNvPr>
          <p:cNvSpPr>
            <a:spLocks noGrp="1"/>
          </p:cNvSpPr>
          <p:nvPr>
            <p:ph type="ftr" sz="quarter" idx="18"/>
          </p:nvPr>
        </p:nvSpPr>
        <p:spPr/>
        <p:txBody>
          <a:bodyPr/>
          <a:lstStyle/>
          <a:p>
            <a:r>
              <a:rPr lang="en-US" dirty="0"/>
              <a:t>#CCHConnections</a:t>
            </a:r>
          </a:p>
        </p:txBody>
      </p:sp>
      <p:sp>
        <p:nvSpPr>
          <p:cNvPr id="37" name="Title 1">
            <a:extLst>
              <a:ext uri="{FF2B5EF4-FFF2-40B4-BE49-F238E27FC236}">
                <a16:creationId xmlns:a16="http://schemas.microsoft.com/office/drawing/2014/main" id="{41C79F93-194D-3B5B-4570-5784E9B9E9E3}"/>
              </a:ext>
            </a:extLst>
          </p:cNvPr>
          <p:cNvSpPr txBox="1">
            <a:spLocks/>
          </p:cNvSpPr>
          <p:nvPr/>
        </p:nvSpPr>
        <p:spPr>
          <a:xfrm>
            <a:off x="457200" y="365760"/>
            <a:ext cx="11247120" cy="822960"/>
          </a:xfrm>
          <a:prstGeom prst="rect">
            <a:avLst/>
          </a:prstGeom>
        </p:spPr>
        <p:txBody>
          <a:bodyPr vert="horz" lIns="90000" tIns="46800" rIns="90000" bIns="46800" rtlCol="0" anchor="t">
            <a:normAutofit/>
          </a:bodyPr>
          <a:lstStyle>
            <a:lvl1pPr algn="l" defTabSz="609585" rtl="0" eaLnBrk="1" latinLnBrk="0" hangingPunct="1">
              <a:spcBef>
                <a:spcPct val="0"/>
              </a:spcBef>
              <a:buNone/>
              <a:defRPr sz="2800" b="0" i="0" kern="1200">
                <a:solidFill>
                  <a:schemeClr val="tx1"/>
                </a:solidFill>
                <a:latin typeface="+mj-lt"/>
                <a:ea typeface="Fira Sans Light" panose="020B0403050000020004" pitchFamily="34" charset="0"/>
                <a:cs typeface="+mj-cs"/>
              </a:defRPr>
            </a:lvl1pPr>
          </a:lstStyle>
          <a:p>
            <a:r>
              <a:rPr lang="en-US" sz="3400"/>
              <a:t>Each kind of AI tool fits a different firm task</a:t>
            </a:r>
            <a:endParaRPr lang="en-CA" sz="3400"/>
          </a:p>
        </p:txBody>
      </p:sp>
      <p:sp>
        <p:nvSpPr>
          <p:cNvPr id="38" name="Chat assistant - name">
            <a:extLst>
              <a:ext uri="{FF2B5EF4-FFF2-40B4-BE49-F238E27FC236}">
                <a16:creationId xmlns:a16="http://schemas.microsoft.com/office/drawing/2014/main" id="{EED70542-5148-4A01-4DDB-55ECC3A758B0}"/>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CA" sz="2200" b="1">
                <a:solidFill>
                  <a:srgbClr val="000000"/>
                </a:solidFill>
              </a:rPr>
              <a:t>Chat assistant</a:t>
            </a:r>
          </a:p>
          <a:p>
            <a:pPr>
              <a:spcAft>
                <a:spcPts val="600"/>
              </a:spcAft>
            </a:pPr>
            <a:r>
              <a:rPr lang="en-CA" sz="1500" i="1">
                <a:solidFill>
                  <a:srgbClr val="000000"/>
                </a:solidFill>
              </a:rPr>
              <a:t>Responds to a request in conversation.</a:t>
            </a:r>
          </a:p>
        </p:txBody>
      </p:sp>
      <p:sp>
        <p:nvSpPr>
          <p:cNvPr id="39" name="Chat assistant - examples">
            <a:extLst>
              <a:ext uri="{FF2B5EF4-FFF2-40B4-BE49-F238E27FC236}">
                <a16:creationId xmlns:a16="http://schemas.microsoft.com/office/drawing/2014/main" id="{7268D568-A241-282A-A7A2-A858E5A7A91C}"/>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a:solidFill>
                  <a:srgbClr val="000000"/>
                </a:solidFill>
              </a:rPr>
              <a:t>Draft a client email listing the documents still needed.</a:t>
            </a:r>
          </a:p>
          <a:p>
            <a:pPr marL="342900" indent="-342900">
              <a:spcAft>
                <a:spcPts val="800"/>
              </a:spcAft>
              <a:buFont typeface="+mj-lt"/>
              <a:buChar char="•"/>
            </a:pPr>
            <a:r>
              <a:rPr lang="en-US" sz="1500">
                <a:solidFill>
                  <a:srgbClr val="000000"/>
                </a:solidFill>
              </a:rPr>
              <a:t>Summarize a tax-law update for staff.</a:t>
            </a:r>
          </a:p>
          <a:p>
            <a:pPr marL="342900" indent="-342900">
              <a:spcAft>
                <a:spcPts val="800"/>
              </a:spcAft>
              <a:buFont typeface="+mj-lt"/>
              <a:buChar char="•"/>
            </a:pPr>
            <a:r>
              <a:rPr lang="en-US" sz="1500">
                <a:solidFill>
                  <a:srgbClr val="000000"/>
                </a:solidFill>
              </a:rPr>
              <a:t>Explain an API capability in plain language before anyone builds.</a:t>
            </a:r>
            <a:endParaRPr lang="en-CA" sz="1500">
              <a:solidFill>
                <a:srgbClr val="000000"/>
              </a:solidFill>
            </a:endParaRPr>
          </a:p>
        </p:txBody>
      </p:sp>
      <p:sp>
        <p:nvSpPr>
          <p:cNvPr id="40" name="Chat assistant - value">
            <a:extLst>
              <a:ext uri="{FF2B5EF4-FFF2-40B4-BE49-F238E27FC236}">
                <a16:creationId xmlns:a16="http://schemas.microsoft.com/office/drawing/2014/main" id="{1E080DA9-2D93-F67C-9DCC-8B04B73C6949}"/>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faster drafting and research, from what you share with it.</a:t>
            </a:r>
            <a:endParaRPr lang="en-CA" sz="1500">
              <a:solidFill>
                <a:srgbClr val="000000"/>
              </a:solidFill>
            </a:endParaRPr>
          </a:p>
        </p:txBody>
      </p:sp>
      <p:sp>
        <p:nvSpPr>
          <p:cNvPr id="41" name="Tool-using agent - name">
            <a:extLst>
              <a:ext uri="{FF2B5EF4-FFF2-40B4-BE49-F238E27FC236}">
                <a16:creationId xmlns:a16="http://schemas.microsoft.com/office/drawing/2014/main" id="{E9AA0703-E0E5-DC7E-4386-82C711BAF7E0}"/>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Tool-using agent</a:t>
            </a:r>
          </a:p>
          <a:p>
            <a:pPr>
              <a:spcAft>
                <a:spcPts val="600"/>
              </a:spcAft>
            </a:pPr>
            <a:r>
              <a:rPr lang="en-US" sz="1500" i="1">
                <a:solidFill>
                  <a:srgbClr val="000000"/>
                </a:solidFill>
              </a:rPr>
              <a:t>Can call a connected tool while handling the request.</a:t>
            </a:r>
            <a:endParaRPr lang="en-CA" sz="1500" i="1">
              <a:solidFill>
                <a:srgbClr val="000000"/>
              </a:solidFill>
            </a:endParaRPr>
          </a:p>
        </p:txBody>
      </p:sp>
      <p:sp>
        <p:nvSpPr>
          <p:cNvPr id="42" name="Tool-using agent - examples">
            <a:extLst>
              <a:ext uri="{FF2B5EF4-FFF2-40B4-BE49-F238E27FC236}">
                <a16:creationId xmlns:a16="http://schemas.microsoft.com/office/drawing/2014/main" id="{4A33EAA2-EF27-280C-3364-668F7FDCD0AA}"/>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a:solidFill>
                  <a:srgbClr val="000000"/>
                </a:solidFill>
              </a:rPr>
              <a:t>"Which of this client's returns are still in preparation?"</a:t>
            </a:r>
          </a:p>
          <a:p>
            <a:pPr marL="342900" indent="-342900">
              <a:spcAft>
                <a:spcPts val="800"/>
              </a:spcAft>
              <a:buFont typeface="+mj-lt"/>
              <a:buChar char="•"/>
            </a:pPr>
            <a:r>
              <a:rPr lang="en-US" sz="1500">
                <a:solidFill>
                  <a:srgbClr val="000000"/>
                </a:solidFill>
              </a:rPr>
              <a:t>"Is the contact information for this client complete?"</a:t>
            </a:r>
          </a:p>
          <a:p>
            <a:pPr marL="342900" indent="-342900">
              <a:spcAft>
                <a:spcPts val="800"/>
              </a:spcAft>
              <a:buFont typeface="+mj-lt"/>
              <a:buChar char="•"/>
            </a:pPr>
            <a:r>
              <a:rPr lang="en-US" sz="1500">
                <a:solidFill>
                  <a:srgbClr val="000000"/>
                </a:solidFill>
              </a:rPr>
              <a:t>"Summarize this client's open returns for the partner meeting."</a:t>
            </a:r>
            <a:endParaRPr lang="en-CA" sz="1500">
              <a:solidFill>
                <a:srgbClr val="000000"/>
              </a:solidFill>
            </a:endParaRPr>
          </a:p>
        </p:txBody>
      </p:sp>
      <p:sp>
        <p:nvSpPr>
          <p:cNvPr id="43" name="Tool-using agent - value">
            <a:extLst>
              <a:ext uri="{FF2B5EF4-FFF2-40B4-BE49-F238E27FC236}">
                <a16:creationId xmlns:a16="http://schemas.microsoft.com/office/drawing/2014/main" id="{9F3D1A11-181F-D4C1-DAA3-E9C4536BA8F4}"/>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answers from live firm data, in the conversation.</a:t>
            </a:r>
            <a:endParaRPr lang="en-CA" sz="1500">
              <a:solidFill>
                <a:srgbClr val="000000"/>
              </a:solidFill>
            </a:endParaRPr>
          </a:p>
        </p:txBody>
      </p:sp>
      <p:sp>
        <p:nvSpPr>
          <p:cNvPr id="44" name="Coding agent - name">
            <a:extLst>
              <a:ext uri="{FF2B5EF4-FFF2-40B4-BE49-F238E27FC236}">
                <a16:creationId xmlns:a16="http://schemas.microsoft.com/office/drawing/2014/main" id="{5A7322C1-54F9-0519-4435-60E2E13EB922}"/>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Coding agent</a:t>
            </a:r>
          </a:p>
          <a:p>
            <a:pPr>
              <a:spcAft>
                <a:spcPts val="600"/>
              </a:spcAft>
            </a:pPr>
            <a:r>
              <a:rPr lang="en-US" sz="1500" i="1">
                <a:solidFill>
                  <a:srgbClr val="000000"/>
                </a:solidFill>
              </a:rPr>
              <a:t>Uses your laptop or a Codespace to build, run and test new applications.</a:t>
            </a:r>
            <a:endParaRPr lang="en-CA" sz="1500" i="1">
              <a:solidFill>
                <a:srgbClr val="000000"/>
              </a:solidFill>
            </a:endParaRPr>
          </a:p>
        </p:txBody>
      </p:sp>
      <p:sp>
        <p:nvSpPr>
          <p:cNvPr id="45" name="Coding agent - examples">
            <a:extLst>
              <a:ext uri="{FF2B5EF4-FFF2-40B4-BE49-F238E27FC236}">
                <a16:creationId xmlns:a16="http://schemas.microsoft.com/office/drawing/2014/main" id="{E2AB8B70-5F7C-644B-CB52-C0EB2954B38C}"/>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b="1">
                <a:solidFill>
                  <a:srgbClr val="000000"/>
                </a:solidFill>
              </a:rPr>
              <a:t>Creates new apps:</a:t>
            </a:r>
            <a:r>
              <a:rPr lang="en-US" sz="1500">
                <a:solidFill>
                  <a:srgbClr val="000000"/>
                </a:solidFill>
              </a:rPr>
              <a:t> search clients and export their contact details to Excel, from a plain-language request.</a:t>
            </a:r>
          </a:p>
          <a:p>
            <a:pPr marL="342900" indent="-342900">
              <a:spcAft>
                <a:spcPts val="800"/>
              </a:spcAft>
              <a:buFont typeface="+mj-lt"/>
              <a:buChar char="•"/>
            </a:pPr>
            <a:r>
              <a:rPr lang="en-US" sz="1500" b="1">
                <a:solidFill>
                  <a:srgbClr val="000000"/>
                </a:solidFill>
              </a:rPr>
              <a:t>Works with your files and tools:</a:t>
            </a:r>
            <a:r>
              <a:rPr lang="en-US" sz="1500">
                <a:solidFill>
                  <a:srgbClr val="000000"/>
                </a:solidFill>
              </a:rPr>
              <a:t> reads a staff spreadsheet, calls the API, runs and tests the code.</a:t>
            </a:r>
          </a:p>
          <a:p>
            <a:pPr marL="342900" indent="-342900">
              <a:spcAft>
                <a:spcPts val="800"/>
              </a:spcAft>
              <a:buFont typeface="+mj-lt"/>
              <a:buChar char="•"/>
            </a:pPr>
            <a:r>
              <a:rPr lang="en-US" sz="1500" b="1">
                <a:solidFill>
                  <a:srgbClr val="000000"/>
                </a:solidFill>
              </a:rPr>
              <a:t>Builds in the safeguards you ask for:</a:t>
            </a:r>
            <a:r>
              <a:rPr lang="en-US" sz="1500">
                <a:solidFill>
                  <a:srgbClr val="000000"/>
                </a:solidFill>
              </a:rPr>
              <a:t> a preview and approval step before syncing addresses.</a:t>
            </a:r>
            <a:endParaRPr lang="en-CA" sz="1500">
              <a:solidFill>
                <a:srgbClr val="000000"/>
              </a:solidFill>
            </a:endParaRPr>
          </a:p>
        </p:txBody>
      </p:sp>
      <p:sp>
        <p:nvSpPr>
          <p:cNvPr id="46" name="Coding agent - value">
            <a:extLst>
              <a:ext uri="{FF2B5EF4-FFF2-40B4-BE49-F238E27FC236}">
                <a16:creationId xmlns:a16="http://schemas.microsoft.com/office/drawing/2014/main" id="{397C87D9-CB29-F04C-1ECA-9AE60B67ACEA}"/>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new applications, built and tested in your own environment, that run without AI each time.</a:t>
            </a:r>
            <a:endParaRPr lang="en-CA" sz="1500">
              <a:solidFill>
                <a:srgbClr val="000000"/>
              </a:solidFill>
            </a:endParaRPr>
          </a:p>
        </p:txBody>
      </p:sp>
    </p:spTree>
    <p:custDataLst>
      <p:tags r:id="rId1"/>
    </p:custDataLst>
    <p:extLst>
      <p:ext uri="{BB962C8B-B14F-4D97-AF65-F5344CB8AC3E}">
        <p14:creationId xmlns:p14="http://schemas.microsoft.com/office/powerpoint/2010/main" val="313492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A3637FD-4134-09FE-8F35-B0D77EADFE3F}"/>
              </a:ext>
            </a:extLst>
          </p:cNvPr>
          <p:cNvSpPr>
            <a:spLocks noGrp="1"/>
          </p:cNvSpPr>
          <p:nvPr>
            <p:ph type="sldNum" sz="quarter" idx="13"/>
          </p:nvPr>
        </p:nvSpPr>
        <p:spPr/>
        <p:txBody>
          <a:bodyPr/>
          <a:lstStyle/>
          <a:p>
            <a:fld id="{C3C3236D-FB65-584A-8227-5A449D06E62A}" type="slidenum">
              <a:rPr lang="en-US" smtClean="0"/>
              <a:pPr/>
              <a:t>19</a:t>
            </a:fld>
            <a:endParaRPr lang="en-US"/>
          </a:p>
        </p:txBody>
      </p:sp>
      <p:sp>
        <p:nvSpPr>
          <p:cNvPr id="6" name="Footer Placeholder 5">
            <a:extLst>
              <a:ext uri="{FF2B5EF4-FFF2-40B4-BE49-F238E27FC236}">
                <a16:creationId xmlns:a16="http://schemas.microsoft.com/office/drawing/2014/main" id="{CA9BAFA3-B32A-738E-7F27-4DBA324BA972}"/>
              </a:ext>
            </a:extLst>
          </p:cNvPr>
          <p:cNvSpPr>
            <a:spLocks noGrp="1"/>
          </p:cNvSpPr>
          <p:nvPr>
            <p:ph type="ftr" sz="quarter" idx="18"/>
          </p:nvPr>
        </p:nvSpPr>
        <p:spPr/>
        <p:txBody>
          <a:bodyPr/>
          <a:lstStyle/>
          <a:p>
            <a:r>
              <a:rPr lang="en-US"/>
              <a:t>#CCHConnections</a:t>
            </a:r>
            <a:endParaRPr lang="en-US" dirty="0"/>
          </a:p>
        </p:txBody>
      </p:sp>
      <p:sp>
        <p:nvSpPr>
          <p:cNvPr id="25" name="Title 1">
            <a:extLst>
              <a:ext uri="{FF2B5EF4-FFF2-40B4-BE49-F238E27FC236}">
                <a16:creationId xmlns:a16="http://schemas.microsoft.com/office/drawing/2014/main" id="{09389E57-2B23-FE04-62EE-1988D2930F48}"/>
              </a:ext>
            </a:extLst>
          </p:cNvPr>
          <p:cNvSpPr>
            <a:spLocks noGrp="1"/>
          </p:cNvSpPr>
          <p:nvPr>
            <p:ph type="title"/>
          </p:nvPr>
        </p:nvSpPr>
        <p:spPr>
          <a:xfrm>
            <a:off x="457200" y="365760"/>
            <a:ext cx="11247120" cy="822960"/>
          </a:xfrm>
        </p:spPr>
        <p:txBody>
          <a:bodyPr>
            <a:normAutofit/>
          </a:bodyPr>
          <a:lstStyle/>
          <a:p>
            <a:r>
              <a:rPr lang="en-US" sz="3400"/>
              <a:t>AI can build your tool, or be a step inside it</a:t>
            </a:r>
            <a:endParaRPr lang="en-CA" sz="3400"/>
          </a:p>
        </p:txBody>
      </p:sp>
      <p:sp>
        <p:nvSpPr>
          <p:cNvPr id="26" name="AI builds the tool - name">
            <a:extLst>
              <a:ext uri="{FF2B5EF4-FFF2-40B4-BE49-F238E27FC236}">
                <a16:creationId xmlns:a16="http://schemas.microsoft.com/office/drawing/2014/main" id="{11C76389-B6E2-376C-05B4-52A4E036A6B0}"/>
              </a:ext>
            </a:extLst>
          </p:cNvPr>
          <p:cNvSpPr txBox="1"/>
          <p:nvPr/>
        </p:nvSpPr>
        <p:spPr>
          <a:xfrm>
            <a:off x="457200" y="1417320"/>
            <a:ext cx="5394960" cy="1097280"/>
          </a:xfrm>
          <a:prstGeom prst="rect">
            <a:avLst/>
          </a:prstGeom>
          <a:noFill/>
        </p:spPr>
        <p:txBody>
          <a:bodyPr vert="horz" wrap="square" rtlCol="0">
            <a:noAutofit/>
          </a:bodyPr>
          <a:lstStyle/>
          <a:p>
            <a:pPr>
              <a:spcAft>
                <a:spcPts val="600"/>
              </a:spcAft>
            </a:pPr>
            <a:r>
              <a:rPr lang="en-US" sz="2200" b="1">
                <a:solidFill>
                  <a:srgbClr val="000000"/>
                </a:solidFill>
              </a:rPr>
              <a:t>AI builds the tool</a:t>
            </a:r>
          </a:p>
          <a:p>
            <a:pPr>
              <a:spcAft>
                <a:spcPts val="600"/>
              </a:spcAft>
            </a:pPr>
            <a:r>
              <a:rPr lang="en-US" sz="1500" i="1">
                <a:solidFill>
                  <a:srgbClr val="000000"/>
                </a:solidFill>
              </a:rPr>
              <a:t>Build time: a coding agent creates the application once.</a:t>
            </a:r>
            <a:endParaRPr lang="en-CA" sz="1500" i="1">
              <a:solidFill>
                <a:srgbClr val="000000"/>
              </a:solidFill>
            </a:endParaRPr>
          </a:p>
        </p:txBody>
      </p:sp>
      <p:sp>
        <p:nvSpPr>
          <p:cNvPr id="27" name="AI builds the tool - examples">
            <a:extLst>
              <a:ext uri="{FF2B5EF4-FFF2-40B4-BE49-F238E27FC236}">
                <a16:creationId xmlns:a16="http://schemas.microsoft.com/office/drawing/2014/main" id="{9F4DBB19-D47F-0032-3A31-03C5AF8DE01C}"/>
              </a:ext>
            </a:extLst>
          </p:cNvPr>
          <p:cNvSpPr txBox="1"/>
          <p:nvPr/>
        </p:nvSpPr>
        <p:spPr>
          <a:xfrm>
            <a:off x="457200" y="2606040"/>
            <a:ext cx="5394960" cy="2743200"/>
          </a:xfrm>
          <a:prstGeom prst="rect">
            <a:avLst/>
          </a:prstGeom>
          <a:noFill/>
        </p:spPr>
        <p:txBody>
          <a:bodyPr vert="horz" wrap="square" rtlCol="0">
            <a:noAutofit/>
          </a:bodyPr>
          <a:lstStyle/>
          <a:p>
            <a:pPr>
              <a:spcAft>
                <a:spcPts val="600"/>
              </a:spcAft>
            </a:pPr>
            <a:r>
              <a:rPr lang="en-US" sz="1500" b="1">
                <a:solidFill>
                  <a:srgbClr val="000000"/>
                </a:solidFill>
              </a:rPr>
              <a:t>How it works</a:t>
            </a:r>
          </a:p>
          <a:p>
            <a:pPr marL="342900" indent="-342900">
              <a:spcAft>
                <a:spcPts val="800"/>
              </a:spcAft>
              <a:buFont typeface="+mj-lt"/>
              <a:buChar char="•"/>
            </a:pPr>
            <a:r>
              <a:rPr lang="en-US" sz="1500">
                <a:solidFill>
                  <a:srgbClr val="000000"/>
                </a:solidFill>
              </a:rPr>
              <a:t>The coding agent writes and tests the application.</a:t>
            </a:r>
          </a:p>
          <a:p>
            <a:pPr marL="342900" indent="-342900">
              <a:spcAft>
                <a:spcPts val="800"/>
              </a:spcAft>
              <a:buFont typeface="+mj-lt"/>
              <a:buChar char="•"/>
            </a:pPr>
            <a:r>
              <a:rPr lang="en-US" sz="1500">
                <a:solidFill>
                  <a:srgbClr val="000000"/>
                </a:solidFill>
              </a:rPr>
              <a:t>The application then calls the API on its own, every time it runs.</a:t>
            </a:r>
          </a:p>
          <a:p>
            <a:pPr marL="342900" indent="-342900">
              <a:spcAft>
                <a:spcPts val="800"/>
              </a:spcAft>
              <a:buFont typeface="+mj-lt"/>
              <a:buChar char="•"/>
            </a:pPr>
            <a:r>
              <a:rPr lang="en-US" sz="1500">
                <a:solidFill>
                  <a:srgbClr val="000000"/>
                </a:solidFill>
              </a:rPr>
              <a:t>Suits repeatable work with clear rules: comparing staff records, exporting client contacts.</a:t>
            </a:r>
          </a:p>
          <a:p>
            <a:pPr marL="342900" indent="-342900">
              <a:spcAft>
                <a:spcPts val="800"/>
              </a:spcAft>
              <a:buFont typeface="+mj-lt"/>
              <a:buChar char="•"/>
            </a:pPr>
            <a:r>
              <a:rPr lang="en-US" sz="1500">
                <a:solidFill>
                  <a:srgbClr val="000000"/>
                </a:solidFill>
              </a:rPr>
              <a:t>Same steps, same result, every run.</a:t>
            </a:r>
            <a:endParaRPr lang="en-CA" sz="1500">
              <a:solidFill>
                <a:srgbClr val="000000"/>
              </a:solidFill>
            </a:endParaRPr>
          </a:p>
        </p:txBody>
      </p:sp>
      <p:sp>
        <p:nvSpPr>
          <p:cNvPr id="28" name="AI builds the tool - value">
            <a:extLst>
              <a:ext uri="{FF2B5EF4-FFF2-40B4-BE49-F238E27FC236}">
                <a16:creationId xmlns:a16="http://schemas.microsoft.com/office/drawing/2014/main" id="{9BF1EBA5-C1D7-85F3-7B38-CA6079286CB0}"/>
              </a:ext>
            </a:extLst>
          </p:cNvPr>
          <p:cNvSpPr txBox="1"/>
          <p:nvPr/>
        </p:nvSpPr>
        <p:spPr>
          <a:xfrm>
            <a:off x="457200" y="5440680"/>
            <a:ext cx="5394960" cy="822960"/>
          </a:xfrm>
          <a:prstGeom prst="rect">
            <a:avLst/>
          </a:prstGeom>
          <a:noFill/>
        </p:spPr>
        <p:txBody>
          <a:bodyPr vert="horz" wrap="square" rtlCol="0">
            <a:noAutofit/>
          </a:bodyPr>
          <a:lstStyle/>
          <a:p>
            <a:pPr>
              <a:spcAft>
                <a:spcPts val="600"/>
              </a:spcAft>
            </a:pPr>
            <a:r>
              <a:rPr lang="en-US" sz="1500" b="1">
                <a:solidFill>
                  <a:srgbClr val="000000"/>
                </a:solidFill>
              </a:rPr>
              <a:t>Cost:</a:t>
            </a:r>
            <a:r>
              <a:rPr lang="en-US" sz="1500">
                <a:solidFill>
                  <a:srgbClr val="000000"/>
                </a:solidFill>
              </a:rPr>
              <a:t> AI while you build it; none each time it runs.</a:t>
            </a:r>
            <a:endParaRPr lang="en-CA" sz="1500">
              <a:solidFill>
                <a:srgbClr val="000000"/>
              </a:solidFill>
            </a:endParaRPr>
          </a:p>
        </p:txBody>
      </p:sp>
      <p:sp>
        <p:nvSpPr>
          <p:cNvPr id="29" name="AI is a step inside the tool - name">
            <a:extLst>
              <a:ext uri="{FF2B5EF4-FFF2-40B4-BE49-F238E27FC236}">
                <a16:creationId xmlns:a16="http://schemas.microsoft.com/office/drawing/2014/main" id="{B6EB8135-1475-3D7A-A659-59A0DCB3D02C}"/>
              </a:ext>
            </a:extLst>
          </p:cNvPr>
          <p:cNvSpPr txBox="1"/>
          <p:nvPr/>
        </p:nvSpPr>
        <p:spPr>
          <a:xfrm>
            <a:off x="6309360" y="1417320"/>
            <a:ext cx="5394960" cy="1097280"/>
          </a:xfrm>
          <a:prstGeom prst="rect">
            <a:avLst/>
          </a:prstGeom>
          <a:noFill/>
        </p:spPr>
        <p:txBody>
          <a:bodyPr vert="horz" wrap="square" rtlCol="0">
            <a:noAutofit/>
          </a:bodyPr>
          <a:lstStyle/>
          <a:p>
            <a:pPr>
              <a:spcAft>
                <a:spcPts val="600"/>
              </a:spcAft>
            </a:pPr>
            <a:r>
              <a:rPr lang="en-US" sz="2200" b="1">
                <a:solidFill>
                  <a:srgbClr val="000000"/>
                </a:solidFill>
              </a:rPr>
              <a:t>AI is a step inside the tool</a:t>
            </a:r>
          </a:p>
          <a:p>
            <a:pPr>
              <a:spcAft>
                <a:spcPts val="600"/>
              </a:spcAft>
            </a:pPr>
            <a:r>
              <a:rPr lang="en-US" sz="1500" i="1">
                <a:solidFill>
                  <a:srgbClr val="000000"/>
                </a:solidFill>
              </a:rPr>
              <a:t>Run time: an agent handles each request.</a:t>
            </a:r>
            <a:endParaRPr lang="en-CA" sz="1500" i="1">
              <a:solidFill>
                <a:srgbClr val="000000"/>
              </a:solidFill>
            </a:endParaRPr>
          </a:p>
        </p:txBody>
      </p:sp>
      <p:sp>
        <p:nvSpPr>
          <p:cNvPr id="30" name="AI is a step inside the tool - examples">
            <a:extLst>
              <a:ext uri="{FF2B5EF4-FFF2-40B4-BE49-F238E27FC236}">
                <a16:creationId xmlns:a16="http://schemas.microsoft.com/office/drawing/2014/main" id="{E3B10F9C-7794-CD33-C5C4-0A973B6EBFFF}"/>
              </a:ext>
            </a:extLst>
          </p:cNvPr>
          <p:cNvSpPr txBox="1"/>
          <p:nvPr/>
        </p:nvSpPr>
        <p:spPr>
          <a:xfrm>
            <a:off x="6309360" y="2606040"/>
            <a:ext cx="5394960" cy="2743200"/>
          </a:xfrm>
          <a:prstGeom prst="rect">
            <a:avLst/>
          </a:prstGeom>
          <a:noFill/>
        </p:spPr>
        <p:txBody>
          <a:bodyPr vert="horz" wrap="square" rtlCol="0">
            <a:noAutofit/>
          </a:bodyPr>
          <a:lstStyle/>
          <a:p>
            <a:pPr>
              <a:spcAft>
                <a:spcPts val="600"/>
              </a:spcAft>
            </a:pPr>
            <a:r>
              <a:rPr lang="en-US" sz="1500" b="1">
                <a:solidFill>
                  <a:srgbClr val="000000"/>
                </a:solidFill>
              </a:rPr>
              <a:t>How it works</a:t>
            </a:r>
          </a:p>
          <a:p>
            <a:pPr marL="342900" indent="-342900">
              <a:spcAft>
                <a:spcPts val="800"/>
              </a:spcAft>
              <a:buFont typeface="+mj-lt"/>
              <a:buChar char="•"/>
            </a:pPr>
            <a:r>
              <a:rPr lang="en-US" sz="1500">
                <a:solidFill>
                  <a:srgbClr val="000000"/>
                </a:solidFill>
              </a:rPr>
              <a:t>The agent interprets the request, calls the API and reasons over the response, often across several steps.</a:t>
            </a:r>
          </a:p>
          <a:p>
            <a:pPr marL="342900" indent="-342900">
              <a:spcAft>
                <a:spcPts val="800"/>
              </a:spcAft>
              <a:buFont typeface="+mj-lt"/>
              <a:buChar char="•"/>
            </a:pPr>
            <a:r>
              <a:rPr lang="en-US" sz="1500">
                <a:solidFill>
                  <a:srgbClr val="000000"/>
                </a:solidFill>
              </a:rPr>
              <a:t>Build it yourself, with a coding agent or with a platform such as Copilot Studio.</a:t>
            </a:r>
          </a:p>
          <a:p>
            <a:pPr marL="342900" indent="-342900">
              <a:spcAft>
                <a:spcPts val="800"/>
              </a:spcAft>
              <a:buFont typeface="+mj-lt"/>
              <a:buChar char="•"/>
            </a:pPr>
            <a:r>
              <a:rPr lang="en-US" sz="1500">
                <a:solidFill>
                  <a:srgbClr val="000000"/>
                </a:solidFill>
              </a:rPr>
              <a:t>Suits questions that vary: "Which of this client's returns are still in preparation?"</a:t>
            </a:r>
          </a:p>
          <a:p>
            <a:pPr marL="342900" indent="-342900">
              <a:spcAft>
                <a:spcPts val="800"/>
              </a:spcAft>
              <a:buFont typeface="+mj-lt"/>
              <a:buChar char="•"/>
            </a:pPr>
            <a:r>
              <a:rPr lang="en-US" sz="1500">
                <a:solidFill>
                  <a:srgbClr val="000000"/>
                </a:solidFill>
              </a:rPr>
              <a:t>Answers vary with the request; review them.</a:t>
            </a:r>
            <a:endParaRPr lang="en-CA" sz="1500">
              <a:solidFill>
                <a:srgbClr val="000000"/>
              </a:solidFill>
            </a:endParaRPr>
          </a:p>
        </p:txBody>
      </p:sp>
      <p:sp>
        <p:nvSpPr>
          <p:cNvPr id="31" name="AI is a step inside the tool - value">
            <a:extLst>
              <a:ext uri="{FF2B5EF4-FFF2-40B4-BE49-F238E27FC236}">
                <a16:creationId xmlns:a16="http://schemas.microsoft.com/office/drawing/2014/main" id="{71AACDC4-2B66-1440-8E26-5A812D452079}"/>
              </a:ext>
            </a:extLst>
          </p:cNvPr>
          <p:cNvSpPr txBox="1"/>
          <p:nvPr/>
        </p:nvSpPr>
        <p:spPr>
          <a:xfrm>
            <a:off x="6309360" y="5440680"/>
            <a:ext cx="5394960" cy="822960"/>
          </a:xfrm>
          <a:prstGeom prst="rect">
            <a:avLst/>
          </a:prstGeom>
          <a:noFill/>
        </p:spPr>
        <p:txBody>
          <a:bodyPr vert="horz" wrap="square" rtlCol="0">
            <a:noAutofit/>
          </a:bodyPr>
          <a:lstStyle/>
          <a:p>
            <a:pPr>
              <a:spcAft>
                <a:spcPts val="600"/>
              </a:spcAft>
            </a:pPr>
            <a:r>
              <a:rPr lang="en-US" sz="1500" b="1">
                <a:solidFill>
                  <a:srgbClr val="000000"/>
                </a:solidFill>
              </a:rPr>
              <a:t>Cost:</a:t>
            </a:r>
            <a:r>
              <a:rPr lang="en-US" sz="1500">
                <a:solidFill>
                  <a:srgbClr val="000000"/>
                </a:solidFill>
              </a:rPr>
              <a:t> AI on every request it handles.</a:t>
            </a:r>
            <a:endParaRPr lang="en-CA" sz="1500">
              <a:solidFill>
                <a:srgbClr val="000000"/>
              </a:solidFill>
            </a:endParaRPr>
          </a:p>
        </p:txBody>
      </p:sp>
    </p:spTree>
    <p:custDataLst>
      <p:tags r:id="rId1"/>
    </p:custDataLst>
    <p:extLst>
      <p:ext uri="{BB962C8B-B14F-4D97-AF65-F5344CB8AC3E}">
        <p14:creationId xmlns:p14="http://schemas.microsoft.com/office/powerpoint/2010/main" val="714745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BEF1C32-BE9B-4C38-6EC6-27A249690AF3}"/>
              </a:ext>
            </a:extLst>
          </p:cNvPr>
          <p:cNvSpPr>
            <a:spLocks noGrp="1"/>
          </p:cNvSpPr>
          <p:nvPr>
            <p:ph type="sldNum" sz="quarter" idx="13"/>
          </p:nvPr>
        </p:nvSpPr>
        <p:spPr/>
        <p:txBody>
          <a:bodyPr/>
          <a:lstStyle/>
          <a:p>
            <a:fld id="{C3C3236D-FB65-584A-8227-5A449D06E62A}" type="slidenum">
              <a:rPr lang="en-US" smtClean="0"/>
              <a:pPr/>
              <a:t>20</a:t>
            </a:fld>
            <a:endParaRPr lang="en-US"/>
          </a:p>
        </p:txBody>
      </p:sp>
      <p:sp>
        <p:nvSpPr>
          <p:cNvPr id="6" name="Footer Placeholder 5">
            <a:extLst>
              <a:ext uri="{FF2B5EF4-FFF2-40B4-BE49-F238E27FC236}">
                <a16:creationId xmlns:a16="http://schemas.microsoft.com/office/drawing/2014/main" id="{A5C173E9-D1EB-8876-A932-AEC0AFD208F0}"/>
              </a:ext>
            </a:extLst>
          </p:cNvPr>
          <p:cNvSpPr>
            <a:spLocks noGrp="1"/>
          </p:cNvSpPr>
          <p:nvPr>
            <p:ph type="ftr" sz="quarter" idx="18"/>
          </p:nvPr>
        </p:nvSpPr>
        <p:spPr/>
        <p:txBody>
          <a:bodyPr/>
          <a:lstStyle/>
          <a:p>
            <a:r>
              <a:rPr lang="en-US"/>
              <a:t>#CCHConnections</a:t>
            </a:r>
            <a:endParaRPr lang="en-US" dirty="0"/>
          </a:p>
        </p:txBody>
      </p:sp>
      <p:sp>
        <p:nvSpPr>
          <p:cNvPr id="11" name="Title 1">
            <a:extLst>
              <a:ext uri="{FF2B5EF4-FFF2-40B4-BE49-F238E27FC236}">
                <a16:creationId xmlns:a16="http://schemas.microsoft.com/office/drawing/2014/main" id="{2C32AB3B-1092-07C6-640F-615191E6D69B}"/>
              </a:ext>
            </a:extLst>
          </p:cNvPr>
          <p:cNvSpPr>
            <a:spLocks noGrp="1"/>
          </p:cNvSpPr>
          <p:nvPr>
            <p:ph type="title"/>
          </p:nvPr>
        </p:nvSpPr>
        <p:spPr>
          <a:xfrm>
            <a:off x="457200" y="365760"/>
            <a:ext cx="11247120" cy="822960"/>
          </a:xfrm>
        </p:spPr>
        <p:txBody>
          <a:bodyPr>
            <a:normAutofit/>
          </a:bodyPr>
          <a:lstStyle/>
          <a:p>
            <a:r>
              <a:rPr lang="en-CA" sz="3400"/>
              <a:t>Your expertise, multiplied</a:t>
            </a:r>
          </a:p>
        </p:txBody>
      </p:sp>
      <p:sp>
        <p:nvSpPr>
          <p:cNvPr id="12" name="Your process - name">
            <a:extLst>
              <a:ext uri="{FF2B5EF4-FFF2-40B4-BE49-F238E27FC236}">
                <a16:creationId xmlns:a16="http://schemas.microsoft.com/office/drawing/2014/main" id="{B3090171-A987-EDF7-4F93-E79D1A59DE54}"/>
              </a:ext>
            </a:extLst>
          </p:cNvPr>
          <p:cNvSpPr txBox="1"/>
          <p:nvPr/>
        </p:nvSpPr>
        <p:spPr>
          <a:xfrm>
            <a:off x="457200"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Your process</a:t>
            </a:r>
          </a:p>
        </p:txBody>
      </p:sp>
      <p:sp>
        <p:nvSpPr>
          <p:cNvPr id="13" name="Your process - caption">
            <a:extLst>
              <a:ext uri="{FF2B5EF4-FFF2-40B4-BE49-F238E27FC236}">
                <a16:creationId xmlns:a16="http://schemas.microsoft.com/office/drawing/2014/main" id="{0BD982E1-1005-E9AD-3AB8-D188176839B8}"/>
              </a:ext>
            </a:extLst>
          </p:cNvPr>
          <p:cNvSpPr txBox="1"/>
          <p:nvPr/>
        </p:nvSpPr>
        <p:spPr>
          <a:xfrm>
            <a:off x="457200"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You know the workflow and what correct looks like.</a:t>
            </a:r>
            <a:endParaRPr lang="en-CA" sz="1600">
              <a:solidFill>
                <a:srgbClr val="000000"/>
              </a:solidFill>
            </a:endParaRPr>
          </a:p>
        </p:txBody>
      </p:sp>
      <p:sp>
        <p:nvSpPr>
          <p:cNvPr id="14" name="multiply">
            <a:extLst>
              <a:ext uri="{FF2B5EF4-FFF2-40B4-BE49-F238E27FC236}">
                <a16:creationId xmlns:a16="http://schemas.microsoft.com/office/drawing/2014/main" id="{017AE0D6-1E67-8CDB-307C-3D1D20EC97E2}"/>
              </a:ext>
            </a:extLst>
          </p:cNvPr>
          <p:cNvSpPr txBox="1"/>
          <p:nvPr/>
        </p:nvSpPr>
        <p:spPr>
          <a:xfrm>
            <a:off x="3657600" y="2377440"/>
            <a:ext cx="841248" cy="731520"/>
          </a:xfrm>
          <a:prstGeom prst="rect">
            <a:avLst/>
          </a:prstGeom>
          <a:noFill/>
        </p:spPr>
        <p:txBody>
          <a:bodyPr vert="horz" wrap="square" rtlCol="0">
            <a:noAutofit/>
          </a:bodyPr>
          <a:lstStyle/>
          <a:p>
            <a:pPr algn="ctr">
              <a:spcAft>
                <a:spcPts val="600"/>
              </a:spcAft>
            </a:pPr>
            <a:r>
              <a:rPr lang="en-CA" sz="4400">
                <a:solidFill>
                  <a:srgbClr val="000000"/>
                </a:solidFill>
              </a:rPr>
              <a:t>×</a:t>
            </a:r>
          </a:p>
        </p:txBody>
      </p:sp>
      <p:sp>
        <p:nvSpPr>
          <p:cNvPr id="15" name="CCH Axcess data - name">
            <a:extLst>
              <a:ext uri="{FF2B5EF4-FFF2-40B4-BE49-F238E27FC236}">
                <a16:creationId xmlns:a16="http://schemas.microsoft.com/office/drawing/2014/main" id="{F01AAE5E-626F-0AE1-814B-DD50CEA3658C}"/>
              </a:ext>
            </a:extLst>
          </p:cNvPr>
          <p:cNvSpPr txBox="1"/>
          <p:nvPr/>
        </p:nvSpPr>
        <p:spPr>
          <a:xfrm>
            <a:off x="4498848"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CCH Axcess data</a:t>
            </a:r>
          </a:p>
        </p:txBody>
      </p:sp>
      <p:sp>
        <p:nvSpPr>
          <p:cNvPr id="16" name="CCH Axcess data - caption">
            <a:extLst>
              <a:ext uri="{FF2B5EF4-FFF2-40B4-BE49-F238E27FC236}">
                <a16:creationId xmlns:a16="http://schemas.microsoft.com/office/drawing/2014/main" id="{E41ACEB6-7F4D-ED9F-0CB1-069E88F0E87D}"/>
              </a:ext>
            </a:extLst>
          </p:cNvPr>
          <p:cNvSpPr txBox="1"/>
          <p:nvPr/>
        </p:nvSpPr>
        <p:spPr>
          <a:xfrm>
            <a:off x="4498848"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The firm data the workflow runs on, reachable through the APIs.</a:t>
            </a:r>
            <a:endParaRPr lang="en-CA" sz="1600">
              <a:solidFill>
                <a:srgbClr val="000000"/>
              </a:solidFill>
            </a:endParaRPr>
          </a:p>
        </p:txBody>
      </p:sp>
      <p:sp>
        <p:nvSpPr>
          <p:cNvPr id="17" name="multiply">
            <a:extLst>
              <a:ext uri="{FF2B5EF4-FFF2-40B4-BE49-F238E27FC236}">
                <a16:creationId xmlns:a16="http://schemas.microsoft.com/office/drawing/2014/main" id="{01812991-1685-BF1A-E3E5-2780C2F165C2}"/>
              </a:ext>
            </a:extLst>
          </p:cNvPr>
          <p:cNvSpPr txBox="1"/>
          <p:nvPr/>
        </p:nvSpPr>
        <p:spPr>
          <a:xfrm>
            <a:off x="7699248" y="2377440"/>
            <a:ext cx="841248" cy="731520"/>
          </a:xfrm>
          <a:prstGeom prst="rect">
            <a:avLst/>
          </a:prstGeom>
          <a:noFill/>
        </p:spPr>
        <p:txBody>
          <a:bodyPr vert="horz" wrap="square" rtlCol="0">
            <a:noAutofit/>
          </a:bodyPr>
          <a:lstStyle/>
          <a:p>
            <a:pPr algn="ctr">
              <a:spcAft>
                <a:spcPts val="600"/>
              </a:spcAft>
            </a:pPr>
            <a:r>
              <a:rPr lang="en-CA" sz="4400">
                <a:solidFill>
                  <a:srgbClr val="000000"/>
                </a:solidFill>
              </a:rPr>
              <a:t>×</a:t>
            </a:r>
          </a:p>
        </p:txBody>
      </p:sp>
      <p:sp>
        <p:nvSpPr>
          <p:cNvPr id="18" name="Microsoft platforms - name">
            <a:extLst>
              <a:ext uri="{FF2B5EF4-FFF2-40B4-BE49-F238E27FC236}">
                <a16:creationId xmlns:a16="http://schemas.microsoft.com/office/drawing/2014/main" id="{92B2B65F-64DD-BD32-5695-53D7506C14D1}"/>
              </a:ext>
            </a:extLst>
          </p:cNvPr>
          <p:cNvSpPr txBox="1"/>
          <p:nvPr/>
        </p:nvSpPr>
        <p:spPr>
          <a:xfrm>
            <a:off x="8540496"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Microsoft platforms</a:t>
            </a:r>
          </a:p>
        </p:txBody>
      </p:sp>
      <p:sp>
        <p:nvSpPr>
          <p:cNvPr id="19" name="Microsoft platforms - caption">
            <a:extLst>
              <a:ext uri="{FF2B5EF4-FFF2-40B4-BE49-F238E27FC236}">
                <a16:creationId xmlns:a16="http://schemas.microsoft.com/office/drawing/2014/main" id="{EF83D8E4-4CB6-84E4-C851-280EC7AC1B6C}"/>
              </a:ext>
            </a:extLst>
          </p:cNvPr>
          <p:cNvSpPr txBox="1"/>
          <p:nvPr/>
        </p:nvSpPr>
        <p:spPr>
          <a:xfrm>
            <a:off x="8540496"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The technology that turns both into tools, from GitHub Copilot to Copilot Studio.</a:t>
            </a:r>
            <a:endParaRPr lang="en-CA" sz="1600">
              <a:solidFill>
                <a:srgbClr val="000000"/>
              </a:solidFill>
            </a:endParaRPr>
          </a:p>
        </p:txBody>
      </p:sp>
    </p:spTree>
    <p:custDataLst>
      <p:tags r:id="rId1"/>
    </p:custDataLst>
    <p:extLst>
      <p:ext uri="{BB962C8B-B14F-4D97-AF65-F5344CB8AC3E}">
        <p14:creationId xmlns:p14="http://schemas.microsoft.com/office/powerpoint/2010/main" val="19444027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F79F9-F328-8261-E490-8277C8BFF7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D11C83-808B-94EC-B449-4257C824B750}"/>
              </a:ext>
            </a:extLst>
          </p:cNvPr>
          <p:cNvSpPr>
            <a:spLocks noGrp="1"/>
          </p:cNvSpPr>
          <p:nvPr>
            <p:ph type="sldNum" sz="quarter" idx="13"/>
          </p:nvPr>
        </p:nvSpPr>
        <p:spPr/>
        <p:txBody>
          <a:bodyPr/>
          <a:lstStyle/>
          <a:p>
            <a:fld id="{C3C3236D-FB65-584A-8227-5A449D06E62A}" type="slidenum">
              <a:rPr lang="en-US" smtClean="0"/>
              <a:pPr/>
              <a:t>21</a:t>
            </a:fld>
            <a:endParaRPr lang="en-US"/>
          </a:p>
        </p:txBody>
      </p:sp>
      <p:sp>
        <p:nvSpPr>
          <p:cNvPr id="3" name="Footer Placeholder 2">
            <a:extLst>
              <a:ext uri="{FF2B5EF4-FFF2-40B4-BE49-F238E27FC236}">
                <a16:creationId xmlns:a16="http://schemas.microsoft.com/office/drawing/2014/main" id="{B069CC4F-1D03-E346-A391-9B2D8DD29FC9}"/>
              </a:ext>
            </a:extLst>
          </p:cNvPr>
          <p:cNvSpPr>
            <a:spLocks noGrp="1"/>
          </p:cNvSpPr>
          <p:nvPr>
            <p:ph type="ftr" sz="quarter" idx="18"/>
          </p:nvPr>
        </p:nvSpPr>
        <p:spPr/>
        <p:txBody>
          <a:bodyPr/>
          <a:lstStyle/>
          <a:p>
            <a:r>
              <a:rPr lang="en-US"/>
              <a:t>#CCHConnections</a:t>
            </a:r>
            <a:endParaRPr lang="en-US" dirty="0"/>
          </a:p>
        </p:txBody>
      </p:sp>
      <p:sp>
        <p:nvSpPr>
          <p:cNvPr id="6" name="Rectangle: Top Corners Rounded 2">
            <a:extLst>
              <a:ext uri="{FF2B5EF4-FFF2-40B4-BE49-F238E27FC236}">
                <a16:creationId xmlns:a16="http://schemas.microsoft.com/office/drawing/2014/main" id="{01D4D3EC-CF20-FA93-6499-ED05B5D87861}"/>
              </a:ext>
              <a:ext uri="{C183D7F6-B498-43B3-948B-1728B52AA6E4}">
                <adec:decorative xmlns:adec="http://schemas.microsoft.com/office/drawing/2017/decorative" val="1"/>
              </a:ext>
            </a:extLst>
          </p:cNvPr>
          <p:cNvSpPr>
            <a:spLocks/>
          </p:cNvSpPr>
          <p:nvPr/>
        </p:nvSpPr>
        <p:spPr bwMode="auto">
          <a:xfrm rot="16200000" flipH="1">
            <a:off x="358963" y="4197165"/>
            <a:ext cx="1833194" cy="1382715"/>
          </a:xfrm>
          <a:custGeom>
            <a:avLst/>
            <a:gdLst>
              <a:gd name="connsiteX0" fmla="*/ 112583 w 1833195"/>
              <a:gd name="connsiteY0" fmla="*/ 0 h 1384617"/>
              <a:gd name="connsiteX1" fmla="*/ 1720612 w 1833195"/>
              <a:gd name="connsiteY1" fmla="*/ 0 h 1384617"/>
              <a:gd name="connsiteX2" fmla="*/ 1833195 w 1833195"/>
              <a:gd name="connsiteY2" fmla="*/ 112583 h 1384617"/>
              <a:gd name="connsiteX3" fmla="*/ 1833195 w 1833195"/>
              <a:gd name="connsiteY3" fmla="*/ 1384617 h 1384617"/>
              <a:gd name="connsiteX4" fmla="*/ 1833195 w 1833195"/>
              <a:gd name="connsiteY4" fmla="*/ 1384617 h 1384617"/>
              <a:gd name="connsiteX5" fmla="*/ 0 w 1833195"/>
              <a:gd name="connsiteY5" fmla="*/ 1384617 h 1384617"/>
              <a:gd name="connsiteX6" fmla="*/ 0 w 1833195"/>
              <a:gd name="connsiteY6" fmla="*/ 1384617 h 1384617"/>
              <a:gd name="connsiteX7" fmla="*/ 0 w 1833195"/>
              <a:gd name="connsiteY7" fmla="*/ 112583 h 1384617"/>
              <a:gd name="connsiteX8" fmla="*/ 112583 w 1833195"/>
              <a:gd name="connsiteY8" fmla="*/ 0 h 1384617"/>
              <a:gd name="connsiteX0" fmla="*/ 0 w 1833195"/>
              <a:gd name="connsiteY0" fmla="*/ 1384617 h 1476057"/>
              <a:gd name="connsiteX1" fmla="*/ 0 w 1833195"/>
              <a:gd name="connsiteY1" fmla="*/ 112583 h 1476057"/>
              <a:gd name="connsiteX2" fmla="*/ 112583 w 1833195"/>
              <a:gd name="connsiteY2" fmla="*/ 0 h 1476057"/>
              <a:gd name="connsiteX3" fmla="*/ 1720612 w 1833195"/>
              <a:gd name="connsiteY3" fmla="*/ 0 h 1476057"/>
              <a:gd name="connsiteX4" fmla="*/ 1833195 w 1833195"/>
              <a:gd name="connsiteY4" fmla="*/ 112583 h 1476057"/>
              <a:gd name="connsiteX5" fmla="*/ 1833195 w 1833195"/>
              <a:gd name="connsiteY5" fmla="*/ 1384617 h 1476057"/>
              <a:gd name="connsiteX6" fmla="*/ 1833195 w 1833195"/>
              <a:gd name="connsiteY6" fmla="*/ 1384617 h 1476057"/>
              <a:gd name="connsiteX7" fmla="*/ 0 w 1833195"/>
              <a:gd name="connsiteY7" fmla="*/ 1384617 h 1476057"/>
              <a:gd name="connsiteX8" fmla="*/ 91440 w 1833195"/>
              <a:gd name="connsiteY8" fmla="*/ 1476057 h 1476057"/>
              <a:gd name="connsiteX0" fmla="*/ 0 w 1833195"/>
              <a:gd name="connsiteY0" fmla="*/ 1384617 h 1384617"/>
              <a:gd name="connsiteX1" fmla="*/ 0 w 1833195"/>
              <a:gd name="connsiteY1" fmla="*/ 112583 h 1384617"/>
              <a:gd name="connsiteX2" fmla="*/ 112583 w 1833195"/>
              <a:gd name="connsiteY2" fmla="*/ 0 h 1384617"/>
              <a:gd name="connsiteX3" fmla="*/ 1720612 w 1833195"/>
              <a:gd name="connsiteY3" fmla="*/ 0 h 1384617"/>
              <a:gd name="connsiteX4" fmla="*/ 1833195 w 1833195"/>
              <a:gd name="connsiteY4" fmla="*/ 112583 h 1384617"/>
              <a:gd name="connsiteX5" fmla="*/ 1833195 w 1833195"/>
              <a:gd name="connsiteY5" fmla="*/ 1384617 h 1384617"/>
              <a:gd name="connsiteX6" fmla="*/ 1833195 w 1833195"/>
              <a:gd name="connsiteY6" fmla="*/ 1384617 h 1384617"/>
              <a:gd name="connsiteX7" fmla="*/ 0 w 1833195"/>
              <a:gd name="connsiteY7" fmla="*/ 1384617 h 1384617"/>
              <a:gd name="connsiteX0" fmla="*/ 0 w 1833195"/>
              <a:gd name="connsiteY0" fmla="*/ 1384617 h 1384617"/>
              <a:gd name="connsiteX1" fmla="*/ 0 w 1833195"/>
              <a:gd name="connsiteY1" fmla="*/ 112583 h 1384617"/>
              <a:gd name="connsiteX2" fmla="*/ 112583 w 1833195"/>
              <a:gd name="connsiteY2" fmla="*/ 0 h 1384617"/>
              <a:gd name="connsiteX3" fmla="*/ 1720612 w 1833195"/>
              <a:gd name="connsiteY3" fmla="*/ 0 h 1384617"/>
              <a:gd name="connsiteX4" fmla="*/ 1833195 w 1833195"/>
              <a:gd name="connsiteY4" fmla="*/ 112583 h 1384617"/>
              <a:gd name="connsiteX5" fmla="*/ 1833195 w 1833195"/>
              <a:gd name="connsiteY5" fmla="*/ 1384617 h 1384617"/>
              <a:gd name="connsiteX6" fmla="*/ 1833195 w 1833195"/>
              <a:gd name="connsiteY6" fmla="*/ 1384617 h 1384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33195" h="1384617">
                <a:moveTo>
                  <a:pt x="0" y="1384617"/>
                </a:moveTo>
                <a:lnTo>
                  <a:pt x="0" y="112583"/>
                </a:lnTo>
                <a:cubicBezTo>
                  <a:pt x="0" y="50405"/>
                  <a:pt x="50405" y="0"/>
                  <a:pt x="112583" y="0"/>
                </a:cubicBezTo>
                <a:lnTo>
                  <a:pt x="1720612" y="0"/>
                </a:lnTo>
                <a:cubicBezTo>
                  <a:pt x="1782790" y="0"/>
                  <a:pt x="1833195" y="50405"/>
                  <a:pt x="1833195" y="112583"/>
                </a:cubicBezTo>
                <a:lnTo>
                  <a:pt x="1833195" y="1384617"/>
                </a:lnTo>
                <a:lnTo>
                  <a:pt x="1833195" y="1384617"/>
                </a:lnTo>
              </a:path>
            </a:pathLst>
          </a:custGeom>
          <a:solidFill>
            <a:srgbClr val="0D2C3F"/>
          </a:solidFill>
          <a:ln w="6350">
            <a:solidFill>
              <a:schemeClr val="bg1">
                <a:alpha val="30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091F2C"/>
              </a:solidFill>
              <a:effectLst/>
              <a:uLnTx/>
              <a:uFillTx/>
              <a:latin typeface="Segoe Sans Display"/>
              <a:ea typeface="Segoe UI" pitchFamily="34" charset="0"/>
              <a:cs typeface="Segoe UI" pitchFamily="34" charset="0"/>
            </a:endParaRPr>
          </a:p>
        </p:txBody>
      </p:sp>
      <p:sp>
        <p:nvSpPr>
          <p:cNvPr id="7" name="Rectangle: Top Corners Rounded 6">
            <a:extLst>
              <a:ext uri="{FF2B5EF4-FFF2-40B4-BE49-F238E27FC236}">
                <a16:creationId xmlns:a16="http://schemas.microsoft.com/office/drawing/2014/main" id="{E4107040-593C-212D-085E-520C89517714}"/>
              </a:ext>
              <a:ext uri="{C183D7F6-B498-43B3-948B-1728B52AA6E4}">
                <adec:decorative xmlns:adec="http://schemas.microsoft.com/office/drawing/2017/decorative" val="1"/>
              </a:ext>
            </a:extLst>
          </p:cNvPr>
          <p:cNvSpPr>
            <a:spLocks/>
          </p:cNvSpPr>
          <p:nvPr/>
        </p:nvSpPr>
        <p:spPr bwMode="auto">
          <a:xfrm flipH="1">
            <a:off x="1973580" y="1202640"/>
            <a:ext cx="9632635" cy="301752"/>
          </a:xfrm>
          <a:prstGeom prst="round2SameRect">
            <a:avLst>
              <a:gd name="adj1" fmla="val 46654"/>
              <a:gd name="adj2" fmla="val 0"/>
            </a:avLst>
          </a:prstGeom>
          <a:solidFill>
            <a:srgbClr val="06162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27"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err="1">
              <a:ln>
                <a:noFill/>
              </a:ln>
              <a:solidFill>
                <a:srgbClr val="FFFFFF"/>
              </a:solidFill>
              <a:effectLst/>
              <a:uLnTx/>
              <a:uFillTx/>
              <a:latin typeface="Segoe Sans Display Semibold"/>
              <a:ea typeface="+mn-ea"/>
              <a:cs typeface="+mn-cs"/>
            </a:endParaRPr>
          </a:p>
        </p:txBody>
      </p:sp>
      <p:sp>
        <p:nvSpPr>
          <p:cNvPr id="31" name="Title 9">
            <a:extLst>
              <a:ext uri="{FF2B5EF4-FFF2-40B4-BE49-F238E27FC236}">
                <a16:creationId xmlns:a16="http://schemas.microsoft.com/office/drawing/2014/main" id="{510DE561-4873-226E-A62E-8EB3A94B8CA5}"/>
              </a:ext>
            </a:extLst>
          </p:cNvPr>
          <p:cNvSpPr>
            <a:spLocks noGrp="1"/>
          </p:cNvSpPr>
          <p:nvPr>
            <p:ph type="title"/>
          </p:nvPr>
        </p:nvSpPr>
        <p:spPr>
          <a:xfrm>
            <a:off x="334963" y="546950"/>
            <a:ext cx="11018520" cy="492443"/>
          </a:xfrm>
        </p:spPr>
        <p:txBody>
          <a:bodyPr/>
          <a:lstStyle/>
          <a:p>
            <a:r>
              <a:rPr lang="en-US" sz="2800" spc="0" dirty="0">
                <a:ea typeface="+mj-ea"/>
                <a:cs typeface="+mj-cs"/>
              </a:rPr>
              <a:t>Microsoft enterprise </a:t>
            </a:r>
            <a:r>
              <a:rPr lang="en-US" sz="2800" spc="0" dirty="0">
                <a:solidFill>
                  <a:srgbClr val="C00000"/>
                </a:solidFill>
                <a:ea typeface="+mj-ea"/>
                <a:cs typeface="+mj-cs"/>
              </a:rPr>
              <a:t>AI</a:t>
            </a:r>
            <a:r>
              <a:rPr lang="en-US" sz="2800" spc="0" dirty="0">
                <a:ea typeface="+mj-ea"/>
                <a:cs typeface="+mj-cs"/>
              </a:rPr>
              <a:t> </a:t>
            </a:r>
            <a:r>
              <a:rPr lang="en-US" sz="2800" spc="0" dirty="0">
                <a:solidFill>
                  <a:srgbClr val="85BC20"/>
                </a:solidFill>
                <a:ea typeface="+mj-ea"/>
                <a:cs typeface="+mj-cs"/>
              </a:rPr>
              <a:t>ecosystem</a:t>
            </a:r>
            <a:r>
              <a:rPr lang="en-US" sz="2800" spc="0" dirty="0">
                <a:ea typeface="+mj-ea"/>
                <a:cs typeface="+mj-cs"/>
              </a:rPr>
              <a:t> overview</a:t>
            </a:r>
          </a:p>
        </p:txBody>
      </p:sp>
      <p:graphicFrame>
        <p:nvGraphicFramePr>
          <p:cNvPr id="32" name="Table 31">
            <a:extLst>
              <a:ext uri="{FF2B5EF4-FFF2-40B4-BE49-F238E27FC236}">
                <a16:creationId xmlns:a16="http://schemas.microsoft.com/office/drawing/2014/main" id="{618F181F-EC82-BC65-7201-B9253B116356}"/>
              </a:ext>
            </a:extLst>
          </p:cNvPr>
          <p:cNvGraphicFramePr>
            <a:graphicFrameLocks noGrp="1"/>
          </p:cNvGraphicFramePr>
          <p:nvPr/>
        </p:nvGraphicFramePr>
        <p:xfrm>
          <a:off x="588963" y="1202640"/>
          <a:ext cx="11017254" cy="4602480"/>
        </p:xfrm>
        <a:graphic>
          <a:graphicData uri="http://schemas.openxmlformats.org/drawingml/2006/table">
            <a:tbl>
              <a:tblPr firstRow="1" bandRow="1">
                <a:tableStyleId>{5C22544A-7EE6-4342-B048-85BDC9FD1C3A}</a:tableStyleId>
              </a:tblPr>
              <a:tblGrid>
                <a:gridCol w="1381179">
                  <a:extLst>
                    <a:ext uri="{9D8B030D-6E8A-4147-A177-3AD203B41FA5}">
                      <a16:colId xmlns:a16="http://schemas.microsoft.com/office/drawing/2014/main" val="3027874720"/>
                    </a:ext>
                  </a:extLst>
                </a:gridCol>
                <a:gridCol w="1827158">
                  <a:extLst>
                    <a:ext uri="{9D8B030D-6E8A-4147-A177-3AD203B41FA5}">
                      <a16:colId xmlns:a16="http://schemas.microsoft.com/office/drawing/2014/main" val="2349553311"/>
                    </a:ext>
                  </a:extLst>
                </a:gridCol>
                <a:gridCol w="581860">
                  <a:extLst>
                    <a:ext uri="{9D8B030D-6E8A-4147-A177-3AD203B41FA5}">
                      <a16:colId xmlns:a16="http://schemas.microsoft.com/office/drawing/2014/main" val="1940879556"/>
                    </a:ext>
                  </a:extLst>
                </a:gridCol>
                <a:gridCol w="650040">
                  <a:extLst>
                    <a:ext uri="{9D8B030D-6E8A-4147-A177-3AD203B41FA5}">
                      <a16:colId xmlns:a16="http://schemas.microsoft.com/office/drawing/2014/main" val="2292963298"/>
                    </a:ext>
                  </a:extLst>
                </a:gridCol>
                <a:gridCol w="1111250">
                  <a:extLst>
                    <a:ext uri="{9D8B030D-6E8A-4147-A177-3AD203B41FA5}">
                      <a16:colId xmlns:a16="http://schemas.microsoft.com/office/drawing/2014/main" val="1318771982"/>
                    </a:ext>
                  </a:extLst>
                </a:gridCol>
                <a:gridCol w="647730">
                  <a:extLst>
                    <a:ext uri="{9D8B030D-6E8A-4147-A177-3AD203B41FA5}">
                      <a16:colId xmlns:a16="http://schemas.microsoft.com/office/drawing/2014/main" val="2064257952"/>
                    </a:ext>
                  </a:extLst>
                </a:gridCol>
                <a:gridCol w="727045">
                  <a:extLst>
                    <a:ext uri="{9D8B030D-6E8A-4147-A177-3AD203B41FA5}">
                      <a16:colId xmlns:a16="http://schemas.microsoft.com/office/drawing/2014/main" val="711901082"/>
                    </a:ext>
                  </a:extLst>
                </a:gridCol>
                <a:gridCol w="1238251">
                  <a:extLst>
                    <a:ext uri="{9D8B030D-6E8A-4147-A177-3AD203B41FA5}">
                      <a16:colId xmlns:a16="http://schemas.microsoft.com/office/drawing/2014/main" val="4243935090"/>
                    </a:ext>
                  </a:extLst>
                </a:gridCol>
                <a:gridCol w="443723">
                  <a:extLst>
                    <a:ext uri="{9D8B030D-6E8A-4147-A177-3AD203B41FA5}">
                      <a16:colId xmlns:a16="http://schemas.microsoft.com/office/drawing/2014/main" val="3435291889"/>
                    </a:ext>
                  </a:extLst>
                </a:gridCol>
                <a:gridCol w="524651">
                  <a:extLst>
                    <a:ext uri="{9D8B030D-6E8A-4147-A177-3AD203B41FA5}">
                      <a16:colId xmlns:a16="http://schemas.microsoft.com/office/drawing/2014/main" val="978642610"/>
                    </a:ext>
                  </a:extLst>
                </a:gridCol>
                <a:gridCol w="1884367">
                  <a:extLst>
                    <a:ext uri="{9D8B030D-6E8A-4147-A177-3AD203B41FA5}">
                      <a16:colId xmlns:a16="http://schemas.microsoft.com/office/drawing/2014/main" val="755342712"/>
                    </a:ext>
                  </a:extLst>
                </a:gridCol>
              </a:tblGrid>
              <a:tr h="0">
                <a:tc>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endParaRPr kumimoji="0" lang="it-IT" sz="1400" b="1" i="0" u="none" strike="noStrike" kern="1200" cap="none" spc="0" normalizeH="0" baseline="0" noProof="0" dirty="0">
                        <a:ln>
                          <a:noFill/>
                        </a:ln>
                        <a:solidFill>
                          <a:prstClr val="white"/>
                        </a:solidFill>
                        <a:effectLst/>
                        <a:uLnTx/>
                        <a:uFillTx/>
                        <a:latin typeface="+mn-lt"/>
                        <a:ea typeface="+mn-ea"/>
                        <a:cs typeface="+mn-cs"/>
                      </a:endParaRPr>
                    </a:p>
                  </a:txBody>
                  <a:tcPr anchor="ctr">
                    <a:lnL w="12700" cmpd="sng">
                      <a:noFill/>
                    </a:lnL>
                    <a:lnR w="3175" cap="flat" cmpd="sng" algn="ctr">
                      <a:noFill/>
                      <a:prstDash val="solid"/>
                      <a:round/>
                      <a:headEnd type="none" w="med" len="med"/>
                      <a:tailEnd type="none" w="med" len="med"/>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it-IT" sz="1400" b="0" i="0" u="none" strike="noStrike" kern="1200" cap="none" spc="0" normalizeH="0" baseline="0" noProof="0">
                          <a:ln>
                            <a:noFill/>
                          </a:ln>
                          <a:solidFill>
                            <a:prstClr val="white"/>
                          </a:solidFill>
                          <a:effectLst/>
                          <a:uLnTx/>
                          <a:uFillTx/>
                          <a:latin typeface="+mn-lt"/>
                          <a:ea typeface="+mn-ea"/>
                          <a:cs typeface="+mn-cs"/>
                        </a:rPr>
                        <a:t>I want a </a:t>
                      </a:r>
                      <a:r>
                        <a:rPr lang="it-IT" sz="1400" kern="1200" spc="-50" noProof="0">
                          <a:ln w="3175">
                            <a:noFill/>
                          </a:ln>
                          <a:gradFill flip="none" rotWithShape="1">
                            <a:gsLst>
                              <a:gs pos="12000">
                                <a:srgbClr val="D59ED7"/>
                              </a:gs>
                              <a:gs pos="86000">
                                <a:srgbClr val="8DC8E8"/>
                              </a:gs>
                            </a:gsLst>
                            <a:lin ang="10800000" scaled="1"/>
                            <a:tileRect/>
                          </a:gradFill>
                          <a:latin typeface="+mj-lt"/>
                          <a:ea typeface="+mj-ea"/>
                          <a:cs typeface="+mj-cs"/>
                        </a:rPr>
                        <a:t>generative AI solution</a:t>
                      </a:r>
                    </a:p>
                  </a:txBody>
                  <a:tcPr anchor="ctr">
                    <a:lnL w="3175" cap="flat" cmpd="sng" algn="ctr">
                      <a:noFill/>
                      <a:prstDash val="solid"/>
                      <a:round/>
                      <a:headEnd type="none" w="med" len="med"/>
                      <a:tailEnd type="none" w="med" len="med"/>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it-IT" sz="1800" b="1" i="0" u="none" strike="noStrike" kern="1200" cap="none" spc="0" normalizeH="0" baseline="0" noProof="0">
                        <a:ln>
                          <a:noFill/>
                        </a:ln>
                        <a:solidFill>
                          <a:prstClr val="white"/>
                        </a:solidFill>
                        <a:effectLst/>
                        <a:uLnTx/>
                        <a:uFillTx/>
                        <a:latin typeface="+mn-lt"/>
                        <a:ea typeface="+mn-ea"/>
                        <a:cs typeface="+mn-cs"/>
                      </a:endParaRPr>
                    </a:p>
                  </a:txBody>
                  <a:tcP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it-IT" sz="1800" b="1" i="0" u="none" strike="noStrike" kern="1200" cap="none" spc="0" normalizeH="0" baseline="0" noProof="0">
                        <a:ln>
                          <a:noFill/>
                        </a:ln>
                        <a:solidFill>
                          <a:prstClr val="white"/>
                        </a:solidFill>
                        <a:effectLst/>
                        <a:uLnTx/>
                        <a:uFillTx/>
                        <a:latin typeface="+mn-lt"/>
                        <a:ea typeface="+mn-ea"/>
                        <a:cs typeface="+mn-cs"/>
                      </a:endParaRPr>
                    </a:p>
                  </a:txBody>
                  <a:tcPr>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it-IT" sz="1800" b="1" i="0" u="none" strike="noStrike" kern="1200" cap="none" spc="0" normalizeH="0" baseline="0" noProof="0">
                        <a:ln>
                          <a:noFill/>
                        </a:ln>
                        <a:solidFill>
                          <a:prstClr val="white"/>
                        </a:solidFill>
                        <a:effectLst/>
                        <a:uLnTx/>
                        <a:uFillTx/>
                        <a:latin typeface="+mn-lt"/>
                        <a:ea typeface="+mn-ea"/>
                        <a:cs typeface="+mn-cs"/>
                      </a:endParaRPr>
                    </a:p>
                  </a:txBody>
                  <a:tcPr>
                    <a:lnL w="6350" cap="flat" cmpd="sng" algn="ctr">
                      <a:solidFill>
                        <a:schemeClr val="bg1"/>
                      </a:solidFill>
                      <a:prstDash val="solid"/>
                      <a:round/>
                      <a:headEnd type="none" w="med" len="med"/>
                      <a:tailEnd type="none" w="med" len="med"/>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611721015"/>
                  </a:ext>
                </a:extLst>
              </a:tr>
              <a:tr h="0">
                <a:tc row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endParaRPr kumimoji="0" lang="it-IT" sz="1200" b="1" i="0" u="none" strike="noStrike" kern="1200" cap="none" spc="0" normalizeH="0" baseline="0" noProof="0" dirty="0">
                        <a:ln>
                          <a:noFill/>
                        </a:ln>
                        <a:solidFill>
                          <a:prstClr val="white"/>
                        </a:solidFill>
                        <a:effectLst/>
                        <a:uLnTx/>
                        <a:uFillTx/>
                        <a:latin typeface="+mn-lt"/>
                        <a:ea typeface="+mn-ea"/>
                        <a:cs typeface="+mn-cs"/>
                      </a:endParaRPr>
                    </a:p>
                  </a:txBody>
                  <a:tcPr anchor="ctr">
                    <a:lnL w="12700" cmpd="sng">
                      <a:noFill/>
                    </a:lnL>
                    <a:lnR w="6350" cap="flat" cmpd="sng" algn="ctr">
                      <a:solidFill>
                        <a:srgbClr val="2E4756"/>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it-IT" sz="1200" b="0" i="0" u="none" strike="noStrike" kern="1200" cap="none" spc="0" normalizeH="0" baseline="0" noProof="0">
                          <a:ln>
                            <a:noFill/>
                          </a:ln>
                          <a:solidFill>
                            <a:schemeClr val="accent3">
                              <a:lumMod val="20000"/>
                              <a:lumOff val="80000"/>
                            </a:schemeClr>
                          </a:solidFill>
                          <a:effectLst/>
                          <a:uLnTx/>
                          <a:uFillTx/>
                          <a:latin typeface="+mn-lt"/>
                          <a:ea typeface="+mj-ea"/>
                          <a:cs typeface="+mj-cs"/>
                        </a:rPr>
                        <a:t>I want </a:t>
                      </a:r>
                      <a:r>
                        <a:rPr kumimoji="0" lang="it-IT" sz="1200" b="0" i="0" u="none" strike="noStrike" kern="1200" cap="none" spc="0" normalizeH="0" baseline="0" noProof="0">
                          <a:ln>
                            <a:noFill/>
                          </a:ln>
                          <a:solidFill>
                            <a:schemeClr val="accent3">
                              <a:lumMod val="20000"/>
                              <a:lumOff val="80000"/>
                            </a:schemeClr>
                          </a:solidFill>
                          <a:effectLst/>
                          <a:uLnTx/>
                          <a:uFillTx/>
                          <a:latin typeface="+mj-lt"/>
                          <a:ea typeface="+mj-ea"/>
                          <a:cs typeface="+mj-cs"/>
                        </a:rPr>
                        <a:t>out-of-the-box solutions </a:t>
                      </a:r>
                      <a:r>
                        <a:rPr kumimoji="0" lang="it-IT" sz="1200" b="0" i="0" u="none" strike="noStrike" kern="1200" cap="none" spc="0" normalizeH="0" baseline="0" noProof="0">
                          <a:ln>
                            <a:noFill/>
                          </a:ln>
                          <a:solidFill>
                            <a:schemeClr val="accent3">
                              <a:lumMod val="20000"/>
                              <a:lumOff val="80000"/>
                            </a:schemeClr>
                          </a:solidFill>
                          <a:effectLst/>
                          <a:uLnTx/>
                          <a:uFillTx/>
                          <a:latin typeface="+mn-lt"/>
                          <a:ea typeface="+mj-ea"/>
                          <a:cs typeface="+mj-cs"/>
                        </a:rPr>
                        <a:t>that work with my </a:t>
                      </a:r>
                      <a:r>
                        <a:rPr kumimoji="0" lang="it-IT" sz="1200" b="0" i="0" u="none" strike="noStrike" kern="1200" cap="none" spc="0" normalizeH="0" baseline="0" noProof="0">
                          <a:ln>
                            <a:noFill/>
                          </a:ln>
                          <a:solidFill>
                            <a:schemeClr val="accent3">
                              <a:lumMod val="20000"/>
                              <a:lumOff val="80000"/>
                            </a:schemeClr>
                          </a:solidFill>
                          <a:effectLst/>
                          <a:uLnTx/>
                          <a:uFillTx/>
                          <a:latin typeface="+mj-lt"/>
                          <a:ea typeface="+mj-ea"/>
                          <a:cs typeface="+mj-cs"/>
                        </a:rPr>
                        <a:t>existing data estate</a:t>
                      </a:r>
                      <a:r>
                        <a:rPr kumimoji="0" lang="it-IT" sz="1200" b="0" i="0" u="none" strike="noStrike" kern="1200" cap="none" spc="0" normalizeH="0" baseline="0" noProof="0">
                          <a:ln>
                            <a:noFill/>
                          </a:ln>
                          <a:solidFill>
                            <a:schemeClr val="accent3">
                              <a:lumMod val="20000"/>
                              <a:lumOff val="80000"/>
                            </a:schemeClr>
                          </a:solidFill>
                          <a:effectLst/>
                          <a:uLnTx/>
                          <a:uFillTx/>
                          <a:latin typeface="+mn-lt"/>
                          <a:ea typeface="+mj-ea"/>
                          <a:cs typeface="+mj-cs"/>
                        </a:rPr>
                        <a:t> for </a:t>
                      </a:r>
                      <a:r>
                        <a:rPr kumimoji="0" lang="it-IT" sz="1200" b="0" i="0" u="none" strike="noStrike" kern="1200" cap="none" spc="0" normalizeH="0" baseline="0" noProof="0">
                          <a:ln>
                            <a:noFill/>
                          </a:ln>
                          <a:solidFill>
                            <a:schemeClr val="accent3">
                              <a:lumMod val="20000"/>
                              <a:lumOff val="80000"/>
                            </a:schemeClr>
                          </a:solidFill>
                          <a:effectLst/>
                          <a:uLnTx/>
                          <a:uFillTx/>
                          <a:latin typeface="+mj-lt"/>
                          <a:ea typeface="+mj-ea"/>
                          <a:cs typeface="+mj-cs"/>
                        </a:rPr>
                        <a:t>my employees</a:t>
                      </a:r>
                    </a:p>
                  </a:txBody>
                  <a:tcPr anchor="ctr">
                    <a:lnL w="6350" cap="flat" cmpd="sng" algn="ctr">
                      <a:solidFill>
                        <a:srgbClr val="2E4756"/>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alpha val="10000"/>
                      </a:schemeClr>
                    </a:solidFill>
                  </a:tcPr>
                </a:tc>
                <a:tc hMerge="1">
                  <a:txBody>
                    <a:bodyPr/>
                    <a:lstStyle/>
                    <a:p>
                      <a:endParaRPr lang="en-US"/>
                    </a:p>
                  </a:txBody>
                  <a:tcPr/>
                </a:tc>
                <a:tc hMerge="1">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it-IT" sz="1800" b="1" i="0" u="none" strike="noStrike" kern="1200" cap="none" spc="0" normalizeH="0" baseline="0" noProof="0">
                        <a:ln>
                          <a:noFill/>
                        </a:ln>
                        <a:solidFill>
                          <a:prstClr val="white"/>
                        </a:solidFill>
                        <a:effectLst/>
                        <a:uLnTx/>
                        <a:uFillTx/>
                        <a:latin typeface="+mn-lt"/>
                        <a:ea typeface="+mn-ea"/>
                        <a:cs typeface="+mn-cs"/>
                      </a:endParaRPr>
                    </a:p>
                  </a:txBody>
                  <a:tcP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5">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it-IT" sz="1200" b="0" i="0" u="none" strike="noStrike" kern="1200" cap="none" spc="0" normalizeH="0" baseline="0" noProof="0" dirty="0">
                          <a:ln>
                            <a:noFill/>
                          </a:ln>
                          <a:solidFill>
                            <a:schemeClr val="accent3">
                              <a:lumMod val="20000"/>
                              <a:lumOff val="80000"/>
                            </a:schemeClr>
                          </a:solidFill>
                          <a:effectLst/>
                          <a:uLnTx/>
                          <a:uFillTx/>
                          <a:latin typeface="+mn-lt"/>
                          <a:ea typeface="+mj-ea"/>
                          <a:cs typeface="+mj-cs"/>
                        </a:rPr>
                        <a:t>I want to </a:t>
                      </a:r>
                      <a:r>
                        <a:rPr kumimoji="0" lang="it-IT" sz="1200" b="0" i="0" u="none" strike="noStrike" kern="1200" cap="none" spc="0" normalizeH="0" baseline="0" noProof="0" dirty="0">
                          <a:ln>
                            <a:noFill/>
                          </a:ln>
                          <a:solidFill>
                            <a:schemeClr val="accent3">
                              <a:lumMod val="20000"/>
                              <a:lumOff val="80000"/>
                            </a:schemeClr>
                          </a:solidFill>
                          <a:effectLst/>
                          <a:uLnTx/>
                          <a:uFillTx/>
                          <a:latin typeface="+mj-lt"/>
                          <a:ea typeface="+mj-ea"/>
                          <a:cs typeface="+mj-cs"/>
                        </a:rPr>
                        <a:t>build a solution </a:t>
                      </a:r>
                      <a:r>
                        <a:rPr kumimoji="0" lang="it-IT" sz="1200" b="0" i="0" u="none" strike="noStrike" kern="1200" cap="none" spc="0" normalizeH="0" baseline="0" noProof="0" dirty="0">
                          <a:ln>
                            <a:noFill/>
                          </a:ln>
                          <a:solidFill>
                            <a:schemeClr val="accent3">
                              <a:lumMod val="20000"/>
                              <a:lumOff val="80000"/>
                            </a:schemeClr>
                          </a:solidFill>
                          <a:effectLst/>
                          <a:uLnTx/>
                          <a:uFillTx/>
                          <a:latin typeface="+mn-lt"/>
                          <a:ea typeface="+mj-ea"/>
                          <a:cs typeface="+mj-cs"/>
                        </a:rPr>
                        <a:t>with </a:t>
                      </a:r>
                      <a:r>
                        <a:rPr kumimoji="0" lang="it-IT" sz="1200" b="0" i="0" u="none" strike="noStrike" kern="1200" cap="none" spc="0" normalizeH="0" baseline="0" noProof="0" dirty="0">
                          <a:ln>
                            <a:noFill/>
                          </a:ln>
                          <a:solidFill>
                            <a:schemeClr val="accent3">
                              <a:lumMod val="20000"/>
                              <a:lumOff val="80000"/>
                            </a:schemeClr>
                          </a:solidFill>
                          <a:effectLst/>
                          <a:uLnTx/>
                          <a:uFillTx/>
                          <a:latin typeface="+mj-lt"/>
                          <a:ea typeface="+mj-ea"/>
                          <a:cs typeface="+mj-cs"/>
                        </a:rPr>
                        <a:t>custom data and UI</a:t>
                      </a:r>
                      <a:r>
                        <a:rPr kumimoji="0" lang="it-IT" sz="1200" b="0" i="0" u="none" strike="noStrike" kern="1200" cap="none" spc="0" normalizeH="0" baseline="0" noProof="0" dirty="0">
                          <a:ln>
                            <a:noFill/>
                          </a:ln>
                          <a:solidFill>
                            <a:schemeClr val="accent3">
                              <a:lumMod val="20000"/>
                              <a:lumOff val="80000"/>
                            </a:schemeClr>
                          </a:solidFill>
                          <a:effectLst/>
                          <a:uLnTx/>
                          <a:uFillTx/>
                          <a:latin typeface="+mn-lt"/>
                          <a:ea typeface="+mj-ea"/>
                          <a:cs typeface="+mj-cs"/>
                        </a:rPr>
                        <a:t>, and deploy </a:t>
                      </a:r>
                      <a:r>
                        <a:rPr kumimoji="0" lang="it-IT" sz="1200" b="0" i="0" u="none" strike="noStrike" kern="1200" cap="none" spc="0" normalizeH="0" baseline="0" noProof="0" dirty="0">
                          <a:ln>
                            <a:noFill/>
                          </a:ln>
                          <a:solidFill>
                            <a:schemeClr val="accent3">
                              <a:lumMod val="20000"/>
                              <a:lumOff val="80000"/>
                            </a:schemeClr>
                          </a:solidFill>
                          <a:effectLst/>
                          <a:uLnTx/>
                          <a:uFillTx/>
                          <a:latin typeface="+mj-lt"/>
                          <a:ea typeface="+mj-ea"/>
                          <a:cs typeface="+mj-cs"/>
                        </a:rPr>
                        <a:t>internally or externally</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2E4756"/>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alpha val="10000"/>
                      </a:schemeClr>
                    </a:solidFill>
                  </a:tcPr>
                </a:tc>
                <a:tc hMerge="1">
                  <a:txBody>
                    <a:bodyPr/>
                    <a:lstStyle/>
                    <a:p>
                      <a:endParaRPr lang="en-US"/>
                    </a:p>
                  </a:txBody>
                  <a:tcPr/>
                </a:tc>
                <a:tc hMerge="1">
                  <a:txBody>
                    <a:bodyPr/>
                    <a:lstStyle/>
                    <a:p>
                      <a:endParaRPr lang="en-US"/>
                    </a:p>
                  </a:txBody>
                  <a:tcPr/>
                </a:tc>
                <a:tc hMerge="1">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it-IT" sz="1800" b="1" i="0" u="none" strike="noStrike" kern="1200" cap="none" spc="0" normalizeH="0" baseline="0" noProof="0">
                        <a:ln>
                          <a:noFill/>
                        </a:ln>
                        <a:solidFill>
                          <a:prstClr val="white"/>
                        </a:solidFill>
                        <a:effectLst/>
                        <a:uLnTx/>
                        <a:uFillTx/>
                        <a:latin typeface="+mn-lt"/>
                        <a:ea typeface="+mn-ea"/>
                        <a:cs typeface="+mn-cs"/>
                      </a:endParaRPr>
                    </a:p>
                  </a:txBody>
                  <a:tcPr>
                    <a:lnL w="6350" cap="flat" cmpd="sng" algn="ctr">
                      <a:solidFill>
                        <a:schemeClr val="bg1"/>
                      </a:solidFill>
                      <a:prstDash val="solid"/>
                      <a:round/>
                      <a:headEnd type="none" w="med" len="med"/>
                      <a:tailEnd type="none" w="med" len="med"/>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782904524"/>
                  </a:ext>
                </a:extLst>
              </a:tr>
              <a:tr h="0">
                <a:tc vMerge="1">
                  <a:txBody>
                    <a:bodyPr/>
                    <a:lstStyle/>
                    <a:p>
                      <a:pPr algn="ctr"/>
                      <a:endParaRPr lang="en-US"/>
                    </a:p>
                  </a:txBody>
                  <a:tcPr>
                    <a:lnL w="12700" cmpd="sng">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I want insights and actions for specific roles that integrate with </a:t>
                      </a:r>
                      <a:r>
                        <a:rPr kumimoji="0" lang="en-US" sz="1200" i="0" u="none" strike="noStrike" kern="1200" cap="none" spc="0" normalizeH="0" baseline="0" noProof="0">
                          <a:ln>
                            <a:noFill/>
                          </a:ln>
                          <a:solidFill>
                            <a:schemeClr val="bg1"/>
                          </a:solidFill>
                          <a:effectLst/>
                          <a:uLnTx/>
                          <a:uFillTx/>
                          <a:latin typeface="+mj-lt"/>
                          <a:ea typeface="+mn-ea"/>
                          <a:cs typeface="+mn-cs"/>
                        </a:rPr>
                        <a:t>existing system</a:t>
                      </a:r>
                    </a:p>
                  </a:txBody>
                  <a:tcPr anchor="ctr">
                    <a:lnL w="6350" cap="flat" cmpd="sng" algn="ctr">
                      <a:solidFill>
                        <a:srgbClr val="113A52"/>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solidFill>
                      <a:schemeClr val="tx1">
                        <a:lumMod val="90000"/>
                        <a:lumOff val="10000"/>
                        <a:alpha val="50000"/>
                      </a:schemeClr>
                    </a:solid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I want insights and actions on </a:t>
                      </a:r>
                      <a:r>
                        <a:rPr kumimoji="0" lang="en-US" sz="1200" i="0" u="none" strike="noStrike" kern="1200" cap="none" spc="0" normalizeH="0" baseline="0" noProof="0">
                          <a:ln>
                            <a:noFill/>
                          </a:ln>
                          <a:solidFill>
                            <a:schemeClr val="bg1"/>
                          </a:solidFill>
                          <a:effectLst/>
                          <a:uLnTx/>
                          <a:uFillTx/>
                          <a:latin typeface="+mj-lt"/>
                          <a:ea typeface="+mn-ea"/>
                          <a:cs typeface="+mn-cs"/>
                        </a:rPr>
                        <a:t>M365 data </a:t>
                      </a:r>
                      <a:r>
                        <a:rPr kumimoji="0" lang="en-US" sz="1200" b="0" i="0" u="none" strike="noStrike" kern="1200" cap="none" spc="0" normalizeH="0" baseline="0" noProof="0">
                          <a:ln>
                            <a:noFill/>
                          </a:ln>
                          <a:solidFill>
                            <a:schemeClr val="bg1"/>
                          </a:solidFill>
                          <a:effectLst/>
                          <a:uLnTx/>
                          <a:uFillTx/>
                          <a:latin typeface="+mn-lt"/>
                          <a:ea typeface="+mn-ea"/>
                          <a:cs typeface="+mn-cs"/>
                        </a:rPr>
                        <a:t>and </a:t>
                      </a:r>
                      <a:r>
                        <a:rPr kumimoji="0" lang="en-US" sz="1200" i="0" u="none" strike="noStrike" kern="1200" cap="none" spc="0" normalizeH="0" baseline="0" noProof="0">
                          <a:ln>
                            <a:noFill/>
                          </a:ln>
                          <a:solidFill>
                            <a:schemeClr val="bg1"/>
                          </a:solidFill>
                          <a:effectLst/>
                          <a:uLnTx/>
                          <a:uFillTx/>
                          <a:latin typeface="+mj-lt"/>
                          <a:ea typeface="+mn-ea"/>
                          <a:cs typeface="+mn-cs"/>
                        </a:rPr>
                        <a:t>plugins</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solidFill>
                      <a:schemeClr val="tx1">
                        <a:lumMod val="90000"/>
                        <a:lumOff val="10000"/>
                        <a:alpha val="50000"/>
                      </a:schemeClr>
                    </a:solid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it-IT" sz="1200" b="0" i="0" u="none" strike="noStrike" kern="1200" cap="none" spc="0" normalizeH="0" baseline="0" noProof="0">
                          <a:ln>
                            <a:noFill/>
                          </a:ln>
                          <a:solidFill>
                            <a:schemeClr val="bg1"/>
                          </a:solidFill>
                          <a:effectLst/>
                          <a:uLnTx/>
                          <a:uFillTx/>
                          <a:latin typeface="+mn-lt"/>
                          <a:ea typeface="+mn-ea"/>
                          <a:cs typeface="+mn-cs"/>
                        </a:rPr>
                        <a:t>I want to </a:t>
                      </a:r>
                      <a:r>
                        <a:rPr kumimoji="0" lang="it-IT" sz="1200" i="0" u="none" strike="noStrike" kern="1200" cap="none" spc="0" normalizeH="0" baseline="0" noProof="0">
                          <a:ln>
                            <a:noFill/>
                          </a:ln>
                          <a:solidFill>
                            <a:schemeClr val="bg1"/>
                          </a:solidFill>
                          <a:effectLst/>
                          <a:uLnTx/>
                          <a:uFillTx/>
                          <a:latin typeface="+mj-lt"/>
                          <a:ea typeface="+mn-ea"/>
                          <a:cs typeface="+mn-cs"/>
                        </a:rPr>
                        <a:t>customize agents</a:t>
                      </a:r>
                      <a:r>
                        <a:rPr kumimoji="0" lang="it-IT" sz="1200" b="0" i="0" u="none" strike="noStrike" kern="1200" cap="none" spc="0" normalizeH="0" baseline="0" noProof="0">
                          <a:ln>
                            <a:noFill/>
                          </a:ln>
                          <a:solidFill>
                            <a:schemeClr val="bg1"/>
                          </a:solidFill>
                          <a:effectLst/>
                          <a:uLnTx/>
                          <a:uFillTx/>
                          <a:latin typeface="+mj-lt"/>
                          <a:ea typeface="+mn-ea"/>
                          <a:cs typeface="+mn-cs"/>
                        </a:rPr>
                        <a:t> </a:t>
                      </a:r>
                      <a:r>
                        <a:rPr kumimoji="0" lang="it-IT" sz="1200" b="0" i="0" u="none" strike="noStrike" kern="1200" cap="none" spc="0" normalizeH="0" baseline="0" noProof="0">
                          <a:ln>
                            <a:noFill/>
                          </a:ln>
                          <a:solidFill>
                            <a:schemeClr val="bg1"/>
                          </a:solidFill>
                          <a:effectLst/>
                          <a:uLnTx/>
                          <a:uFillTx/>
                          <a:latin typeface="+mn-lt"/>
                          <a:ea typeface="+mn-ea"/>
                          <a:cs typeface="+mn-cs"/>
                        </a:rPr>
                        <a:t>with </a:t>
                      </a:r>
                      <a:r>
                        <a:rPr kumimoji="0" lang="it-IT" sz="1200" i="0" u="none" strike="noStrike" kern="1200" cap="none" spc="0" normalizeH="0" baseline="0" noProof="0">
                          <a:ln>
                            <a:noFill/>
                          </a:ln>
                          <a:solidFill>
                            <a:schemeClr val="bg1"/>
                          </a:solidFill>
                          <a:effectLst/>
                          <a:uLnTx/>
                          <a:uFillTx/>
                          <a:latin typeface="+mj-lt"/>
                          <a:ea typeface="+mn-ea"/>
                          <a:cs typeface="+mn-cs"/>
                        </a:rPr>
                        <a:t>natural languages </a:t>
                      </a:r>
                      <a:r>
                        <a:rPr kumimoji="0" lang="it-IT" sz="1200" b="0" i="0" u="none" strike="noStrike" kern="1200" cap="none" spc="0" normalizeH="0" baseline="0" noProof="0">
                          <a:ln>
                            <a:noFill/>
                          </a:ln>
                          <a:solidFill>
                            <a:schemeClr val="bg1"/>
                          </a:solidFill>
                          <a:effectLst/>
                          <a:uLnTx/>
                          <a:uFillTx/>
                          <a:latin typeface="+mn-lt"/>
                          <a:ea typeface="+mn-ea"/>
                          <a:cs typeface="+mn-cs"/>
                        </a:rPr>
                        <a:t>and use a </a:t>
                      </a:r>
                      <a:r>
                        <a:rPr kumimoji="0" lang="it-IT" sz="1200" i="0" u="none" strike="noStrike" kern="1200" cap="none" spc="0" normalizeH="0" baseline="0" noProof="0">
                          <a:ln>
                            <a:noFill/>
                          </a:ln>
                          <a:solidFill>
                            <a:schemeClr val="bg1"/>
                          </a:solidFill>
                          <a:effectLst/>
                          <a:uLnTx/>
                          <a:uFillTx/>
                          <a:latin typeface="+mj-lt"/>
                          <a:ea typeface="+mn-ea"/>
                          <a:cs typeface="+mn-cs"/>
                        </a:rPr>
                        <a:t>generative orchestrator</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solidFill>
                      <a:schemeClr val="tx1">
                        <a:lumMod val="90000"/>
                        <a:lumOff val="10000"/>
                        <a:alpha val="50000"/>
                      </a:schemeClr>
                    </a:solid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it-IT" sz="1200" b="0" i="0" u="none" strike="noStrike" kern="1200" cap="none" spc="0" normalizeH="0" baseline="0" noProof="0" dirty="0">
                          <a:ln>
                            <a:noFill/>
                          </a:ln>
                          <a:solidFill>
                            <a:schemeClr val="bg1"/>
                          </a:solidFill>
                          <a:effectLst/>
                          <a:uLnTx/>
                          <a:uFillTx/>
                          <a:latin typeface="+mn-lt"/>
                          <a:ea typeface="+mn-ea"/>
                          <a:cs typeface="+mn-cs"/>
                        </a:rPr>
                        <a:t>I want </a:t>
                      </a:r>
                      <a:r>
                        <a:rPr kumimoji="0" lang="it-IT" sz="1200" i="0" u="none" strike="noStrike" kern="1200" cap="none" spc="0" normalizeH="0" baseline="0" noProof="0" dirty="0">
                          <a:ln>
                            <a:noFill/>
                          </a:ln>
                          <a:solidFill>
                            <a:schemeClr val="bg1"/>
                          </a:solidFill>
                          <a:effectLst/>
                          <a:uLnTx/>
                          <a:uFillTx/>
                          <a:latin typeface="+mj-lt"/>
                          <a:ea typeface="+mn-ea"/>
                          <a:cs typeface="+mn-cs"/>
                        </a:rPr>
                        <a:t>full control</a:t>
                      </a:r>
                      <a:r>
                        <a:rPr kumimoji="0" lang="it-IT" sz="1200" b="0" i="0" u="none" strike="noStrike" kern="1200" cap="none" spc="0" normalizeH="0" baseline="0" noProof="0" dirty="0">
                          <a:ln>
                            <a:noFill/>
                          </a:ln>
                          <a:solidFill>
                            <a:schemeClr val="bg1"/>
                          </a:solidFill>
                          <a:effectLst/>
                          <a:uLnTx/>
                          <a:uFillTx/>
                          <a:latin typeface="+mn-lt"/>
                          <a:ea typeface="+mn-ea"/>
                          <a:cs typeface="+mn-cs"/>
                        </a:rPr>
                        <a:t>, </a:t>
                      </a:r>
                      <a:r>
                        <a:rPr kumimoji="0" lang="it-IT" sz="1200" i="0" u="none" strike="noStrike" kern="1200" cap="none" spc="0" normalizeH="0" baseline="0" noProof="0" dirty="0">
                          <a:ln>
                            <a:noFill/>
                          </a:ln>
                          <a:solidFill>
                            <a:schemeClr val="bg1"/>
                          </a:solidFill>
                          <a:effectLst/>
                          <a:uLnTx/>
                          <a:uFillTx/>
                          <a:latin typeface="+mj-lt"/>
                          <a:ea typeface="+mn-ea"/>
                          <a:cs typeface="+mn-cs"/>
                        </a:rPr>
                        <a:t>choice of model</a:t>
                      </a:r>
                      <a:r>
                        <a:rPr kumimoji="0" lang="it-IT" sz="1200" b="0" i="0" u="none" strike="noStrike" kern="1200" cap="none" spc="0" normalizeH="0" baseline="0" noProof="0" dirty="0">
                          <a:ln>
                            <a:noFill/>
                          </a:ln>
                          <a:solidFill>
                            <a:schemeClr val="bg1"/>
                          </a:solidFill>
                          <a:effectLst/>
                          <a:uLnTx/>
                          <a:uFillTx/>
                          <a:latin typeface="+mn-lt"/>
                          <a:ea typeface="+mn-ea"/>
                          <a:cs typeface="+mn-cs"/>
                        </a:rPr>
                        <a:t>, and </a:t>
                      </a:r>
                      <a:r>
                        <a:rPr kumimoji="0" lang="it-IT" sz="1200" i="0" u="none" strike="noStrike" kern="1200" cap="none" spc="0" normalizeH="0" baseline="0" noProof="0" dirty="0">
                          <a:ln>
                            <a:noFill/>
                          </a:ln>
                          <a:solidFill>
                            <a:schemeClr val="bg1"/>
                          </a:solidFill>
                          <a:effectLst/>
                          <a:uLnTx/>
                          <a:uFillTx/>
                          <a:latin typeface="+mj-lt"/>
                          <a:ea typeface="+mn-ea"/>
                          <a:cs typeface="+mn-cs"/>
                        </a:rPr>
                        <a:t>customize with code</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113A5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solidFill>
                      <a:schemeClr val="tx1">
                        <a:lumMod val="90000"/>
                        <a:lumOff val="10000"/>
                        <a:alpha val="50000"/>
                      </a:schemeClr>
                    </a:solidFill>
                  </a:tcPr>
                </a:tc>
                <a:tc hMerge="1">
                  <a:txBody>
                    <a:bodyPr/>
                    <a:lstStyle/>
                    <a:p>
                      <a:endParaRPr lang="en-US"/>
                    </a:p>
                  </a:txBody>
                  <a:tcPr/>
                </a:tc>
                <a:extLst>
                  <a:ext uri="{0D108BD9-81ED-4DB2-BD59-A6C34878D82A}">
                    <a16:rowId xmlns:a16="http://schemas.microsoft.com/office/drawing/2014/main" val="4103858669"/>
                  </a:ext>
                </a:extLst>
              </a:tr>
              <a:tr h="1371600">
                <a:tc vMerge="1">
                  <a:txBody>
                    <a:bodyPr/>
                    <a:lstStyle/>
                    <a:p>
                      <a:pPr algn="ctr"/>
                      <a:endParaRPr lang="en-US"/>
                    </a:p>
                  </a:txBody>
                  <a:tcPr>
                    <a:lnL w="12700" cmpd="sng">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Persona-Based Copilots </a:t>
                      </a:r>
                      <a:r>
                        <a:rPr lang="en-US" sz="100">
                          <a:ln w="3175">
                            <a:noFill/>
                          </a:ln>
                          <a:solidFill>
                            <a:schemeClr val="bg1">
                              <a:alpha val="0"/>
                            </a:schemeClr>
                          </a:solidFill>
                        </a:rPr>
                        <a:t>Enhance</a:t>
                      </a:r>
                      <a:endParaRPr kumimoji="0" lang="en-US" sz="100" b="0" i="0" u="none" strike="noStrike" kern="1200" cap="none" spc="0" normalizeH="0" baseline="0" noProof="0">
                        <a:ln>
                          <a:noFill/>
                        </a:ln>
                        <a:solidFill>
                          <a:schemeClr val="bg1">
                            <a:alpha val="0"/>
                          </a:schemeClr>
                        </a:solidFill>
                        <a:effectLst/>
                        <a:uLnTx/>
                        <a:uFillTx/>
                        <a:latin typeface="+mj-lt"/>
                        <a:ea typeface="+mj-ea"/>
                        <a:cs typeface="+mj-cs"/>
                      </a:endParaRPr>
                    </a:p>
                  </a:txBody>
                  <a:tcPr marT="91440" marB="182880" anchor="b">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dash"/>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Microsoft 365 Copilot </a:t>
                      </a:r>
                      <a:r>
                        <a:rPr lang="en-US" sz="100" kern="1200">
                          <a:ln w="3175">
                            <a:noFill/>
                          </a:ln>
                          <a:solidFill>
                            <a:schemeClr val="bg1">
                              <a:alpha val="0"/>
                            </a:schemeClr>
                          </a:solidFill>
                          <a:latin typeface="+mn-lt"/>
                          <a:ea typeface="+mn-ea"/>
                          <a:cs typeface="+mn-cs"/>
                        </a:rPr>
                        <a:t>Extend</a:t>
                      </a:r>
                      <a:endParaRPr lang="en-US" sz="100" kern="1200" noProof="0">
                        <a:ln w="3175">
                          <a:noFill/>
                        </a:ln>
                        <a:solidFill>
                          <a:schemeClr val="bg1">
                            <a:alpha val="0"/>
                          </a:schemeClr>
                        </a:solidFill>
                        <a:latin typeface="+mn-lt"/>
                        <a:ea typeface="+mn-ea"/>
                        <a:cs typeface="+mn-cs"/>
                      </a:endParaRPr>
                    </a:p>
                  </a:txBody>
                  <a:tcPr marT="91440" marB="182880" anchor="b">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dash"/>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Copilot Studio </a:t>
                      </a:r>
                      <a:r>
                        <a:rPr lang="en-US" sz="100" kern="1200">
                          <a:ln w="3175">
                            <a:noFill/>
                          </a:ln>
                          <a:solidFill>
                            <a:schemeClr val="bg1">
                              <a:alpha val="0"/>
                            </a:schemeClr>
                          </a:solidFill>
                          <a:latin typeface="+mn-lt"/>
                          <a:ea typeface="+mn-ea"/>
                          <a:cs typeface="+mn-cs"/>
                        </a:rPr>
                        <a:t>Integrate</a:t>
                      </a:r>
                      <a:endParaRPr lang="en-US" sz="100" kern="1200" noProof="0">
                        <a:ln w="3175">
                          <a:noFill/>
                        </a:ln>
                        <a:solidFill>
                          <a:schemeClr val="bg1">
                            <a:alpha val="0"/>
                          </a:schemeClr>
                        </a:solidFill>
                        <a:latin typeface="+mn-lt"/>
                        <a:ea typeface="+mn-ea"/>
                        <a:cs typeface="+mn-cs"/>
                      </a:endParaRPr>
                    </a:p>
                  </a:txBody>
                  <a:tcPr marT="91440" marB="182880" anchor="b">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dash"/>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bg1"/>
                          </a:solidFill>
                          <a:effectLst/>
                          <a:uLnTx/>
                          <a:uFillTx/>
                          <a:latin typeface="+mj-lt"/>
                          <a:ea typeface="+mj-ea"/>
                          <a:cs typeface="+mj-cs"/>
                        </a:rPr>
                        <a:t>Azure AI Foundry</a:t>
                      </a:r>
                    </a:p>
                  </a:txBody>
                  <a:tcPr marT="91440" marB="182880" anchor="b">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noFill/>
                      <a:prstDash val="dash"/>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1373843"/>
                  </a:ext>
                </a:extLst>
              </a:tr>
              <a:tr h="3657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Licensing</a:t>
                      </a:r>
                    </a:p>
                  </a:txBody>
                  <a:tcPr anchor="ctr">
                    <a:lnL w="12700" cmpd="sng">
                      <a:noFill/>
                    </a:lnL>
                    <a:lnR w="6350" cap="flat" cmpd="sng" algn="ctr">
                      <a:solidFill>
                        <a:srgbClr val="FFFFFF">
                          <a:alpha val="50196"/>
                        </a:srgbClr>
                      </a:solid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Per User</a:t>
                      </a:r>
                    </a:p>
                  </a:txBody>
                  <a:tcPr anchor="ctr">
                    <a:lnL w="6350" cap="flat" cmpd="sng" algn="ctr">
                      <a:solidFill>
                        <a:srgbClr val="FFFFFF">
                          <a:alpha val="5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Per User*</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PAYG or Capacity Pack</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Azure Services Meters</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01404415"/>
                  </a:ext>
                </a:extLst>
              </a:tr>
              <a:tr h="3657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Stories</a:t>
                      </a:r>
                    </a:p>
                  </a:txBody>
                  <a:tcPr anchor="ctr">
                    <a:lnL w="12700" cmpd="sng">
                      <a:noFill/>
                    </a:lnL>
                    <a:lnR w="6350" cap="flat" cmpd="sng" algn="ctr">
                      <a:solidFill>
                        <a:srgbClr val="FFFFFF">
                          <a:alpha val="50196"/>
                        </a:srgbClr>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32742" rtl="0" eaLnBrk="1" fontAlgn="auto" latinLnBrk="0" hangingPunct="1">
                        <a:lnSpc>
                          <a:spcPct val="100000"/>
                        </a:lnSpc>
                        <a:spcBef>
                          <a:spcPts val="0"/>
                        </a:spcBef>
                        <a:spcAft>
                          <a:spcPts val="0"/>
                        </a:spcAft>
                        <a:buClrTx/>
                        <a:buSzTx/>
                        <a:buFontTx/>
                        <a:buNone/>
                        <a:tabLst/>
                        <a:defRPr/>
                      </a:pPr>
                      <a:r>
                        <a:rPr lang="en-US" sz="1200" kern="1200">
                          <a:ln w="3175">
                            <a:noFill/>
                          </a:ln>
                          <a:solidFill>
                            <a:schemeClr val="accent3">
                              <a:lumMod val="60000"/>
                              <a:lumOff val="40000"/>
                            </a:schemeClr>
                          </a:solidFill>
                          <a:latin typeface="+mn-lt"/>
                          <a:ea typeface="+mn-ea"/>
                          <a:cs typeface="+mn-cs"/>
                          <a:hlinkClick r:id="rId4">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marR="457200" anchor="ctr">
                    <a:lnL w="6350" cap="flat" cmpd="sng" algn="ctr">
                      <a:solidFill>
                        <a:srgbClr val="FFFFFF">
                          <a:alpha val="50196"/>
                        </a:srgbClr>
                      </a:solid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lang="en-US" sz="1200">
                          <a:ln w="3175">
                            <a:noFill/>
                          </a:ln>
                          <a:solidFill>
                            <a:schemeClr val="accent3">
                              <a:lumMod val="60000"/>
                              <a:lumOff val="40000"/>
                            </a:schemeClr>
                          </a:solidFill>
                          <a:hlinkClick r:id="rId5">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marR="18288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base">
                        <a:spcBef>
                          <a:spcPct val="0"/>
                        </a:spcBef>
                        <a:spcAft>
                          <a:spcPct val="0"/>
                        </a:spcAft>
                      </a:pPr>
                      <a:endParaRPr lang="en-US" sz="1200">
                        <a:ln w="3175">
                          <a:noFill/>
                        </a:ln>
                        <a:solidFill>
                          <a:schemeClr val="accent3">
                            <a:lumMod val="60000"/>
                            <a:lumOff val="40000"/>
                          </a:schemeClr>
                        </a:solidFill>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ase">
                        <a:spcBef>
                          <a:spcPct val="0"/>
                        </a:spcBef>
                        <a:spcAft>
                          <a:spcPct val="0"/>
                        </a:spcAft>
                      </a:pPr>
                      <a:r>
                        <a:rPr lang="en-US" sz="1200" kern="1200">
                          <a:ln w="3175">
                            <a:noFill/>
                          </a:ln>
                          <a:solidFill>
                            <a:schemeClr val="accent3">
                              <a:lumMod val="60000"/>
                              <a:lumOff val="40000"/>
                            </a:schemeClr>
                          </a:solidFill>
                          <a:latin typeface="+mn-lt"/>
                          <a:ea typeface="+mn-ea"/>
                          <a:cs typeface="+mn-cs"/>
                          <a:hlinkClick r:id="rId6">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fontAlgn="base">
                        <a:spcBef>
                          <a:spcPct val="0"/>
                        </a:spcBef>
                        <a:spcAft>
                          <a:spcPct val="0"/>
                        </a:spcAft>
                      </a:pPr>
                      <a:r>
                        <a:rPr lang="en-US" sz="1200">
                          <a:ln w="3175">
                            <a:noFill/>
                          </a:ln>
                          <a:solidFill>
                            <a:schemeClr val="accent3">
                              <a:lumMod val="60000"/>
                              <a:lumOff val="40000"/>
                            </a:schemeClr>
                          </a:solidFill>
                          <a:hlinkClick r:id="rId5">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marR="18288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base">
                        <a:spcBef>
                          <a:spcPct val="0"/>
                        </a:spcBef>
                        <a:spcAft>
                          <a:spcPct val="0"/>
                        </a:spcAft>
                      </a:pPr>
                      <a:endParaRPr lang="en-US" sz="1200">
                        <a:ln w="3175">
                          <a:noFill/>
                        </a:ln>
                        <a:solidFill>
                          <a:schemeClr val="accent3">
                            <a:lumMod val="60000"/>
                            <a:lumOff val="40000"/>
                          </a:schemeClr>
                        </a:solidFill>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ase">
                        <a:spcBef>
                          <a:spcPct val="0"/>
                        </a:spcBef>
                        <a:spcAft>
                          <a:spcPct val="0"/>
                        </a:spcAft>
                      </a:pPr>
                      <a:r>
                        <a:rPr lang="en-US" sz="1200" kern="1200">
                          <a:ln w="3175">
                            <a:noFill/>
                          </a:ln>
                          <a:solidFill>
                            <a:schemeClr val="accent3">
                              <a:lumMod val="60000"/>
                              <a:lumOff val="40000"/>
                            </a:schemeClr>
                          </a:solidFill>
                          <a:latin typeface="+mn-lt"/>
                          <a:ea typeface="+mn-ea"/>
                          <a:cs typeface="+mn-cs"/>
                          <a:hlinkClick r:id="rId7">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marL="32004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defTabSz="932742"/>
                      <a:r>
                        <a:rPr lang="en-US" sz="1200">
                          <a:ln w="3175">
                            <a:noFill/>
                          </a:ln>
                          <a:solidFill>
                            <a:schemeClr val="accent3">
                              <a:lumMod val="60000"/>
                              <a:lumOff val="40000"/>
                            </a:schemeClr>
                          </a:solidFill>
                          <a:hlinkClick r:id="rId5">
                            <a:extLst>
                              <a:ext uri="{A12FA001-AC4F-418D-AE19-62706E023703}">
                                <ahyp:hlinkClr xmlns:ahyp="http://schemas.microsoft.com/office/drawing/2018/hyperlinkcolor" val="tx"/>
                              </a:ext>
                            </a:extLst>
                          </a:hlinkClick>
                        </a:rPr>
                        <a:t>Link</a:t>
                      </a:r>
                      <a:endParaRPr lang="en-US" sz="1200">
                        <a:ln w="3175">
                          <a:noFill/>
                        </a:ln>
                        <a:solidFill>
                          <a:schemeClr val="accent3">
                            <a:lumMod val="60000"/>
                            <a:lumOff val="40000"/>
                          </a:schemeClr>
                        </a:solidFill>
                      </a:endParaRPr>
                    </a:p>
                  </a:txBody>
                  <a:tcPr marR="18288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base">
                        <a:spcBef>
                          <a:spcPct val="0"/>
                        </a:spcBef>
                        <a:spcAft>
                          <a:spcPct val="0"/>
                        </a:spcAft>
                      </a:pPr>
                      <a:endParaRPr lang="en-US" sz="1200">
                        <a:ln w="3175">
                          <a:noFill/>
                        </a:ln>
                        <a:solidFill>
                          <a:schemeClr val="accent3">
                            <a:lumMod val="60000"/>
                            <a:lumOff val="40000"/>
                          </a:schemeClr>
                        </a:solidFill>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ase">
                        <a:spcBef>
                          <a:spcPct val="0"/>
                        </a:spcBef>
                        <a:spcAft>
                          <a:spcPct val="0"/>
                        </a:spcAft>
                      </a:pPr>
                      <a:r>
                        <a:rPr lang="en-US" sz="1200" kern="1200">
                          <a:ln w="3175">
                            <a:noFill/>
                          </a:ln>
                          <a:solidFill>
                            <a:schemeClr val="accent3">
                              <a:lumMod val="60000"/>
                              <a:lumOff val="40000"/>
                            </a:schemeClr>
                          </a:solidFill>
                          <a:latin typeface="+mn-lt"/>
                          <a:ea typeface="+mn-ea"/>
                          <a:cs typeface="+mn-cs"/>
                          <a:hlinkClick r:id="rId8">
                            <a:extLst>
                              <a:ext uri="{A12FA001-AC4F-418D-AE19-62706E023703}">
                                <ahyp:hlinkClr xmlns:ahyp="http://schemas.microsoft.com/office/drawing/2018/hyperlinkcolor" val="tx"/>
                              </a:ext>
                            </a:extLst>
                          </a:hlinkClick>
                        </a:rPr>
                        <a:t>Link</a:t>
                      </a:r>
                      <a:endParaRPr lang="en-US" sz="1200" kern="1200">
                        <a:ln w="3175">
                          <a:noFill/>
                        </a:ln>
                        <a:solidFill>
                          <a:schemeClr val="accent3">
                            <a:lumMod val="60000"/>
                            <a:lumOff val="40000"/>
                          </a:schemeClr>
                        </a:solidFill>
                        <a:latin typeface="+mn-lt"/>
                        <a:ea typeface="+mn-ea"/>
                        <a:cs typeface="+mn-cs"/>
                      </a:endParaRPr>
                    </a:p>
                  </a:txBody>
                  <a:tcPr marL="502920" anchor="ctr">
                    <a:lnL w="12700" cap="flat" cmpd="sng" algn="ctr">
                      <a:no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4316610"/>
                  </a:ext>
                </a:extLst>
              </a:tr>
              <a:tr h="3657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Persona</a:t>
                      </a:r>
                    </a:p>
                  </a:txBody>
                  <a:tcPr anchor="ctr">
                    <a:lnL w="12700" cmpd="sng">
                      <a:noFill/>
                    </a:lnL>
                    <a:lnR w="6350" cap="flat" cmpd="sng" algn="ctr">
                      <a:solidFill>
                        <a:srgbClr val="FFFFFF">
                          <a:alpha val="50196"/>
                        </a:srgbClr>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Line-of-Business Owner</a:t>
                      </a:r>
                    </a:p>
                  </a:txBody>
                  <a:tcPr anchor="ctr">
                    <a:lnL w="6350" cap="flat" cmpd="sng" algn="ctr">
                      <a:solidFill>
                        <a:srgbClr val="FFFFFF">
                          <a:alpha val="5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Knowledge Worker</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Power User</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n-lt"/>
                          <a:ea typeface="+mn-ea"/>
                          <a:cs typeface="+mn-cs"/>
                        </a:rPr>
                        <a:t>Developer</a:t>
                      </a: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941537062"/>
                  </a:ext>
                </a:extLst>
              </a:tr>
              <a:tr h="3657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Out-of-box Value</a:t>
                      </a:r>
                    </a:p>
                  </a:txBody>
                  <a:tcPr anchor="ctr">
                    <a:lnL w="12700" cmpd="sng">
                      <a:noFill/>
                    </a:lnL>
                    <a:lnR w="6350" cap="flat" cmpd="sng" algn="ctr">
                      <a:solidFill>
                        <a:srgbClr val="FFFFFF">
                          <a:alpha val="50196"/>
                        </a:srgbClr>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5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15178702"/>
                  </a:ext>
                </a:extLst>
              </a:tr>
              <a:tr h="3657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bg1"/>
                          </a:solidFill>
                          <a:effectLst/>
                          <a:uLnTx/>
                          <a:uFillTx/>
                          <a:latin typeface="+mj-lt"/>
                          <a:ea typeface="+mj-ea"/>
                          <a:cs typeface="+mj-cs"/>
                        </a:rPr>
                        <a:t>Customization</a:t>
                      </a:r>
                    </a:p>
                  </a:txBody>
                  <a:tcPr anchor="ctr">
                    <a:lnL w="12700" cmpd="sng">
                      <a:noFill/>
                    </a:lnL>
                    <a:lnR w="6350" cap="flat" cmpd="sng" algn="ctr">
                      <a:solidFill>
                        <a:srgbClr val="FFFFFF">
                          <a:alpha val="50196"/>
                        </a:srgbClr>
                      </a:solidFill>
                      <a:prstDash val="solid"/>
                      <a:round/>
                      <a:headEnd type="none" w="med" len="med"/>
                      <a:tailEnd type="none" w="med" len="med"/>
                    </a:lnR>
                    <a:lnT w="3175"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5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3">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gridSpan="2">
                  <a:txBody>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schemeClr val="bg1"/>
                          </a:solidFill>
                          <a:effectLst/>
                          <a:uLnTx/>
                          <a:uFillTx/>
                          <a:latin typeface="+mn-lt"/>
                          <a:ea typeface="+mn-ea"/>
                          <a:cs typeface="+mn-cs"/>
                          <a:sym typeface="Wingdings" panose="05000000000000000000" pitchFamily="2" charset="2"/>
                        </a:rPr>
                        <a:t></a:t>
                      </a:r>
                      <a:endParaRPr kumimoji="0" lang="en-US" sz="1200" i="0" u="none" strike="noStrike" kern="1200" cap="none" spc="0" normalizeH="0" baseline="0" noProof="0" dirty="0">
                        <a:ln>
                          <a:noFill/>
                        </a:ln>
                        <a:solidFill>
                          <a:schemeClr val="bg1"/>
                        </a:solidFill>
                        <a:effectLst/>
                        <a:uLnTx/>
                        <a:uFillTx/>
                        <a:latin typeface="+mn-lt"/>
                        <a:ea typeface="+mn-ea"/>
                        <a:cs typeface="+mn-cs"/>
                      </a:endParaRPr>
                    </a:p>
                  </a:txBody>
                  <a:tcPr anchor="ctr">
                    <a:lnL w="6350" cap="flat" cmpd="sng" algn="ctr">
                      <a:solidFill>
                        <a:srgbClr val="FFFFFF">
                          <a:alpha val="30196"/>
                        </a:srgbClr>
                      </a:solidFill>
                      <a:prstDash val="solid"/>
                      <a:round/>
                      <a:headEnd type="none" w="med" len="med"/>
                      <a:tailEnd type="none" w="med" len="med"/>
                    </a:lnL>
                    <a:lnR w="6350" cap="flat" cmpd="sng" algn="ctr">
                      <a:solidFill>
                        <a:srgbClr val="FFFFFF">
                          <a:alpha val="30196"/>
                        </a:srgbClr>
                      </a:solidFill>
                      <a:prstDash val="solid"/>
                      <a:round/>
                      <a:headEnd type="none" w="med" len="med"/>
                      <a:tailEnd type="none" w="med" len="med"/>
                    </a:lnR>
                    <a:lnT w="6350" cap="flat" cmpd="sng" algn="ctr">
                      <a:solidFill>
                        <a:srgbClr val="FFFFFF">
                          <a:alpha val="30196"/>
                        </a:srgbClr>
                      </a:solidFill>
                      <a:prstDash val="solid"/>
                      <a:round/>
                      <a:headEnd type="none" w="med" len="med"/>
                      <a:tailEnd type="none" w="med" len="med"/>
                    </a:lnT>
                    <a:lnB w="6350" cap="flat" cmpd="sng" algn="ctr">
                      <a:solidFill>
                        <a:srgbClr val="FFFFFF">
                          <a:alpha val="30196"/>
                        </a:srgb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19680862"/>
                  </a:ext>
                </a:extLst>
              </a:tr>
            </a:tbl>
          </a:graphicData>
        </a:graphic>
      </p:graphicFrame>
      <p:pic>
        <p:nvPicPr>
          <p:cNvPr id="33" name="!Copilot">
            <a:extLst>
              <a:ext uri="{FF2B5EF4-FFF2-40B4-BE49-F238E27FC236}">
                <a16:creationId xmlns:a16="http://schemas.microsoft.com/office/drawing/2014/main" id="{8236C319-5B03-EDDA-F3B3-9DD75833C531}"/>
              </a:ex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413366" y="3000293"/>
            <a:ext cx="339254" cy="339254"/>
          </a:xfrm>
          <a:prstGeom prst="rect">
            <a:avLst/>
          </a:prstGeom>
          <a:noFill/>
          <a:ln>
            <a:noFill/>
            <a:headEnd type="none" w="med" len="med"/>
            <a:tailEnd type="none" w="med" len="med"/>
          </a:ln>
          <a:effectLst>
            <a:outerShdw blurRad="50800" dist="38100" dir="5400000" algn="t" rotWithShape="0">
              <a:prstClr val="black">
                <a:alpha val="40000"/>
              </a:prstClr>
            </a:outerShdw>
          </a:effectLst>
        </p:spPr>
      </p:pic>
      <p:pic>
        <p:nvPicPr>
          <p:cNvPr id="35" name="Graphic 34">
            <a:extLst>
              <a:ext uri="{FF2B5EF4-FFF2-40B4-BE49-F238E27FC236}">
                <a16:creationId xmlns:a16="http://schemas.microsoft.com/office/drawing/2014/main" id="{267AD6FC-F2D7-A775-9346-221D3F248DCF}"/>
              </a:ext>
              <a:ext uri="{C183D7F6-B498-43B3-948B-1728B52AA6E4}">
                <adec:decorative xmlns:adec="http://schemas.microsoft.com/office/drawing/2017/decorative" val="1"/>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026303" y="3000293"/>
            <a:ext cx="339254" cy="339254"/>
          </a:xfrm>
          <a:prstGeom prst="rect">
            <a:avLst/>
          </a:prstGeom>
          <a:effectLst>
            <a:outerShdw blurRad="50800" dist="38100" dir="5400000" algn="t" rotWithShape="0">
              <a:prstClr val="black">
                <a:alpha val="40000"/>
              </a:prstClr>
            </a:outerShdw>
          </a:effectLst>
        </p:spPr>
      </p:pic>
      <p:sp>
        <p:nvSpPr>
          <p:cNvPr id="36" name="Right Brace 35">
            <a:extLst>
              <a:ext uri="{FF2B5EF4-FFF2-40B4-BE49-F238E27FC236}">
                <a16:creationId xmlns:a16="http://schemas.microsoft.com/office/drawing/2014/main" id="{FA418553-299D-F4C6-F3F5-61DD128FEE6D}"/>
              </a:ext>
              <a:ext uri="{C183D7F6-B498-43B3-948B-1728B52AA6E4}">
                <adec:decorative xmlns:adec="http://schemas.microsoft.com/office/drawing/2017/decorative" val="1"/>
              </a:ext>
            </a:extLst>
          </p:cNvPr>
          <p:cNvSpPr>
            <a:spLocks/>
          </p:cNvSpPr>
          <p:nvPr/>
        </p:nvSpPr>
        <p:spPr>
          <a:xfrm rot="5400000">
            <a:off x="6005472" y="1029515"/>
            <a:ext cx="184233" cy="9832980"/>
          </a:xfrm>
          <a:prstGeom prst="rightBrace">
            <a:avLst>
              <a:gd name="adj1" fmla="val 53715"/>
              <a:gd name="adj2" fmla="val 50000"/>
            </a:avLst>
          </a:prstGeom>
          <a:ln w="12700">
            <a:solidFill>
              <a:schemeClr val="bg1">
                <a:alpha val="31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91F2C"/>
              </a:solidFill>
              <a:effectLst/>
              <a:uLnTx/>
              <a:uFillTx/>
              <a:latin typeface="Segoe Sans Display"/>
              <a:ea typeface="+mn-ea"/>
              <a:cs typeface="+mn-cs"/>
            </a:endParaRPr>
          </a:p>
        </p:txBody>
      </p:sp>
      <p:pic>
        <p:nvPicPr>
          <p:cNvPr id="37" name="Picture 36">
            <a:extLst>
              <a:ext uri="{FF2B5EF4-FFF2-40B4-BE49-F238E27FC236}">
                <a16:creationId xmlns:a16="http://schemas.microsoft.com/office/drawing/2014/main" id="{52EA09B9-DDE1-4AD1-B152-D2CE45806692}"/>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209326" y="6134936"/>
            <a:ext cx="274320" cy="274320"/>
          </a:xfrm>
          <a:prstGeom prst="rect">
            <a:avLst/>
          </a:prstGeom>
        </p:spPr>
      </p:pic>
      <p:sp>
        <p:nvSpPr>
          <p:cNvPr id="38" name="Rectangle 37">
            <a:extLst>
              <a:ext uri="{FF2B5EF4-FFF2-40B4-BE49-F238E27FC236}">
                <a16:creationId xmlns:a16="http://schemas.microsoft.com/office/drawing/2014/main" id="{350354E6-425F-3608-8CB6-0CD75CD0EABE}"/>
              </a:ext>
            </a:extLst>
          </p:cNvPr>
          <p:cNvSpPr/>
          <p:nvPr/>
        </p:nvSpPr>
        <p:spPr>
          <a:xfrm>
            <a:off x="5502696" y="6179763"/>
            <a:ext cx="3445812" cy="18466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chorCtr="0">
            <a:sp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it-IT" sz="1200" b="0" i="0" u="none" strike="noStrike" kern="1200" cap="none" spc="0" normalizeH="0" baseline="0" noProof="0" dirty="0">
                <a:ln>
                  <a:noFill/>
                </a:ln>
                <a:solidFill>
                  <a:srgbClr val="FFFFFF"/>
                </a:solidFill>
                <a:effectLst/>
                <a:uLnTx/>
                <a:uFillTx/>
                <a:latin typeface="Segoe Sans Display"/>
                <a:ea typeface="+mn-ea"/>
                <a:cs typeface="+mn-cs"/>
              </a:rPr>
              <a:t>Integrate with Fabric + Enchance with Microsoft IQ</a:t>
            </a:r>
            <a:endParaRPr kumimoji="0" lang="it-IT" sz="1200" b="1" i="0" u="none" strike="noStrike" kern="1200" cap="none" spc="0" normalizeH="0" baseline="0" noProof="0" dirty="0">
              <a:ln>
                <a:noFill/>
              </a:ln>
              <a:solidFill>
                <a:srgbClr val="FFFFFF"/>
              </a:solidFill>
              <a:effectLst/>
              <a:uLnTx/>
              <a:uFillTx/>
              <a:latin typeface="Segoe Sans Display"/>
              <a:ea typeface="+mn-ea"/>
              <a:cs typeface="+mn-cs"/>
            </a:endParaRPr>
          </a:p>
        </p:txBody>
      </p:sp>
      <p:sp>
        <p:nvSpPr>
          <p:cNvPr id="39" name="Arrow: Left-Right 38">
            <a:extLst>
              <a:ext uri="{FF2B5EF4-FFF2-40B4-BE49-F238E27FC236}">
                <a16:creationId xmlns:a16="http://schemas.microsoft.com/office/drawing/2014/main" id="{C2CCB09F-5270-328B-F366-EE8BE89E9212}"/>
              </a:ext>
              <a:ext uri="{C183D7F6-B498-43B3-948B-1728B52AA6E4}">
                <adec:decorative xmlns:adec="http://schemas.microsoft.com/office/drawing/2017/decorative" val="1"/>
              </a:ext>
            </a:extLst>
          </p:cNvPr>
          <p:cNvSpPr/>
          <p:nvPr/>
        </p:nvSpPr>
        <p:spPr>
          <a:xfrm>
            <a:off x="3843646" y="2994166"/>
            <a:ext cx="1068930" cy="351508"/>
          </a:xfrm>
          <a:prstGeom prst="leftRightArrow">
            <a:avLst>
              <a:gd name="adj1" fmla="val 67909"/>
              <a:gd name="adj2" fmla="val 57357"/>
            </a:avLst>
          </a:prstGeom>
          <a:solidFill>
            <a:srgbClr val="071C27"/>
          </a:solidFill>
          <a:ln w="12700" cap="rnd">
            <a:gradFill flip="none" rotWithShape="1">
              <a:gsLst>
                <a:gs pos="80000">
                  <a:schemeClr val="accent2"/>
                </a:gs>
                <a:gs pos="0">
                  <a:schemeClr val="accent3"/>
                </a:gs>
              </a:gsLst>
              <a:lin ang="2700000" scaled="1"/>
              <a:tileRect/>
            </a:gra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73" rtl="0" eaLnBrk="1" fontAlgn="base" latinLnBrk="0" hangingPunct="1">
              <a:lnSpc>
                <a:spcPct val="100000"/>
              </a:lnSpc>
              <a:spcBef>
                <a:spcPct val="0"/>
              </a:spcBef>
              <a:spcAft>
                <a:spcPts val="1200"/>
              </a:spcAft>
              <a:buClrTx/>
              <a:buSzPct val="90000"/>
              <a:buFontTx/>
              <a:buNone/>
              <a:tabLst>
                <a:tab pos="1371710" algn="l"/>
              </a:tabLst>
              <a:defRPr/>
            </a:pPr>
            <a:r>
              <a:rPr kumimoji="0" lang="en-US" sz="1200" b="0" i="0" u="none" strike="noStrike" kern="1200" cap="none" spc="0" normalizeH="0" baseline="0" noProof="0">
                <a:ln w="3175">
                  <a:noFill/>
                </a:ln>
                <a:solidFill>
                  <a:srgbClr val="FFFFFF"/>
                </a:solidFill>
                <a:effectLst/>
                <a:uLnTx/>
                <a:uFillTx/>
                <a:latin typeface="Segoe Sans Display"/>
                <a:ea typeface="+mn-ea"/>
                <a:cs typeface="+mn-cs"/>
              </a:rPr>
              <a:t>Enhance</a:t>
            </a:r>
          </a:p>
        </p:txBody>
      </p:sp>
      <p:sp>
        <p:nvSpPr>
          <p:cNvPr id="40" name="Arrow: Left-Right 39">
            <a:extLst>
              <a:ext uri="{FF2B5EF4-FFF2-40B4-BE49-F238E27FC236}">
                <a16:creationId xmlns:a16="http://schemas.microsoft.com/office/drawing/2014/main" id="{2BD45418-FB45-E54E-4530-069034CD5009}"/>
              </a:ext>
              <a:ext uri="{C183D7F6-B498-43B3-948B-1728B52AA6E4}">
                <adec:decorative xmlns:adec="http://schemas.microsoft.com/office/drawing/2017/decorative" val="1"/>
              </a:ext>
            </a:extLst>
          </p:cNvPr>
          <p:cNvSpPr/>
          <p:nvPr/>
        </p:nvSpPr>
        <p:spPr>
          <a:xfrm>
            <a:off x="6253410" y="2994166"/>
            <a:ext cx="1068930" cy="351508"/>
          </a:xfrm>
          <a:prstGeom prst="leftRightArrow">
            <a:avLst>
              <a:gd name="adj1" fmla="val 67909"/>
              <a:gd name="adj2" fmla="val 57357"/>
            </a:avLst>
          </a:prstGeom>
          <a:solidFill>
            <a:srgbClr val="071C27"/>
          </a:solidFill>
          <a:ln w="12700" cap="rnd">
            <a:gradFill flip="none" rotWithShape="1">
              <a:gsLst>
                <a:gs pos="80000">
                  <a:schemeClr val="accent2"/>
                </a:gs>
                <a:gs pos="0">
                  <a:schemeClr val="accent3"/>
                </a:gs>
              </a:gsLst>
              <a:lin ang="2700000" scaled="1"/>
              <a:tileRect/>
            </a:gra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73" rtl="0" eaLnBrk="1" fontAlgn="base" latinLnBrk="0" hangingPunct="1">
              <a:lnSpc>
                <a:spcPct val="100000"/>
              </a:lnSpc>
              <a:spcBef>
                <a:spcPct val="0"/>
              </a:spcBef>
              <a:spcAft>
                <a:spcPts val="1200"/>
              </a:spcAft>
              <a:buClrTx/>
              <a:buSzPct val="90000"/>
              <a:buFontTx/>
              <a:buNone/>
              <a:tabLst>
                <a:tab pos="1371710" algn="l"/>
              </a:tabLst>
              <a:defRPr/>
            </a:pPr>
            <a:r>
              <a:rPr kumimoji="0" lang="en-US" sz="1200" b="0" i="0" u="none" strike="noStrike" kern="1200" cap="none" spc="0" normalizeH="0" baseline="0" noProof="0">
                <a:ln w="3175">
                  <a:noFill/>
                </a:ln>
                <a:solidFill>
                  <a:srgbClr val="FFFFFF"/>
                </a:solidFill>
                <a:effectLst/>
                <a:uLnTx/>
                <a:uFillTx/>
                <a:latin typeface="Segoe Sans Display"/>
                <a:ea typeface="+mn-ea"/>
                <a:cs typeface="+mn-cs"/>
              </a:rPr>
              <a:t>Extend</a:t>
            </a:r>
          </a:p>
        </p:txBody>
      </p:sp>
      <p:sp>
        <p:nvSpPr>
          <p:cNvPr id="41" name="Arrow: Left-Right 40">
            <a:extLst>
              <a:ext uri="{FF2B5EF4-FFF2-40B4-BE49-F238E27FC236}">
                <a16:creationId xmlns:a16="http://schemas.microsoft.com/office/drawing/2014/main" id="{5109DD27-343E-2E81-9ED8-E91EA62B4B94}"/>
              </a:ext>
              <a:ext uri="{C183D7F6-B498-43B3-948B-1728B52AA6E4}">
                <adec:decorative xmlns:adec="http://schemas.microsoft.com/office/drawing/2017/decorative" val="1"/>
              </a:ext>
            </a:extLst>
          </p:cNvPr>
          <p:cNvSpPr/>
          <p:nvPr/>
        </p:nvSpPr>
        <p:spPr>
          <a:xfrm>
            <a:off x="8664006" y="2994166"/>
            <a:ext cx="1068930" cy="351508"/>
          </a:xfrm>
          <a:prstGeom prst="leftRightArrow">
            <a:avLst>
              <a:gd name="adj1" fmla="val 67909"/>
              <a:gd name="adj2" fmla="val 57357"/>
            </a:avLst>
          </a:prstGeom>
          <a:solidFill>
            <a:srgbClr val="071C27"/>
          </a:solidFill>
          <a:ln w="12700" cap="rnd">
            <a:gradFill flip="none" rotWithShape="1">
              <a:gsLst>
                <a:gs pos="80000">
                  <a:schemeClr val="accent2"/>
                </a:gs>
                <a:gs pos="0">
                  <a:schemeClr val="accent3"/>
                </a:gs>
              </a:gsLst>
              <a:lin ang="2700000" scaled="1"/>
              <a:tileRect/>
            </a:gra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73" rtl="0" eaLnBrk="1" fontAlgn="base" latinLnBrk="0" hangingPunct="1">
              <a:lnSpc>
                <a:spcPct val="100000"/>
              </a:lnSpc>
              <a:spcBef>
                <a:spcPct val="0"/>
              </a:spcBef>
              <a:spcAft>
                <a:spcPts val="1200"/>
              </a:spcAft>
              <a:buClrTx/>
              <a:buSzPct val="90000"/>
              <a:buFontTx/>
              <a:buNone/>
              <a:tabLst>
                <a:tab pos="1371710" algn="l"/>
              </a:tabLst>
              <a:defRPr/>
            </a:pPr>
            <a:r>
              <a:rPr kumimoji="0" lang="en-US" sz="1200" b="0" i="0" u="none" strike="noStrike" kern="1200" cap="none" spc="0" normalizeH="0" baseline="0" noProof="0">
                <a:ln w="3175">
                  <a:noFill/>
                </a:ln>
                <a:solidFill>
                  <a:srgbClr val="FFFFFF"/>
                </a:solidFill>
                <a:effectLst/>
                <a:uLnTx/>
                <a:uFillTx/>
                <a:latin typeface="Segoe Sans Display"/>
                <a:ea typeface="+mn-ea"/>
                <a:cs typeface="+mn-cs"/>
              </a:rPr>
              <a:t>Integrate</a:t>
            </a:r>
          </a:p>
        </p:txBody>
      </p:sp>
      <p:pic>
        <p:nvPicPr>
          <p:cNvPr id="42" name="Graphic 41">
            <a:extLst>
              <a:ext uri="{FF2B5EF4-FFF2-40B4-BE49-F238E27FC236}">
                <a16:creationId xmlns:a16="http://schemas.microsoft.com/office/drawing/2014/main" id="{BCD0397A-FF64-A118-D152-DA2BA5A42D7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747626" y="2988039"/>
            <a:ext cx="375992" cy="375992"/>
          </a:xfrm>
          <a:prstGeom prst="rect">
            <a:avLst/>
          </a:prstGeom>
        </p:spPr>
      </p:pic>
      <p:pic>
        <p:nvPicPr>
          <p:cNvPr id="43" name="Picture 42">
            <a:extLst>
              <a:ext uri="{FF2B5EF4-FFF2-40B4-BE49-F238E27FC236}">
                <a16:creationId xmlns:a16="http://schemas.microsoft.com/office/drawing/2014/main" id="{E281350E-E407-27E4-9417-6C4410C8183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157390" y="2874101"/>
            <a:ext cx="465446" cy="465446"/>
          </a:xfrm>
          <a:prstGeom prst="rect">
            <a:avLst/>
          </a:prstGeom>
        </p:spPr>
      </p:pic>
    </p:spTree>
    <p:custDataLst>
      <p:tags r:id="rId1"/>
    </p:custDataLst>
    <p:extLst>
      <p:ext uri="{BB962C8B-B14F-4D97-AF65-F5344CB8AC3E}">
        <p14:creationId xmlns:p14="http://schemas.microsoft.com/office/powerpoint/2010/main" val="16466039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D4E033-221A-658F-69A3-BCA0A4F8BBFD}"/>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Match the platform to the work you need to do</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B65C43E1-C33E-B286-31D7-7F8FCA94B8EA}"/>
              </a:ext>
            </a:extLst>
          </p:cNvPr>
          <p:cNvSpPr>
            <a:spLocks noGrp="1"/>
          </p:cNvSpPr>
          <p:nvPr>
            <p:ph type="sldNum" sz="quarter" idx="13"/>
          </p:nvPr>
        </p:nvSpPr>
        <p:spPr/>
        <p:txBody>
          <a:bodyPr/>
          <a:lstStyle/>
          <a:p>
            <a:fld id="{C3C3236D-FB65-584A-8227-5A449D06E62A}" type="slidenum">
              <a:rPr lang="en-US" smtClean="0"/>
              <a:pPr/>
              <a:t>22</a:t>
            </a:fld>
            <a:endParaRPr lang="en-US"/>
          </a:p>
        </p:txBody>
      </p:sp>
      <p:sp>
        <p:nvSpPr>
          <p:cNvPr id="6" name="Footer Placeholder 5">
            <a:extLst>
              <a:ext uri="{FF2B5EF4-FFF2-40B4-BE49-F238E27FC236}">
                <a16:creationId xmlns:a16="http://schemas.microsoft.com/office/drawing/2014/main" id="{100737C2-4EA9-FFC7-689F-A016701DD57A}"/>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02DF7119-3968-0A01-A62C-9CFF15EFD86D}"/>
              </a:ext>
            </a:extLst>
          </p:cNvPr>
          <p:cNvSpPr/>
          <p:nvPr/>
        </p:nvSpPr>
        <p:spPr>
          <a:xfrm>
            <a:off x="273406" y="1543507"/>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3CD85001-A3A7-09E4-35F1-38E09C880E51}"/>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 an application</a:t>
            </a:r>
          </a:p>
        </p:txBody>
      </p:sp>
      <p:sp>
        <p:nvSpPr>
          <p:cNvPr id="9" name="Card body">
            <a:extLst>
              <a:ext uri="{FF2B5EF4-FFF2-40B4-BE49-F238E27FC236}">
                <a16:creationId xmlns:a16="http://schemas.microsoft.com/office/drawing/2014/main" id="{24867214-DBB5-2867-BEC1-FBF3BDF5A6A0}"/>
              </a:ext>
            </a:extLst>
          </p:cNvPr>
          <p:cNvSpPr txBox="1"/>
          <p:nvPr/>
        </p:nvSpPr>
        <p:spPr>
          <a:xfrm>
            <a:off x="419710" y="2278075"/>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GitHub Copilot and Codespaces.</a:t>
            </a:r>
          </a:p>
        </p:txBody>
      </p:sp>
      <p:sp>
        <p:nvSpPr>
          <p:cNvPr id="10" name="Rectangle 9">
            <a:extLst>
              <a:ext uri="{FF2B5EF4-FFF2-40B4-BE49-F238E27FC236}">
                <a16:creationId xmlns:a16="http://schemas.microsoft.com/office/drawing/2014/main" id="{55DFAE39-D89C-EF36-52B0-6F353443CE6F}"/>
              </a:ext>
            </a:extLst>
          </p:cNvPr>
          <p:cNvSpPr/>
          <p:nvPr/>
        </p:nvSpPr>
        <p:spPr>
          <a:xfrm>
            <a:off x="273406" y="3794760"/>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714D1799-0F6F-4742-E5B1-7EB6BE7CFEB9}"/>
              </a:ext>
            </a:extLst>
          </p:cNvPr>
          <p:cNvSpPr txBox="1"/>
          <p:nvPr/>
        </p:nvSpPr>
        <p:spPr>
          <a:xfrm>
            <a:off x="419710" y="394106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 a custom agent</a:t>
            </a:r>
          </a:p>
        </p:txBody>
      </p:sp>
      <p:sp>
        <p:nvSpPr>
          <p:cNvPr id="12" name="Card body">
            <a:extLst>
              <a:ext uri="{FF2B5EF4-FFF2-40B4-BE49-F238E27FC236}">
                <a16:creationId xmlns:a16="http://schemas.microsoft.com/office/drawing/2014/main" id="{8D1628BD-9C60-9370-4FF0-60D698396B11}"/>
              </a:ext>
            </a:extLst>
          </p:cNvPr>
          <p:cNvSpPr txBox="1"/>
          <p:nvPr/>
        </p:nvSpPr>
        <p:spPr>
          <a:xfrm>
            <a:off x="419710" y="4529328"/>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Microsoft Foundry.</a:t>
            </a:r>
          </a:p>
        </p:txBody>
      </p:sp>
      <p:sp>
        <p:nvSpPr>
          <p:cNvPr id="13" name="Rectangle 12">
            <a:extLst>
              <a:ext uri="{FF2B5EF4-FFF2-40B4-BE49-F238E27FC236}">
                <a16:creationId xmlns:a16="http://schemas.microsoft.com/office/drawing/2014/main" id="{D8760E0B-CDCD-2E15-8E53-4AE5BEEB7E26}"/>
              </a:ext>
            </a:extLst>
          </p:cNvPr>
          <p:cNvSpPr/>
          <p:nvPr/>
        </p:nvSpPr>
        <p:spPr>
          <a:xfrm>
            <a:off x="6292901" y="1543507"/>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86532EAA-8C49-535C-E46F-0CF4EC55BAE7}"/>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Extend everyday work</a:t>
            </a:r>
          </a:p>
        </p:txBody>
      </p:sp>
      <p:sp>
        <p:nvSpPr>
          <p:cNvPr id="15" name="Card body">
            <a:extLst>
              <a:ext uri="{FF2B5EF4-FFF2-40B4-BE49-F238E27FC236}">
                <a16:creationId xmlns:a16="http://schemas.microsoft.com/office/drawing/2014/main" id="{9A68FFFA-C19F-F2E7-BECA-8E66EEF61830}"/>
              </a:ext>
            </a:extLst>
          </p:cNvPr>
          <p:cNvSpPr txBox="1"/>
          <p:nvPr/>
        </p:nvSpPr>
        <p:spPr>
          <a:xfrm>
            <a:off x="6439205" y="2278075"/>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Microsoft 365 Copilot and Copilot Studio.</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51124449-FA83-DA5B-2A13-2E77F495F92A}"/>
              </a:ext>
            </a:extLst>
          </p:cNvPr>
          <p:cNvSpPr/>
          <p:nvPr/>
        </p:nvSpPr>
        <p:spPr>
          <a:xfrm>
            <a:off x="6292901" y="3794760"/>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96D64DE0-9ECE-4F48-C250-4B5A0648292E}"/>
              </a:ext>
            </a:extLst>
          </p:cNvPr>
          <p:cNvSpPr txBox="1"/>
          <p:nvPr/>
        </p:nvSpPr>
        <p:spPr>
          <a:xfrm>
            <a:off x="6439205" y="394106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Oversee agents</a:t>
            </a:r>
          </a:p>
        </p:txBody>
      </p:sp>
      <p:sp>
        <p:nvSpPr>
          <p:cNvPr id="18" name="Card body">
            <a:extLst>
              <a:ext uri="{FF2B5EF4-FFF2-40B4-BE49-F238E27FC236}">
                <a16:creationId xmlns:a16="http://schemas.microsoft.com/office/drawing/2014/main" id="{2F69D5BD-56DD-6E07-A982-0AB2646E1905}"/>
              </a:ext>
            </a:extLst>
          </p:cNvPr>
          <p:cNvSpPr txBox="1"/>
          <p:nvPr/>
        </p:nvSpPr>
        <p:spPr>
          <a:xfrm>
            <a:off x="6439205" y="4529328"/>
            <a:ext cx="5201107"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Microsoft Agent 365.</a:t>
            </a:r>
          </a:p>
        </p:txBody>
      </p:sp>
    </p:spTree>
    <p:custDataLst>
      <p:tags r:id="rId1"/>
    </p:custDataLst>
    <p:extLst>
      <p:ext uri="{BB962C8B-B14F-4D97-AF65-F5344CB8AC3E}">
        <p14:creationId xmlns:p14="http://schemas.microsoft.com/office/powerpoint/2010/main" val="37876889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6F47B033-D75F-6BFB-414F-2735940F3615}"/>
              </a:ext>
            </a:extLst>
          </p:cNvPr>
          <p:cNvSpPr>
            <a:spLocks noGrp="1"/>
          </p:cNvSpPr>
          <p:nvPr>
            <p:ph type="sldNum" sz="quarter" idx="13"/>
          </p:nvPr>
        </p:nvSpPr>
        <p:spPr/>
        <p:txBody>
          <a:bodyPr/>
          <a:lstStyle/>
          <a:p>
            <a:fld id="{C3C3236D-FB65-584A-8227-5A449D06E62A}" type="slidenum">
              <a:rPr lang="en-US" smtClean="0"/>
              <a:pPr/>
              <a:t>23</a:t>
            </a:fld>
            <a:endParaRPr lang="en-US"/>
          </a:p>
        </p:txBody>
      </p:sp>
      <p:sp>
        <p:nvSpPr>
          <p:cNvPr id="7" name="Footer Placeholder 6">
            <a:extLst>
              <a:ext uri="{FF2B5EF4-FFF2-40B4-BE49-F238E27FC236}">
                <a16:creationId xmlns:a16="http://schemas.microsoft.com/office/drawing/2014/main" id="{A54E4809-8627-A8C2-824C-9EBE34049533}"/>
              </a:ext>
            </a:extLst>
          </p:cNvPr>
          <p:cNvSpPr>
            <a:spLocks noGrp="1"/>
          </p:cNvSpPr>
          <p:nvPr>
            <p:ph type="ftr" sz="quarter" idx="18"/>
          </p:nvPr>
        </p:nvSpPr>
        <p:spPr/>
        <p:txBody>
          <a:bodyPr/>
          <a:lstStyle/>
          <a:p>
            <a:r>
              <a:rPr lang="en-US"/>
              <a:t>#CCHConnections</a:t>
            </a:r>
            <a:endParaRPr lang="en-US" dirty="0"/>
          </a:p>
        </p:txBody>
      </p:sp>
      <p:sp>
        <p:nvSpPr>
          <p:cNvPr id="21" name="Title 1">
            <a:extLst>
              <a:ext uri="{FF2B5EF4-FFF2-40B4-BE49-F238E27FC236}">
                <a16:creationId xmlns:a16="http://schemas.microsoft.com/office/drawing/2014/main" id="{B165CF6E-AF14-0919-2010-1E5D5B91879B}"/>
              </a:ext>
            </a:extLst>
          </p:cNvPr>
          <p:cNvSpPr>
            <a:spLocks noGrp="1"/>
          </p:cNvSpPr>
          <p:nvPr>
            <p:ph type="title"/>
          </p:nvPr>
        </p:nvSpPr>
        <p:spPr>
          <a:xfrm>
            <a:off x="3622186" y="384266"/>
            <a:ext cx="7623001" cy="628469"/>
          </a:xfrm>
        </p:spPr>
        <p:txBody>
          <a:bodyPr>
            <a:normAutofit/>
          </a:bodyPr>
          <a:lstStyle/>
          <a:p>
            <a:r>
              <a:rPr lang="en-US" sz="3200" dirty="0"/>
              <a:t>builds from the API definition</a:t>
            </a:r>
            <a:endParaRPr lang="en-CA" sz="3200" dirty="0"/>
          </a:p>
        </p:txBody>
      </p:sp>
      <p:sp>
        <p:nvSpPr>
          <p:cNvPr id="22" name="Where it works - heading">
            <a:extLst>
              <a:ext uri="{FF2B5EF4-FFF2-40B4-BE49-F238E27FC236}">
                <a16:creationId xmlns:a16="http://schemas.microsoft.com/office/drawing/2014/main" id="{FD7E507F-E0AE-5281-5613-D5B6EEAA1D1D}"/>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23" name="Where it works - points">
            <a:extLst>
              <a:ext uri="{FF2B5EF4-FFF2-40B4-BE49-F238E27FC236}">
                <a16:creationId xmlns:a16="http://schemas.microsoft.com/office/drawing/2014/main" id="{BB23FAC6-4749-7CCF-92B4-358AE4110E69}"/>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VS Code on your laptop, or a Codespace.</a:t>
            </a:r>
          </a:p>
          <a:p>
            <a:pPr marL="342900" indent="-342900">
              <a:spcAft>
                <a:spcPts val="1000"/>
              </a:spcAft>
              <a:buFont typeface="+mj-lt"/>
              <a:buChar char="•"/>
            </a:pPr>
            <a:r>
              <a:rPr lang="en-US" sz="1600">
                <a:solidFill>
                  <a:srgbClr val="000000"/>
                </a:solidFill>
              </a:rPr>
              <a:t>Writes, runs and tests code, and fixes the errors it finds.</a:t>
            </a:r>
            <a:endParaRPr lang="en-CA" sz="1600">
              <a:solidFill>
                <a:srgbClr val="000000"/>
              </a:solidFill>
            </a:endParaRPr>
          </a:p>
        </p:txBody>
      </p:sp>
      <p:sp>
        <p:nvSpPr>
          <p:cNvPr id="24" name="With the CCH Axcess API - heading">
            <a:extLst>
              <a:ext uri="{FF2B5EF4-FFF2-40B4-BE49-F238E27FC236}">
                <a16:creationId xmlns:a16="http://schemas.microsoft.com/office/drawing/2014/main" id="{BC993FB6-DD41-2263-16C0-58E75E60CC27}"/>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25" name="With the CCH Axcess API - points">
            <a:extLst>
              <a:ext uri="{FF2B5EF4-FFF2-40B4-BE49-F238E27FC236}">
                <a16:creationId xmlns:a16="http://schemas.microsoft.com/office/drawing/2014/main" id="{B486480B-25B1-D402-9866-C58080F9EF32}"/>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Reads the OpenAPI files before writing any call.</a:t>
            </a:r>
          </a:p>
          <a:p>
            <a:pPr marL="342900" indent="-342900">
              <a:spcAft>
                <a:spcPts val="1000"/>
              </a:spcAft>
              <a:buFont typeface="+mj-lt"/>
              <a:buChar char="•"/>
            </a:pPr>
            <a:r>
              <a:rPr lang="en-US" sz="1600">
                <a:solidFill>
                  <a:srgbClr val="000000"/>
                </a:solidFill>
              </a:rPr>
              <a:t>Follows the project's AGENTS.md and repository skill.</a:t>
            </a:r>
          </a:p>
          <a:p>
            <a:pPr marL="342900" indent="-342900">
              <a:spcAft>
                <a:spcPts val="1000"/>
              </a:spcAft>
              <a:buFont typeface="+mj-lt"/>
              <a:buChar char="•"/>
            </a:pPr>
            <a:r>
              <a:rPr lang="en-US" sz="1600">
                <a:solidFill>
                  <a:srgbClr val="000000"/>
                </a:solidFill>
              </a:rPr>
              <a:t>Can also call an API through an MCP server while you develop.</a:t>
            </a:r>
            <a:endParaRPr lang="en-CA" sz="1600">
              <a:solidFill>
                <a:srgbClr val="000000"/>
              </a:solidFill>
            </a:endParaRPr>
          </a:p>
        </p:txBody>
      </p:sp>
      <p:sp>
        <p:nvSpPr>
          <p:cNvPr id="26" name="Example - heading">
            <a:extLst>
              <a:ext uri="{FF2B5EF4-FFF2-40B4-BE49-F238E27FC236}">
                <a16:creationId xmlns:a16="http://schemas.microsoft.com/office/drawing/2014/main" id="{6B976B96-DC6C-3266-95E3-B40DC64725A6}"/>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7" name="Example - points">
            <a:extLst>
              <a:ext uri="{FF2B5EF4-FFF2-40B4-BE49-F238E27FC236}">
                <a16:creationId xmlns:a16="http://schemas.microsoft.com/office/drawing/2014/main" id="{097DFD5E-A6CE-35D5-B098-49F288BC42F1}"/>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Compare staff.xls with Axcess Tax: report differences and staff not found, without changing records.</a:t>
            </a:r>
          </a:p>
          <a:p>
            <a:pPr marL="342900" indent="-342900">
              <a:spcAft>
                <a:spcPts val="1000"/>
              </a:spcAft>
              <a:buFont typeface="+mj-lt"/>
              <a:buChar char="•"/>
            </a:pPr>
            <a:r>
              <a:rPr lang="en-US" sz="1600">
                <a:solidFill>
                  <a:srgbClr val="000000"/>
                </a:solidFill>
              </a:rPr>
              <a:t>The finished app calls the API with no AI.</a:t>
            </a:r>
            <a:endParaRPr lang="en-CA" sz="1600">
              <a:solidFill>
                <a:srgbClr val="000000"/>
              </a:solidFill>
            </a:endParaRPr>
          </a:p>
        </p:txBody>
      </p:sp>
      <p:pic>
        <p:nvPicPr>
          <p:cNvPr id="9" name="Graphic 8">
            <a:extLst>
              <a:ext uri="{FF2B5EF4-FFF2-40B4-BE49-F238E27FC236}">
                <a16:creationId xmlns:a16="http://schemas.microsoft.com/office/drawing/2014/main" id="{2813DA93-FF4E-82D2-FA40-CCE030FA3F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1938" y="465412"/>
            <a:ext cx="3023961" cy="391385"/>
          </a:xfrm>
          <a:prstGeom prst="rect">
            <a:avLst/>
          </a:prstGeom>
        </p:spPr>
      </p:pic>
      <p:pic>
        <p:nvPicPr>
          <p:cNvPr id="13" name="Picture 12">
            <a:extLst>
              <a:ext uri="{FF2B5EF4-FFF2-40B4-BE49-F238E27FC236}">
                <a16:creationId xmlns:a16="http://schemas.microsoft.com/office/drawing/2014/main" id="{AAA913D1-426F-4148-A8DA-DBB29C1A95BE}"/>
              </a:ext>
            </a:extLst>
          </p:cNvPr>
          <p:cNvPicPr>
            <a:picLocks noChangeAspect="1"/>
          </p:cNvPicPr>
          <p:nvPr/>
        </p:nvPicPr>
        <p:blipFill>
          <a:blip r:embed="rId5"/>
          <a:stretch>
            <a:fillRect/>
          </a:stretch>
        </p:blipFill>
        <p:spPr>
          <a:xfrm>
            <a:off x="3585899" y="4364355"/>
            <a:ext cx="4749800" cy="2493645"/>
          </a:xfrm>
          <a:prstGeom prst="rect">
            <a:avLst/>
          </a:prstGeom>
        </p:spPr>
      </p:pic>
    </p:spTree>
    <p:custDataLst>
      <p:tags r:id="rId1"/>
    </p:custDataLst>
    <p:extLst>
      <p:ext uri="{BB962C8B-B14F-4D97-AF65-F5344CB8AC3E}">
        <p14:creationId xmlns:p14="http://schemas.microsoft.com/office/powerpoint/2010/main" val="41859551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369D2DB-9D30-2E8D-E4E8-AD8304C2BA80}"/>
              </a:ext>
            </a:extLst>
          </p:cNvPr>
          <p:cNvPicPr>
            <a:picLocks noChangeAspect="1"/>
          </p:cNvPicPr>
          <p:nvPr/>
        </p:nvPicPr>
        <p:blipFill>
          <a:blip r:embed="rId4"/>
          <a:stretch>
            <a:fillRect/>
          </a:stretch>
        </p:blipFill>
        <p:spPr>
          <a:xfrm>
            <a:off x="0" y="3545374"/>
            <a:ext cx="3853543" cy="3312625"/>
          </a:xfrm>
          <a:prstGeom prst="rect">
            <a:avLst/>
          </a:prstGeom>
        </p:spPr>
      </p:pic>
      <p:sp>
        <p:nvSpPr>
          <p:cNvPr id="7" name="Footer Placeholder 6">
            <a:extLst>
              <a:ext uri="{FF2B5EF4-FFF2-40B4-BE49-F238E27FC236}">
                <a16:creationId xmlns:a16="http://schemas.microsoft.com/office/drawing/2014/main" id="{BAC27F5B-6797-513A-F578-C09F7C478F52}"/>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BAB68DD4-F78A-D444-F9DD-D0819CD9278B}"/>
              </a:ext>
            </a:extLst>
          </p:cNvPr>
          <p:cNvSpPr>
            <a:spLocks noGrp="1"/>
          </p:cNvSpPr>
          <p:nvPr>
            <p:ph type="title"/>
          </p:nvPr>
        </p:nvSpPr>
        <p:spPr>
          <a:xfrm>
            <a:off x="1010516" y="377744"/>
            <a:ext cx="11247120" cy="822960"/>
          </a:xfrm>
        </p:spPr>
        <p:txBody>
          <a:bodyPr>
            <a:normAutofit/>
          </a:bodyPr>
          <a:lstStyle/>
          <a:p>
            <a:r>
              <a:rPr lang="en-US" sz="3400" dirty="0"/>
              <a:t>Copilot Studio turns the API definition into agent tools</a:t>
            </a:r>
            <a:endParaRPr lang="en-CA" sz="3400" dirty="0"/>
          </a:p>
        </p:txBody>
      </p:sp>
      <p:sp>
        <p:nvSpPr>
          <p:cNvPr id="15" name="Where it works - heading">
            <a:extLst>
              <a:ext uri="{FF2B5EF4-FFF2-40B4-BE49-F238E27FC236}">
                <a16:creationId xmlns:a16="http://schemas.microsoft.com/office/drawing/2014/main" id="{AFF33DE4-118B-71D3-D79E-E756488FC6B5}"/>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16" name="Where it works - points">
            <a:extLst>
              <a:ext uri="{FF2B5EF4-FFF2-40B4-BE49-F238E27FC236}">
                <a16:creationId xmlns:a16="http://schemas.microsoft.com/office/drawing/2014/main" id="{57A7F6A7-AB81-B248-AA67-421025DE6058}"/>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Low-code agents and workflows.</a:t>
            </a:r>
          </a:p>
          <a:p>
            <a:pPr marL="342900" indent="-342900">
              <a:spcAft>
                <a:spcPts val="1000"/>
              </a:spcAft>
              <a:buFont typeface="+mj-lt"/>
              <a:buChar char="•"/>
            </a:pPr>
            <a:r>
              <a:rPr lang="en-US" sz="1600">
                <a:solidFill>
                  <a:srgbClr val="000000"/>
                </a:solidFill>
              </a:rPr>
              <a:t>Published to Teams and Microsoft 365 Copilot.</a:t>
            </a:r>
            <a:endParaRPr lang="en-CA" sz="1600">
              <a:solidFill>
                <a:srgbClr val="000000"/>
              </a:solidFill>
            </a:endParaRPr>
          </a:p>
        </p:txBody>
      </p:sp>
      <p:sp>
        <p:nvSpPr>
          <p:cNvPr id="17" name="With the CCH Axcess API - heading">
            <a:extLst>
              <a:ext uri="{FF2B5EF4-FFF2-40B4-BE49-F238E27FC236}">
                <a16:creationId xmlns:a16="http://schemas.microsoft.com/office/drawing/2014/main" id="{DCA612CC-683F-D1E9-7633-8EB370F31FD9}"/>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18" name="With the CCH Axcess API - points">
            <a:extLst>
              <a:ext uri="{FF2B5EF4-FFF2-40B4-BE49-F238E27FC236}">
                <a16:creationId xmlns:a16="http://schemas.microsoft.com/office/drawing/2014/main" id="{AEABEB5F-262D-D312-8B85-90AAC32571EF}"/>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Upload the OpenAPI definition as a REST API tool, or build a custom connector.</a:t>
            </a:r>
          </a:p>
          <a:p>
            <a:pPr marL="342900" indent="-342900">
              <a:spcAft>
                <a:spcPts val="1000"/>
              </a:spcAft>
              <a:buFont typeface="+mj-lt"/>
              <a:buChar char="•"/>
            </a:pPr>
            <a:r>
              <a:rPr lang="en-US" sz="1600">
                <a:solidFill>
                  <a:srgbClr val="000000"/>
                </a:solidFill>
              </a:rPr>
              <a:t>Choose which operations the agent may call, for example read-only.</a:t>
            </a:r>
          </a:p>
          <a:p>
            <a:pPr marL="342900" indent="-342900">
              <a:spcAft>
                <a:spcPts val="1000"/>
              </a:spcAft>
              <a:buFont typeface="+mj-lt"/>
              <a:buChar char="•"/>
            </a:pPr>
            <a:r>
              <a:rPr lang="en-US" sz="1600">
                <a:solidFill>
                  <a:srgbClr val="000000"/>
                </a:solidFill>
              </a:rPr>
              <a:t>Developers can package the same definition as a Microsoft 365 Copilot API plugin.</a:t>
            </a:r>
            <a:endParaRPr lang="en-CA" sz="1600">
              <a:solidFill>
                <a:srgbClr val="000000"/>
              </a:solidFill>
            </a:endParaRPr>
          </a:p>
        </p:txBody>
      </p:sp>
      <p:sp>
        <p:nvSpPr>
          <p:cNvPr id="19" name="Example - heading">
            <a:extLst>
              <a:ext uri="{FF2B5EF4-FFF2-40B4-BE49-F238E27FC236}">
                <a16:creationId xmlns:a16="http://schemas.microsoft.com/office/drawing/2014/main" id="{5BE2E53F-B535-507D-0F2F-44F88286F06D}"/>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0" name="Example - points">
            <a:extLst>
              <a:ext uri="{FF2B5EF4-FFF2-40B4-BE49-F238E27FC236}">
                <a16:creationId xmlns:a16="http://schemas.microsoft.com/office/drawing/2014/main" id="{341C6904-2A8C-F929-4BB8-03E181F68198}"/>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In Teams: "Which of this client's returns are still in preparation?"</a:t>
            </a:r>
          </a:p>
          <a:p>
            <a:pPr marL="342900" indent="-342900">
              <a:spcAft>
                <a:spcPts val="1000"/>
              </a:spcAft>
              <a:buFont typeface="+mj-lt"/>
              <a:buChar char="•"/>
            </a:pPr>
            <a:r>
              <a:rPr lang="en-US" sz="1600">
                <a:solidFill>
                  <a:srgbClr val="000000"/>
                </a:solidFill>
              </a:rPr>
              <a:t>Microsoft 365 Copilot asks before sending data, and confirms before any change.</a:t>
            </a:r>
            <a:endParaRPr lang="en-CA" sz="1600">
              <a:solidFill>
                <a:srgbClr val="000000"/>
              </a:solidFill>
            </a:endParaRPr>
          </a:p>
        </p:txBody>
      </p:sp>
      <p:pic>
        <p:nvPicPr>
          <p:cNvPr id="3" name="Picture 2">
            <a:extLst>
              <a:ext uri="{FF2B5EF4-FFF2-40B4-BE49-F238E27FC236}">
                <a16:creationId xmlns:a16="http://schemas.microsoft.com/office/drawing/2014/main" id="{1849BDFC-56E1-2CF6-E3EA-B4106D895B3F}"/>
              </a:ext>
            </a:extLst>
          </p:cNvPr>
          <p:cNvPicPr>
            <a:picLocks noChangeAspect="1"/>
          </p:cNvPicPr>
          <p:nvPr/>
        </p:nvPicPr>
        <p:blipFill>
          <a:blip r:embed="rId5"/>
          <a:stretch>
            <a:fillRect/>
          </a:stretch>
        </p:blipFill>
        <p:spPr>
          <a:xfrm>
            <a:off x="485385" y="465351"/>
            <a:ext cx="487959" cy="487959"/>
          </a:xfrm>
          <a:prstGeom prst="rect">
            <a:avLst/>
          </a:prstGeom>
        </p:spPr>
      </p:pic>
    </p:spTree>
    <p:custDataLst>
      <p:tags r:id="rId1"/>
    </p:custDataLst>
    <p:extLst>
      <p:ext uri="{BB962C8B-B14F-4D97-AF65-F5344CB8AC3E}">
        <p14:creationId xmlns:p14="http://schemas.microsoft.com/office/powerpoint/2010/main" val="28766731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ACC7D1B-273A-B6F2-A354-CE4DFFA2242E}"/>
              </a:ext>
            </a:extLst>
          </p:cNvPr>
          <p:cNvSpPr>
            <a:spLocks noGrp="1"/>
          </p:cNvSpPr>
          <p:nvPr>
            <p:ph type="sldNum" sz="quarter" idx="13"/>
          </p:nvPr>
        </p:nvSpPr>
        <p:spPr/>
        <p:txBody>
          <a:bodyPr/>
          <a:lstStyle/>
          <a:p>
            <a:fld id="{C3C3236D-FB65-584A-8227-5A449D06E62A}" type="slidenum">
              <a:rPr lang="en-US" smtClean="0"/>
              <a:pPr/>
              <a:t>25</a:t>
            </a:fld>
            <a:endParaRPr lang="en-US"/>
          </a:p>
        </p:txBody>
      </p:sp>
      <p:sp>
        <p:nvSpPr>
          <p:cNvPr id="6" name="Footer Placeholder 5">
            <a:extLst>
              <a:ext uri="{FF2B5EF4-FFF2-40B4-BE49-F238E27FC236}">
                <a16:creationId xmlns:a16="http://schemas.microsoft.com/office/drawing/2014/main" id="{6C518C60-B3DB-0F63-18AC-6796E92B3214}"/>
              </a:ext>
            </a:extLst>
          </p:cNvPr>
          <p:cNvSpPr>
            <a:spLocks noGrp="1"/>
          </p:cNvSpPr>
          <p:nvPr>
            <p:ph type="ftr" sz="quarter" idx="18"/>
          </p:nvPr>
        </p:nvSpPr>
        <p:spPr/>
        <p:txBody>
          <a:bodyPr/>
          <a:lstStyle/>
          <a:p>
            <a:r>
              <a:rPr lang="en-US"/>
              <a:t>#CCHConnections</a:t>
            </a:r>
            <a:endParaRPr lang="en-US" dirty="0"/>
          </a:p>
        </p:txBody>
      </p:sp>
      <p:sp>
        <p:nvSpPr>
          <p:cNvPr id="21" name="Rounded Rectangle 16">
            <a:extLst>
              <a:ext uri="{FF2B5EF4-FFF2-40B4-BE49-F238E27FC236}">
                <a16:creationId xmlns:a16="http://schemas.microsoft.com/office/drawing/2014/main" id="{275152F8-ACC8-326B-2FC8-255CB723B408}"/>
              </a:ext>
              <a:ext uri="{C183D7F6-B498-43B3-948B-1728B52AA6E4}">
                <adec:decorative xmlns:adec="http://schemas.microsoft.com/office/drawing/2017/decorative" val="1"/>
              </a:ext>
            </a:extLst>
          </p:cNvPr>
          <p:cNvSpPr>
            <a:spLocks/>
          </p:cNvSpPr>
          <p:nvPr/>
        </p:nvSpPr>
        <p:spPr>
          <a:xfrm>
            <a:off x="280987" y="2011443"/>
            <a:ext cx="11353800" cy="3593483"/>
          </a:xfrm>
          <a:prstGeom prst="roundRect">
            <a:avLst>
              <a:gd name="adj" fmla="val 6505"/>
            </a:avLst>
          </a:prstGeom>
          <a:solidFill>
            <a:schemeClr val="bg1">
              <a:lumMod val="85000"/>
              <a:alpha val="40000"/>
            </a:schemeClr>
          </a:solidFill>
          <a:ln w="25400">
            <a:solidFill>
              <a:schemeClr val="bg1"/>
            </a:solidFill>
          </a:ln>
          <a:effectLst>
            <a:outerShdw blurRad="1043088" dist="225198" dir="2700000" algn="tl" rotWithShape="0">
              <a:schemeClr val="bg1"/>
            </a:outerShdw>
            <a:softEdge rad="12700"/>
          </a:effectLst>
        </p:spPr>
        <p:txBody>
          <a:bodyPr vert="horz" lIns="0" tIns="0" rIns="0" bIns="0" rtlCol="0" anchor="ctr">
            <a:normAutofit/>
          </a:bodyPr>
          <a:lstStyle/>
          <a:p>
            <a:pPr algn="ctr" defTabSz="457109">
              <a:spcBef>
                <a:spcPts val="600"/>
              </a:spcBef>
            </a:pPr>
            <a:endParaRPr lang="en-US" sz="900" spc="-50">
              <a:solidFill>
                <a:srgbClr val="FEFFFE"/>
              </a:solidFill>
              <a:latin typeface="Aptos" panose="02110004020202020204"/>
            </a:endParaRPr>
          </a:p>
        </p:txBody>
      </p:sp>
      <p:sp>
        <p:nvSpPr>
          <p:cNvPr id="22" name="Title 1">
            <a:extLst>
              <a:ext uri="{FF2B5EF4-FFF2-40B4-BE49-F238E27FC236}">
                <a16:creationId xmlns:a16="http://schemas.microsoft.com/office/drawing/2014/main" id="{BE6E3F62-A618-BC9D-96DA-EBF4B51EC4C2}"/>
              </a:ext>
            </a:extLst>
          </p:cNvPr>
          <p:cNvSpPr txBox="1">
            <a:spLocks/>
          </p:cNvSpPr>
          <p:nvPr/>
        </p:nvSpPr>
        <p:spPr>
          <a:xfrm>
            <a:off x="4241757" y="690255"/>
            <a:ext cx="4093108" cy="646331"/>
          </a:xfrm>
          <a:prstGeom prst="rect">
            <a:avLst/>
          </a:prstGeom>
        </p:spPr>
        <p:txBody>
          <a:bodyPr wrap="none" anchor="ctr">
            <a:spAutoFit/>
          </a:bodyPr>
          <a:lstStyle>
            <a:lvl1pPr algn="l" defTabSz="457109" rtl="0" eaLnBrk="1" latinLnBrk="0" hangingPunct="1">
              <a:spcBef>
                <a:spcPct val="0"/>
              </a:spcBef>
              <a:buNone/>
              <a:defRPr sz="3200" b="0" i="0" kern="0" spc="-90" baseline="0">
                <a:solidFill>
                  <a:schemeClr val="bg1"/>
                </a:solidFill>
                <a:latin typeface="+mj-lt"/>
                <a:ea typeface="+mj-ea"/>
                <a:cs typeface="Segoe Sans Display Semibold" pitchFamily="2" charset="0"/>
              </a:defRPr>
            </a:lvl1pPr>
          </a:lstStyle>
          <a:p>
            <a:r>
              <a:rPr lang="en-US" sz="3600" dirty="0">
                <a:solidFill>
                  <a:schemeClr val="tx1"/>
                </a:solidFill>
              </a:rPr>
              <a:t> </a:t>
            </a:r>
            <a:r>
              <a:rPr lang="en-US" sz="3600" dirty="0">
                <a:solidFill>
                  <a:schemeClr val="tx1"/>
                </a:solidFill>
                <a:latin typeface="Segoe Sans Display Semibold" pitchFamily="2" charset="0"/>
              </a:rPr>
              <a:t>Microsoft Foundry </a:t>
            </a:r>
          </a:p>
        </p:txBody>
      </p:sp>
      <p:pic>
        <p:nvPicPr>
          <p:cNvPr id="23" name="Graphic 22">
            <a:extLst>
              <a:ext uri="{FF2B5EF4-FFF2-40B4-BE49-F238E27FC236}">
                <a16:creationId xmlns:a16="http://schemas.microsoft.com/office/drawing/2014/main" id="{290802B2-B5F6-37D1-B644-8B7E2134DCF4}"/>
              </a:ext>
              <a:ext uri="{C183D7F6-B498-43B3-948B-1728B52AA6E4}">
                <adec:decorative xmlns:adec="http://schemas.microsoft.com/office/drawing/2017/decorative" val="1"/>
              </a:ext>
            </a:extLst>
          </p:cNvPr>
          <p:cNvPicPr>
            <a:picLocks noChangeAspect="1"/>
          </p:cNvPicPr>
          <p:nvPr/>
        </p:nvPicPr>
        <p:blipFill rotWithShape="1">
          <a:blip>
            <a:extLst>
              <a:ext uri="{96DAC541-7B7A-43D3-8B79-37D633B846F1}">
                <asvg:svgBlip xmlns:asvg="http://schemas.microsoft.com/office/drawing/2016/SVG/main" r:embed="rId4"/>
              </a:ext>
            </a:extLst>
          </a:blip>
          <a:srcRect t="158" b="158"/>
          <a:stretch>
            <a:fillRect/>
          </a:stretch>
        </p:blipFill>
        <p:spPr>
          <a:xfrm>
            <a:off x="3554533" y="711189"/>
            <a:ext cx="737776" cy="798411"/>
          </a:xfrm>
          <a:prstGeom prst="rect">
            <a:avLst/>
          </a:prstGeom>
        </p:spPr>
      </p:pic>
      <p:sp>
        <p:nvSpPr>
          <p:cNvPr id="24" name="Text Placeholder 27">
            <a:extLst>
              <a:ext uri="{FF2B5EF4-FFF2-40B4-BE49-F238E27FC236}">
                <a16:creationId xmlns:a16="http://schemas.microsoft.com/office/drawing/2014/main" id="{187C23A5-8721-0443-09E0-5EB2E63D9908}"/>
              </a:ext>
            </a:extLst>
          </p:cNvPr>
          <p:cNvSpPr txBox="1">
            <a:spLocks noChangeAspect="1"/>
          </p:cNvSpPr>
          <p:nvPr/>
        </p:nvSpPr>
        <p:spPr>
          <a:xfrm>
            <a:off x="419100" y="1253074"/>
            <a:ext cx="11353800" cy="400110"/>
          </a:xfrm>
          <a:prstGeom prst="rect">
            <a:avLst/>
          </a:prstGeom>
          <a:noFill/>
        </p:spPr>
        <p:txBody>
          <a:bodyPr lIns="91440" tIns="45720" rIns="91440" bIns="45720" anchor="ctr">
            <a:spAutoFit/>
          </a:bodyPr>
          <a:lstStyle>
            <a:lvl1pPr marL="0" indent="0" algn="ctr"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j-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2000">
                <a:solidFill>
                  <a:schemeClr val="tx1"/>
                </a:solidFill>
              </a:rPr>
              <a:t>The AI app and agent factory</a:t>
            </a:r>
          </a:p>
        </p:txBody>
      </p:sp>
      <p:sp>
        <p:nvSpPr>
          <p:cNvPr id="25" name="Text Placeholder 27">
            <a:extLst>
              <a:ext uri="{FF2B5EF4-FFF2-40B4-BE49-F238E27FC236}">
                <a16:creationId xmlns:a16="http://schemas.microsoft.com/office/drawing/2014/main" id="{B937BCFC-D1F5-BB2B-1845-5A51F37D1FEB}"/>
              </a:ext>
            </a:extLst>
          </p:cNvPr>
          <p:cNvSpPr txBox="1">
            <a:spLocks noChangeAspect="1"/>
          </p:cNvSpPr>
          <p:nvPr/>
        </p:nvSpPr>
        <p:spPr>
          <a:xfrm>
            <a:off x="557212" y="2133639"/>
            <a:ext cx="2122117" cy="1241431"/>
          </a:xfrm>
          <a:prstGeom prst="roundRect">
            <a:avLst>
              <a:gd name="adj" fmla="val 11183"/>
            </a:avLst>
          </a:prstGeom>
          <a:solidFill>
            <a:schemeClr val="bg1"/>
          </a:solidFill>
          <a:effectLst/>
        </p:spPr>
        <p:txBody>
          <a:bodyPr lIns="91440" tIns="777240" rIns="91440" bIns="45720">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tx1"/>
                </a:solidFill>
              </a:rPr>
              <a:t>Agent Service</a:t>
            </a:r>
          </a:p>
        </p:txBody>
      </p:sp>
      <p:sp>
        <p:nvSpPr>
          <p:cNvPr id="26" name="Text Placeholder 27">
            <a:extLst>
              <a:ext uri="{FF2B5EF4-FFF2-40B4-BE49-F238E27FC236}">
                <a16:creationId xmlns:a16="http://schemas.microsoft.com/office/drawing/2014/main" id="{FC7F1310-0575-9CDB-FD19-9FB143DECC3B}"/>
              </a:ext>
            </a:extLst>
          </p:cNvPr>
          <p:cNvSpPr txBox="1">
            <a:spLocks noChangeAspect="1"/>
          </p:cNvSpPr>
          <p:nvPr/>
        </p:nvSpPr>
        <p:spPr>
          <a:xfrm>
            <a:off x="557212" y="3517749"/>
            <a:ext cx="11077577" cy="792645"/>
          </a:xfrm>
          <a:prstGeom prst="roundRect">
            <a:avLst>
              <a:gd name="adj" fmla="val 20225"/>
            </a:avLst>
          </a:prstGeom>
          <a:solidFill>
            <a:schemeClr val="bg1"/>
          </a:solidFill>
        </p:spPr>
        <p:txBody>
          <a:bodyPr lIns="91440" tIns="45720" rIns="91440" bIns="45720" anchor="ctr">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tx1"/>
                </a:solidFill>
              </a:rPr>
              <a:t>Control Plane</a:t>
            </a:r>
          </a:p>
        </p:txBody>
      </p:sp>
      <p:sp>
        <p:nvSpPr>
          <p:cNvPr id="27" name="Text Placeholder 27">
            <a:extLst>
              <a:ext uri="{FF2B5EF4-FFF2-40B4-BE49-F238E27FC236}">
                <a16:creationId xmlns:a16="http://schemas.microsoft.com/office/drawing/2014/main" id="{B9084A15-01E5-1C58-F5CD-50E1E6EEE1D8}"/>
              </a:ext>
            </a:extLst>
          </p:cNvPr>
          <p:cNvSpPr txBox="1">
            <a:spLocks noChangeAspect="1"/>
          </p:cNvSpPr>
          <p:nvPr/>
        </p:nvSpPr>
        <p:spPr>
          <a:xfrm>
            <a:off x="4177007" y="5244489"/>
            <a:ext cx="3837986" cy="687918"/>
          </a:xfrm>
          <a:prstGeom prst="roundRect">
            <a:avLst>
              <a:gd name="adj" fmla="val 50000"/>
            </a:avLst>
          </a:prstGeom>
          <a:solidFill>
            <a:srgbClr val="161B8A"/>
          </a:solidFill>
        </p:spPr>
        <p:txBody>
          <a:bodyPr lIns="91440" tIns="45720" rIns="91440" bIns="45720" anchor="ctr">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2000" dirty="0"/>
              <a:t>Governed agent lifecycle</a:t>
            </a:r>
          </a:p>
        </p:txBody>
      </p:sp>
      <p:sp>
        <p:nvSpPr>
          <p:cNvPr id="28" name="Text Placeholder 27">
            <a:extLst>
              <a:ext uri="{FF2B5EF4-FFF2-40B4-BE49-F238E27FC236}">
                <a16:creationId xmlns:a16="http://schemas.microsoft.com/office/drawing/2014/main" id="{9F9DE5D7-BC7C-010A-65C0-09562C299B10}"/>
              </a:ext>
            </a:extLst>
          </p:cNvPr>
          <p:cNvSpPr txBox="1">
            <a:spLocks noChangeAspect="1"/>
          </p:cNvSpPr>
          <p:nvPr/>
        </p:nvSpPr>
        <p:spPr>
          <a:xfrm>
            <a:off x="2796077" y="2133639"/>
            <a:ext cx="2122117" cy="1241431"/>
          </a:xfrm>
          <a:prstGeom prst="roundRect">
            <a:avLst>
              <a:gd name="adj" fmla="val 11183"/>
            </a:avLst>
          </a:prstGeom>
          <a:solidFill>
            <a:schemeClr val="bg1"/>
          </a:solidFill>
          <a:effectLst/>
        </p:spPr>
        <p:txBody>
          <a:bodyPr lIns="91440" tIns="777240" rIns="91440" bIns="45720">
            <a:noAutofit/>
          </a:bodyPr>
          <a:lstStyle>
            <a:defPPr>
              <a:defRPr lang="en-US"/>
            </a:defPPr>
            <a:lvl1pPr indent="0" algn="ctr" defTabSz="457109">
              <a:lnSpc>
                <a:spcPct val="100000"/>
              </a:lnSpc>
              <a:spcBef>
                <a:spcPts val="336"/>
              </a:spcBef>
              <a:buFont typeface="Arial" panose="020B0604020202020204" pitchFamily="34" charset="0"/>
              <a:buNone/>
              <a:defRPr b="0" i="0" kern="0" spc="0" baseline="0">
                <a:cs typeface="Segoe Sans Display Semibold" pitchFamily="2" charset="0"/>
              </a:defRPr>
            </a:lvl1pPr>
            <a:lvl2pPr marL="228554" indent="0" defTabSz="457109">
              <a:lnSpc>
                <a:spcPct val="100000"/>
              </a:lnSpc>
              <a:spcBef>
                <a:spcPts val="336"/>
              </a:spcBef>
              <a:buFont typeface="Arial" panose="020B0604020202020204" pitchFamily="34" charset="0"/>
              <a:buNone/>
              <a:defRPr sz="2400" b="0" i="0" kern="0" spc="-50" baseline="0">
                <a:solidFill>
                  <a:schemeClr val="bg1"/>
                </a:solidFill>
                <a:cs typeface="Segoe Sans Display Semibold" pitchFamily="2" charset="0"/>
              </a:defRPr>
            </a:lvl2pPr>
            <a:lvl3pPr marL="457109" indent="0" defTabSz="457109">
              <a:lnSpc>
                <a:spcPct val="100000"/>
              </a:lnSpc>
              <a:spcBef>
                <a:spcPts val="336"/>
              </a:spcBef>
              <a:buFont typeface="Arial" panose="020B0604020202020204" pitchFamily="34" charset="0"/>
              <a:buNone/>
              <a:defRPr b="0" i="0" kern="0" spc="0" baseline="0">
                <a:solidFill>
                  <a:schemeClr val="bg1"/>
                </a:solidFill>
                <a:cs typeface="Segoe Sans Display Semibold" pitchFamily="2" charset="0"/>
              </a:defRPr>
            </a:lvl3pPr>
            <a:lvl4pPr marL="685663" indent="0" defTabSz="457109">
              <a:lnSpc>
                <a:spcPct val="100000"/>
              </a:lnSpc>
              <a:spcBef>
                <a:spcPts val="336"/>
              </a:spcBef>
              <a:buFont typeface="Arial" panose="020B0604020202020204" pitchFamily="34" charset="0"/>
              <a:buNone/>
              <a:defRPr sz="1200" b="0" i="0" kern="0" spc="0" baseline="0">
                <a:solidFill>
                  <a:schemeClr val="bg1"/>
                </a:solidFill>
                <a:cs typeface="Segoe Sans Display Semibold" pitchFamily="2" charset="0"/>
              </a:defRPr>
            </a:lvl4pPr>
            <a:lvl5pPr marL="914217" indent="0" defTabSz="457109">
              <a:lnSpc>
                <a:spcPct val="100000"/>
              </a:lnSpc>
              <a:spcBef>
                <a:spcPts val="336"/>
              </a:spcBef>
              <a:buFont typeface="Arial" panose="020B0604020202020204" pitchFamily="34" charset="0"/>
              <a:buNone/>
              <a:defRPr sz="1100" b="0" i="0" kern="0" spc="0" baseline="0">
                <a:solidFill>
                  <a:schemeClr val="bg1"/>
                </a:solidFill>
                <a:cs typeface="Segoe Sans Display Semibold" pitchFamily="2" charset="0"/>
              </a:defRPr>
            </a:lvl5pPr>
            <a:lvl6pPr marL="1142771" indent="0" defTabSz="457109">
              <a:spcBef>
                <a:spcPct val="20000"/>
              </a:spcBef>
              <a:buFont typeface="Arial" panose="020B0604020202020204" pitchFamily="34" charset="0"/>
              <a:buNone/>
              <a:defRPr sz="1000" b="0" i="0" kern="0" spc="0" baseline="0">
                <a:solidFill>
                  <a:schemeClr val="bg1"/>
                </a:solidFill>
                <a:cs typeface="Segoe Sans Display Semibold" pitchFamily="2" charset="0"/>
              </a:defRPr>
            </a:lvl6pPr>
            <a:lvl7pPr marL="1371326" indent="0" defTabSz="457109">
              <a:spcBef>
                <a:spcPct val="20000"/>
              </a:spcBef>
              <a:buFont typeface="Arial" panose="020B0604020202020204" pitchFamily="34" charset="0"/>
              <a:buNone/>
              <a:defRPr sz="1100" kern="0" spc="-50" baseline="0">
                <a:solidFill>
                  <a:schemeClr val="bg1"/>
                </a:solidFill>
              </a:defRPr>
            </a:lvl7pPr>
            <a:lvl8pPr marL="1599880" indent="0" defTabSz="457109">
              <a:spcBef>
                <a:spcPct val="20000"/>
              </a:spcBef>
              <a:buFont typeface="Arial" pitchFamily="34" charset="0"/>
              <a:buNone/>
              <a:defRPr sz="1000">
                <a:solidFill>
                  <a:schemeClr val="bg1"/>
                </a:solidFill>
              </a:defRPr>
            </a:lvl8pPr>
            <a:lvl9pPr marL="1942711" indent="-114277" defTabSz="457109">
              <a:spcBef>
                <a:spcPct val="20000"/>
              </a:spcBef>
              <a:buFont typeface="Arial" pitchFamily="34" charset="0"/>
              <a:buChar char="•"/>
              <a:defRPr sz="1000"/>
            </a:lvl9pPr>
          </a:lstStyle>
          <a:p>
            <a:r>
              <a:rPr lang="en-US"/>
              <a:t>Models</a:t>
            </a:r>
          </a:p>
        </p:txBody>
      </p:sp>
      <p:sp>
        <p:nvSpPr>
          <p:cNvPr id="29" name="Text Placeholder 27">
            <a:extLst>
              <a:ext uri="{FF2B5EF4-FFF2-40B4-BE49-F238E27FC236}">
                <a16:creationId xmlns:a16="http://schemas.microsoft.com/office/drawing/2014/main" id="{D64AAB49-4DD3-EECC-DD08-00CC518B9B74}"/>
              </a:ext>
            </a:extLst>
          </p:cNvPr>
          <p:cNvSpPr txBox="1">
            <a:spLocks noChangeAspect="1"/>
          </p:cNvSpPr>
          <p:nvPr/>
        </p:nvSpPr>
        <p:spPr>
          <a:xfrm>
            <a:off x="5034942" y="2133639"/>
            <a:ext cx="2122117" cy="1241431"/>
          </a:xfrm>
          <a:prstGeom prst="roundRect">
            <a:avLst>
              <a:gd name="adj" fmla="val 11183"/>
            </a:avLst>
          </a:prstGeom>
          <a:solidFill>
            <a:schemeClr val="bg1"/>
          </a:solidFill>
          <a:effectLst/>
        </p:spPr>
        <p:txBody>
          <a:bodyPr lIns="91440" tIns="777240" rIns="91440" bIns="45720">
            <a:noAutofit/>
          </a:bodyPr>
          <a:lstStyle>
            <a:defPPr>
              <a:defRPr lang="en-US"/>
            </a:defPPr>
            <a:lvl1pPr indent="0" algn="ctr" defTabSz="457109">
              <a:lnSpc>
                <a:spcPct val="100000"/>
              </a:lnSpc>
              <a:spcBef>
                <a:spcPts val="336"/>
              </a:spcBef>
              <a:buFont typeface="Arial" panose="020B0604020202020204" pitchFamily="34" charset="0"/>
              <a:buNone/>
              <a:defRPr b="0" i="0" kern="0" spc="0" baseline="0">
                <a:cs typeface="Segoe Sans Display Semibold" pitchFamily="2" charset="0"/>
              </a:defRPr>
            </a:lvl1pPr>
            <a:lvl2pPr marL="228554" indent="0" defTabSz="457109">
              <a:lnSpc>
                <a:spcPct val="100000"/>
              </a:lnSpc>
              <a:spcBef>
                <a:spcPts val="336"/>
              </a:spcBef>
              <a:buFont typeface="Arial" panose="020B0604020202020204" pitchFamily="34" charset="0"/>
              <a:buNone/>
              <a:defRPr sz="2400" b="0" i="0" kern="0" spc="-50" baseline="0">
                <a:solidFill>
                  <a:schemeClr val="bg1"/>
                </a:solidFill>
                <a:cs typeface="Segoe Sans Display Semibold" pitchFamily="2" charset="0"/>
              </a:defRPr>
            </a:lvl2pPr>
            <a:lvl3pPr marL="457109" indent="0" defTabSz="457109">
              <a:lnSpc>
                <a:spcPct val="100000"/>
              </a:lnSpc>
              <a:spcBef>
                <a:spcPts val="336"/>
              </a:spcBef>
              <a:buFont typeface="Arial" panose="020B0604020202020204" pitchFamily="34" charset="0"/>
              <a:buNone/>
              <a:defRPr b="0" i="0" kern="0" spc="0" baseline="0">
                <a:solidFill>
                  <a:schemeClr val="bg1"/>
                </a:solidFill>
                <a:cs typeface="Segoe Sans Display Semibold" pitchFamily="2" charset="0"/>
              </a:defRPr>
            </a:lvl3pPr>
            <a:lvl4pPr marL="685663" indent="0" defTabSz="457109">
              <a:lnSpc>
                <a:spcPct val="100000"/>
              </a:lnSpc>
              <a:spcBef>
                <a:spcPts val="336"/>
              </a:spcBef>
              <a:buFont typeface="Arial" panose="020B0604020202020204" pitchFamily="34" charset="0"/>
              <a:buNone/>
              <a:defRPr sz="1200" b="0" i="0" kern="0" spc="0" baseline="0">
                <a:solidFill>
                  <a:schemeClr val="bg1"/>
                </a:solidFill>
                <a:cs typeface="Segoe Sans Display Semibold" pitchFamily="2" charset="0"/>
              </a:defRPr>
            </a:lvl4pPr>
            <a:lvl5pPr marL="914217" indent="0" defTabSz="457109">
              <a:lnSpc>
                <a:spcPct val="100000"/>
              </a:lnSpc>
              <a:spcBef>
                <a:spcPts val="336"/>
              </a:spcBef>
              <a:buFont typeface="Arial" panose="020B0604020202020204" pitchFamily="34" charset="0"/>
              <a:buNone/>
              <a:defRPr sz="1100" b="0" i="0" kern="0" spc="0" baseline="0">
                <a:solidFill>
                  <a:schemeClr val="bg1"/>
                </a:solidFill>
                <a:cs typeface="Segoe Sans Display Semibold" pitchFamily="2" charset="0"/>
              </a:defRPr>
            </a:lvl5pPr>
            <a:lvl6pPr marL="1142771" indent="0" defTabSz="457109">
              <a:spcBef>
                <a:spcPct val="20000"/>
              </a:spcBef>
              <a:buFont typeface="Arial" panose="020B0604020202020204" pitchFamily="34" charset="0"/>
              <a:buNone/>
              <a:defRPr sz="1000" b="0" i="0" kern="0" spc="0" baseline="0">
                <a:solidFill>
                  <a:schemeClr val="bg1"/>
                </a:solidFill>
                <a:cs typeface="Segoe Sans Display Semibold" pitchFamily="2" charset="0"/>
              </a:defRPr>
            </a:lvl6pPr>
            <a:lvl7pPr marL="1371326" indent="0" defTabSz="457109">
              <a:spcBef>
                <a:spcPct val="20000"/>
              </a:spcBef>
              <a:buFont typeface="Arial" panose="020B0604020202020204" pitchFamily="34" charset="0"/>
              <a:buNone/>
              <a:defRPr sz="1100" kern="0" spc="-50" baseline="0">
                <a:solidFill>
                  <a:schemeClr val="bg1"/>
                </a:solidFill>
              </a:defRPr>
            </a:lvl7pPr>
            <a:lvl8pPr marL="1599880" indent="0" defTabSz="457109">
              <a:spcBef>
                <a:spcPct val="20000"/>
              </a:spcBef>
              <a:buFont typeface="Arial" pitchFamily="34" charset="0"/>
              <a:buNone/>
              <a:defRPr sz="1000">
                <a:solidFill>
                  <a:schemeClr val="bg1"/>
                </a:solidFill>
              </a:defRPr>
            </a:lvl8pPr>
            <a:lvl9pPr marL="1942711" indent="-114277" defTabSz="457109">
              <a:spcBef>
                <a:spcPct val="20000"/>
              </a:spcBef>
              <a:buFont typeface="Arial" pitchFamily="34" charset="0"/>
              <a:buChar char="•"/>
              <a:defRPr sz="1000"/>
            </a:lvl9pPr>
          </a:lstStyle>
          <a:p>
            <a:r>
              <a:rPr lang="en-US"/>
              <a:t>IQ</a:t>
            </a:r>
          </a:p>
        </p:txBody>
      </p:sp>
      <p:sp>
        <p:nvSpPr>
          <p:cNvPr id="30" name="Text Placeholder 27">
            <a:extLst>
              <a:ext uri="{FF2B5EF4-FFF2-40B4-BE49-F238E27FC236}">
                <a16:creationId xmlns:a16="http://schemas.microsoft.com/office/drawing/2014/main" id="{0EEE82DA-3EB0-DE93-BB29-68C422401D7B}"/>
              </a:ext>
            </a:extLst>
          </p:cNvPr>
          <p:cNvSpPr txBox="1">
            <a:spLocks noChangeAspect="1"/>
          </p:cNvSpPr>
          <p:nvPr/>
        </p:nvSpPr>
        <p:spPr>
          <a:xfrm>
            <a:off x="7273807" y="2133639"/>
            <a:ext cx="2122117" cy="1241431"/>
          </a:xfrm>
          <a:prstGeom prst="roundRect">
            <a:avLst>
              <a:gd name="adj" fmla="val 11183"/>
            </a:avLst>
          </a:prstGeom>
          <a:solidFill>
            <a:schemeClr val="bg1"/>
          </a:solidFill>
          <a:effectLst/>
        </p:spPr>
        <p:txBody>
          <a:bodyPr lIns="91440" tIns="777240" rIns="91440" bIns="45720">
            <a:noAutofit/>
          </a:bodyPr>
          <a:lstStyle>
            <a:defPPr>
              <a:defRPr lang="en-US"/>
            </a:defPPr>
            <a:lvl1pPr indent="0" algn="ctr" defTabSz="457109">
              <a:lnSpc>
                <a:spcPct val="100000"/>
              </a:lnSpc>
              <a:spcBef>
                <a:spcPts val="336"/>
              </a:spcBef>
              <a:buFont typeface="Arial" panose="020B0604020202020204" pitchFamily="34" charset="0"/>
              <a:buNone/>
              <a:defRPr b="0" i="0" kern="0" spc="0" baseline="0">
                <a:cs typeface="Segoe Sans Display Semibold" pitchFamily="2" charset="0"/>
              </a:defRPr>
            </a:lvl1pPr>
            <a:lvl2pPr marL="228554" indent="0" defTabSz="457109">
              <a:lnSpc>
                <a:spcPct val="100000"/>
              </a:lnSpc>
              <a:spcBef>
                <a:spcPts val="336"/>
              </a:spcBef>
              <a:buFont typeface="Arial" panose="020B0604020202020204" pitchFamily="34" charset="0"/>
              <a:buNone/>
              <a:defRPr sz="2400" b="0" i="0" kern="0" spc="-50" baseline="0">
                <a:solidFill>
                  <a:schemeClr val="bg1"/>
                </a:solidFill>
                <a:cs typeface="Segoe Sans Display Semibold" pitchFamily="2" charset="0"/>
              </a:defRPr>
            </a:lvl2pPr>
            <a:lvl3pPr marL="457109" indent="0" defTabSz="457109">
              <a:lnSpc>
                <a:spcPct val="100000"/>
              </a:lnSpc>
              <a:spcBef>
                <a:spcPts val="336"/>
              </a:spcBef>
              <a:buFont typeface="Arial" panose="020B0604020202020204" pitchFamily="34" charset="0"/>
              <a:buNone/>
              <a:defRPr b="0" i="0" kern="0" spc="0" baseline="0">
                <a:solidFill>
                  <a:schemeClr val="bg1"/>
                </a:solidFill>
                <a:cs typeface="Segoe Sans Display Semibold" pitchFamily="2" charset="0"/>
              </a:defRPr>
            </a:lvl3pPr>
            <a:lvl4pPr marL="685663" indent="0" defTabSz="457109">
              <a:lnSpc>
                <a:spcPct val="100000"/>
              </a:lnSpc>
              <a:spcBef>
                <a:spcPts val="336"/>
              </a:spcBef>
              <a:buFont typeface="Arial" panose="020B0604020202020204" pitchFamily="34" charset="0"/>
              <a:buNone/>
              <a:defRPr sz="1200" b="0" i="0" kern="0" spc="0" baseline="0">
                <a:solidFill>
                  <a:schemeClr val="bg1"/>
                </a:solidFill>
                <a:cs typeface="Segoe Sans Display Semibold" pitchFamily="2" charset="0"/>
              </a:defRPr>
            </a:lvl4pPr>
            <a:lvl5pPr marL="914217" indent="0" defTabSz="457109">
              <a:lnSpc>
                <a:spcPct val="100000"/>
              </a:lnSpc>
              <a:spcBef>
                <a:spcPts val="336"/>
              </a:spcBef>
              <a:buFont typeface="Arial" panose="020B0604020202020204" pitchFamily="34" charset="0"/>
              <a:buNone/>
              <a:defRPr sz="1100" b="0" i="0" kern="0" spc="0" baseline="0">
                <a:solidFill>
                  <a:schemeClr val="bg1"/>
                </a:solidFill>
                <a:cs typeface="Segoe Sans Display Semibold" pitchFamily="2" charset="0"/>
              </a:defRPr>
            </a:lvl5pPr>
            <a:lvl6pPr marL="1142771" indent="0" defTabSz="457109">
              <a:spcBef>
                <a:spcPct val="20000"/>
              </a:spcBef>
              <a:buFont typeface="Arial" panose="020B0604020202020204" pitchFamily="34" charset="0"/>
              <a:buNone/>
              <a:defRPr sz="1000" b="0" i="0" kern="0" spc="0" baseline="0">
                <a:solidFill>
                  <a:schemeClr val="bg1"/>
                </a:solidFill>
                <a:cs typeface="Segoe Sans Display Semibold" pitchFamily="2" charset="0"/>
              </a:defRPr>
            </a:lvl6pPr>
            <a:lvl7pPr marL="1371326" indent="0" defTabSz="457109">
              <a:spcBef>
                <a:spcPct val="20000"/>
              </a:spcBef>
              <a:buFont typeface="Arial" panose="020B0604020202020204" pitchFamily="34" charset="0"/>
              <a:buNone/>
              <a:defRPr sz="1100" kern="0" spc="-50" baseline="0">
                <a:solidFill>
                  <a:schemeClr val="bg1"/>
                </a:solidFill>
              </a:defRPr>
            </a:lvl7pPr>
            <a:lvl8pPr marL="1599880" indent="0" defTabSz="457109">
              <a:spcBef>
                <a:spcPct val="20000"/>
              </a:spcBef>
              <a:buFont typeface="Arial" pitchFamily="34" charset="0"/>
              <a:buNone/>
              <a:defRPr sz="1000">
                <a:solidFill>
                  <a:schemeClr val="bg1"/>
                </a:solidFill>
              </a:defRPr>
            </a:lvl8pPr>
            <a:lvl9pPr marL="1942711" indent="-114277" defTabSz="457109">
              <a:spcBef>
                <a:spcPct val="20000"/>
              </a:spcBef>
              <a:buFont typeface="Arial" pitchFamily="34" charset="0"/>
              <a:buChar char="•"/>
              <a:defRPr sz="1000"/>
            </a:lvl9pPr>
          </a:lstStyle>
          <a:p>
            <a:r>
              <a:rPr lang="en-US"/>
              <a:t>Tools</a:t>
            </a:r>
          </a:p>
        </p:txBody>
      </p:sp>
      <p:sp>
        <p:nvSpPr>
          <p:cNvPr id="31" name="Text Placeholder 27">
            <a:extLst>
              <a:ext uri="{FF2B5EF4-FFF2-40B4-BE49-F238E27FC236}">
                <a16:creationId xmlns:a16="http://schemas.microsoft.com/office/drawing/2014/main" id="{8011FFBD-69B5-7D20-47CE-100A8229B1CF}"/>
              </a:ext>
            </a:extLst>
          </p:cNvPr>
          <p:cNvSpPr txBox="1">
            <a:spLocks noChangeAspect="1"/>
          </p:cNvSpPr>
          <p:nvPr/>
        </p:nvSpPr>
        <p:spPr>
          <a:xfrm>
            <a:off x="9512671" y="2133639"/>
            <a:ext cx="2122117" cy="1241431"/>
          </a:xfrm>
          <a:prstGeom prst="roundRect">
            <a:avLst>
              <a:gd name="adj" fmla="val 11183"/>
            </a:avLst>
          </a:prstGeom>
          <a:solidFill>
            <a:schemeClr val="bg1"/>
          </a:solidFill>
          <a:effectLst/>
        </p:spPr>
        <p:txBody>
          <a:bodyPr lIns="91440" tIns="777240" rIns="91440" bIns="45720">
            <a:noAutofit/>
          </a:bodyPr>
          <a:lstStyle>
            <a:defPPr>
              <a:defRPr lang="en-US"/>
            </a:defPPr>
            <a:lvl1pPr indent="0" algn="ctr" defTabSz="457109">
              <a:lnSpc>
                <a:spcPct val="100000"/>
              </a:lnSpc>
              <a:spcBef>
                <a:spcPts val="336"/>
              </a:spcBef>
              <a:buFont typeface="Arial" panose="020B0604020202020204" pitchFamily="34" charset="0"/>
              <a:buNone/>
              <a:defRPr b="0" i="0" kern="0" spc="0" baseline="0">
                <a:cs typeface="Segoe Sans Display Semibold" pitchFamily="2" charset="0"/>
              </a:defRPr>
            </a:lvl1pPr>
            <a:lvl2pPr marL="228554" indent="0" defTabSz="457109">
              <a:lnSpc>
                <a:spcPct val="100000"/>
              </a:lnSpc>
              <a:spcBef>
                <a:spcPts val="336"/>
              </a:spcBef>
              <a:buFont typeface="Arial" panose="020B0604020202020204" pitchFamily="34" charset="0"/>
              <a:buNone/>
              <a:defRPr sz="2400" b="0" i="0" kern="0" spc="-50" baseline="0">
                <a:solidFill>
                  <a:schemeClr val="bg1"/>
                </a:solidFill>
                <a:cs typeface="Segoe Sans Display Semibold" pitchFamily="2" charset="0"/>
              </a:defRPr>
            </a:lvl2pPr>
            <a:lvl3pPr marL="457109" indent="0" defTabSz="457109">
              <a:lnSpc>
                <a:spcPct val="100000"/>
              </a:lnSpc>
              <a:spcBef>
                <a:spcPts val="336"/>
              </a:spcBef>
              <a:buFont typeface="Arial" panose="020B0604020202020204" pitchFamily="34" charset="0"/>
              <a:buNone/>
              <a:defRPr b="0" i="0" kern="0" spc="0" baseline="0">
                <a:solidFill>
                  <a:schemeClr val="bg1"/>
                </a:solidFill>
                <a:cs typeface="Segoe Sans Display Semibold" pitchFamily="2" charset="0"/>
              </a:defRPr>
            </a:lvl3pPr>
            <a:lvl4pPr marL="685663" indent="0" defTabSz="457109">
              <a:lnSpc>
                <a:spcPct val="100000"/>
              </a:lnSpc>
              <a:spcBef>
                <a:spcPts val="336"/>
              </a:spcBef>
              <a:buFont typeface="Arial" panose="020B0604020202020204" pitchFamily="34" charset="0"/>
              <a:buNone/>
              <a:defRPr sz="1200" b="0" i="0" kern="0" spc="0" baseline="0">
                <a:solidFill>
                  <a:schemeClr val="bg1"/>
                </a:solidFill>
                <a:cs typeface="Segoe Sans Display Semibold" pitchFamily="2" charset="0"/>
              </a:defRPr>
            </a:lvl4pPr>
            <a:lvl5pPr marL="914217" indent="0" defTabSz="457109">
              <a:lnSpc>
                <a:spcPct val="100000"/>
              </a:lnSpc>
              <a:spcBef>
                <a:spcPts val="336"/>
              </a:spcBef>
              <a:buFont typeface="Arial" panose="020B0604020202020204" pitchFamily="34" charset="0"/>
              <a:buNone/>
              <a:defRPr sz="1100" b="0" i="0" kern="0" spc="0" baseline="0">
                <a:solidFill>
                  <a:schemeClr val="bg1"/>
                </a:solidFill>
                <a:cs typeface="Segoe Sans Display Semibold" pitchFamily="2" charset="0"/>
              </a:defRPr>
            </a:lvl5pPr>
            <a:lvl6pPr marL="1142771" indent="0" defTabSz="457109">
              <a:spcBef>
                <a:spcPct val="20000"/>
              </a:spcBef>
              <a:buFont typeface="Arial" panose="020B0604020202020204" pitchFamily="34" charset="0"/>
              <a:buNone/>
              <a:defRPr sz="1000" b="0" i="0" kern="0" spc="0" baseline="0">
                <a:solidFill>
                  <a:schemeClr val="bg1"/>
                </a:solidFill>
                <a:cs typeface="Segoe Sans Display Semibold" pitchFamily="2" charset="0"/>
              </a:defRPr>
            </a:lvl6pPr>
            <a:lvl7pPr marL="1371326" indent="0" defTabSz="457109">
              <a:spcBef>
                <a:spcPct val="20000"/>
              </a:spcBef>
              <a:buFont typeface="Arial" panose="020B0604020202020204" pitchFamily="34" charset="0"/>
              <a:buNone/>
              <a:defRPr sz="1100" kern="0" spc="-50" baseline="0">
                <a:solidFill>
                  <a:schemeClr val="bg1"/>
                </a:solidFill>
              </a:defRPr>
            </a:lvl7pPr>
            <a:lvl8pPr marL="1599880" indent="0" defTabSz="457109">
              <a:spcBef>
                <a:spcPct val="20000"/>
              </a:spcBef>
              <a:buFont typeface="Arial" pitchFamily="34" charset="0"/>
              <a:buNone/>
              <a:defRPr sz="1000">
                <a:solidFill>
                  <a:schemeClr val="bg1"/>
                </a:solidFill>
              </a:defRPr>
            </a:lvl8pPr>
            <a:lvl9pPr marL="1942711" indent="-114277" defTabSz="457109">
              <a:spcBef>
                <a:spcPct val="20000"/>
              </a:spcBef>
              <a:buFont typeface="Arial" pitchFamily="34" charset="0"/>
              <a:buChar char="•"/>
              <a:defRPr sz="1000"/>
            </a:lvl9pPr>
          </a:lstStyle>
          <a:p>
            <a:r>
              <a:rPr lang="en-US"/>
              <a:t>Machine Learning</a:t>
            </a:r>
          </a:p>
        </p:txBody>
      </p:sp>
      <p:sp>
        <p:nvSpPr>
          <p:cNvPr id="32" name="Text Placeholder 27">
            <a:extLst>
              <a:ext uri="{FF2B5EF4-FFF2-40B4-BE49-F238E27FC236}">
                <a16:creationId xmlns:a16="http://schemas.microsoft.com/office/drawing/2014/main" id="{A97C132F-553D-BBF1-0BC4-6F6690F055FB}"/>
              </a:ext>
            </a:extLst>
          </p:cNvPr>
          <p:cNvSpPr txBox="1">
            <a:spLocks noChangeAspect="1"/>
          </p:cNvSpPr>
          <p:nvPr/>
        </p:nvSpPr>
        <p:spPr>
          <a:xfrm>
            <a:off x="1917328" y="4668653"/>
            <a:ext cx="8357339" cy="314401"/>
          </a:xfrm>
          <a:custGeom>
            <a:avLst/>
            <a:gdLst>
              <a:gd name="csX0" fmla="*/ 0 w 8716556"/>
              <a:gd name="csY0" fmla="*/ 0 h 309556"/>
              <a:gd name="csX1" fmla="*/ 8716556 w 8716556"/>
              <a:gd name="csY1" fmla="*/ 0 h 309556"/>
              <a:gd name="csX2" fmla="*/ 8716556 w 8716556"/>
              <a:gd name="csY2" fmla="*/ 309556 h 309556"/>
              <a:gd name="csX3" fmla="*/ 0 w 8716556"/>
              <a:gd name="csY3" fmla="*/ 309556 h 309556"/>
              <a:gd name="csX4" fmla="*/ 0 w 8716556"/>
              <a:gd name="csY4" fmla="*/ 0 h 309556"/>
              <a:gd name="csX0" fmla="*/ 8716556 w 8807996"/>
              <a:gd name="csY0" fmla="*/ 0 h 309556"/>
              <a:gd name="csX1" fmla="*/ 8716556 w 8807996"/>
              <a:gd name="csY1" fmla="*/ 309556 h 309556"/>
              <a:gd name="csX2" fmla="*/ 0 w 8807996"/>
              <a:gd name="csY2" fmla="*/ 309556 h 309556"/>
              <a:gd name="csX3" fmla="*/ 0 w 8807996"/>
              <a:gd name="csY3" fmla="*/ 0 h 309556"/>
              <a:gd name="csX4" fmla="*/ 8807996 w 8807996"/>
              <a:gd name="csY4" fmla="*/ 91440 h 309556"/>
              <a:gd name="csX0" fmla="*/ 8716556 w 8716556"/>
              <a:gd name="csY0" fmla="*/ 0 h 309556"/>
              <a:gd name="csX1" fmla="*/ 8716556 w 8716556"/>
              <a:gd name="csY1" fmla="*/ 309556 h 309556"/>
              <a:gd name="csX2" fmla="*/ 0 w 8716556"/>
              <a:gd name="csY2" fmla="*/ 309556 h 309556"/>
              <a:gd name="csX3" fmla="*/ 0 w 8716556"/>
              <a:gd name="csY3" fmla="*/ 0 h 309556"/>
              <a:gd name="csX0" fmla="*/ 8716556 w 8716556"/>
              <a:gd name="csY0" fmla="*/ 309556 h 309556"/>
              <a:gd name="csX1" fmla="*/ 0 w 8716556"/>
              <a:gd name="csY1" fmla="*/ 309556 h 309556"/>
              <a:gd name="csX2" fmla="*/ 0 w 8716556"/>
              <a:gd name="csY2" fmla="*/ 0 h 309556"/>
              <a:gd name="csX0" fmla="*/ 8716556 w 8716556"/>
              <a:gd name="csY0" fmla="*/ 0 h 0"/>
              <a:gd name="csX1" fmla="*/ 0 w 8716556"/>
              <a:gd name="csY1" fmla="*/ 0 h 0"/>
            </a:gdLst>
            <a:ahLst/>
            <a:cxnLst>
              <a:cxn ang="0">
                <a:pos x="csX0" y="csY0"/>
              </a:cxn>
              <a:cxn ang="0">
                <a:pos x="csX1" y="csY1"/>
              </a:cxn>
            </a:cxnLst>
            <a:rect l="l" t="t" r="r" b="b"/>
            <a:pathLst>
              <a:path w="8716556">
                <a:moveTo>
                  <a:pt x="8716556" y="0"/>
                </a:moveTo>
                <a:lnTo>
                  <a:pt x="0" y="0"/>
                </a:lnTo>
              </a:path>
            </a:pathLst>
          </a:custGeom>
          <a:noFill/>
          <a:ln w="19050" cap="rnd">
            <a:solidFill>
              <a:schemeClr val="bg1">
                <a:lumMod val="75000"/>
              </a:schemeClr>
            </a:solidFill>
            <a:headEnd type="arrow" w="lg" len="med"/>
            <a:tailEnd type="arrow" w="lg" len="med"/>
          </a:ln>
        </p:spPr>
        <p:txBody>
          <a:bodyPr wrap="square" lIns="91440" tIns="45720" rIns="91440" bIns="45720">
            <a:sp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50" baseline="0">
                <a:solidFill>
                  <a:schemeClr val="bg1"/>
                </a:solidFill>
                <a:latin typeface="+mj-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 </a:t>
            </a:r>
          </a:p>
        </p:txBody>
      </p:sp>
      <p:sp>
        <p:nvSpPr>
          <p:cNvPr id="33" name="Text Placeholder 27">
            <a:extLst>
              <a:ext uri="{FF2B5EF4-FFF2-40B4-BE49-F238E27FC236}">
                <a16:creationId xmlns:a16="http://schemas.microsoft.com/office/drawing/2014/main" id="{E62567B3-5A60-00CE-64DE-8EF756271349}"/>
              </a:ext>
            </a:extLst>
          </p:cNvPr>
          <p:cNvSpPr txBox="1">
            <a:spLocks noChangeAspect="1"/>
          </p:cNvSpPr>
          <p:nvPr/>
        </p:nvSpPr>
        <p:spPr>
          <a:xfrm>
            <a:off x="557213" y="4453073"/>
            <a:ext cx="1360118" cy="478257"/>
          </a:xfrm>
          <a:prstGeom prst="roundRect">
            <a:avLst>
              <a:gd name="adj" fmla="val 50000"/>
            </a:avLst>
          </a:prstGeom>
          <a:solidFill>
            <a:srgbClr val="161B8A"/>
          </a:solidFill>
        </p:spPr>
        <p:txBody>
          <a:bodyPr lIns="91440" tIns="45720" rIns="91440" bIns="45720" anchor="ctr">
            <a:noAutofit/>
          </a:bodyPr>
          <a:lstStyle>
            <a:lvl1pPr marL="0" indent="0" algn="ctr" defTabSz="457109" rtl="0" eaLnBrk="1" latinLnBrk="0" hangingPunct="1">
              <a:lnSpc>
                <a:spcPct val="100000"/>
              </a:lnSpc>
              <a:spcBef>
                <a:spcPts val="336"/>
              </a:spcBef>
              <a:buFont typeface="Arial" panose="020B0604020202020204" pitchFamily="34" charset="0"/>
              <a:buNone/>
              <a:defRPr sz="1600" b="0" i="0" kern="0" spc="0" baseline="0">
                <a:solidFill>
                  <a:schemeClr val="bg1"/>
                </a:solidFill>
                <a:latin typeface="+mn-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t>Cloud</a:t>
            </a:r>
          </a:p>
        </p:txBody>
      </p:sp>
      <p:sp>
        <p:nvSpPr>
          <p:cNvPr id="34" name="Text Placeholder 27">
            <a:extLst>
              <a:ext uri="{FF2B5EF4-FFF2-40B4-BE49-F238E27FC236}">
                <a16:creationId xmlns:a16="http://schemas.microsoft.com/office/drawing/2014/main" id="{97C57802-1F07-E239-5E5B-90F0B6865FE9}"/>
              </a:ext>
            </a:extLst>
          </p:cNvPr>
          <p:cNvSpPr txBox="1">
            <a:spLocks noChangeAspect="1"/>
          </p:cNvSpPr>
          <p:nvPr/>
        </p:nvSpPr>
        <p:spPr>
          <a:xfrm>
            <a:off x="10274669" y="4434899"/>
            <a:ext cx="1360118" cy="478257"/>
          </a:xfrm>
          <a:prstGeom prst="roundRect">
            <a:avLst>
              <a:gd name="adj" fmla="val 50000"/>
            </a:avLst>
          </a:prstGeom>
          <a:solidFill>
            <a:srgbClr val="161B8A"/>
          </a:solidFill>
        </p:spPr>
        <p:txBody>
          <a:bodyPr lIns="91440" tIns="45720" rIns="91440" bIns="45720" anchor="ctr">
            <a:noAutofit/>
          </a:bodyPr>
          <a:lstStyle>
            <a:lvl1pPr marL="0" indent="0" algn="ctr" defTabSz="457109" rtl="0" eaLnBrk="1" latinLnBrk="0" hangingPunct="1">
              <a:lnSpc>
                <a:spcPct val="100000"/>
              </a:lnSpc>
              <a:spcBef>
                <a:spcPts val="336"/>
              </a:spcBef>
              <a:buFont typeface="Arial" panose="020B0604020202020204" pitchFamily="34" charset="0"/>
              <a:buNone/>
              <a:defRPr sz="1600" b="0" i="0" kern="0" spc="0" baseline="0">
                <a:solidFill>
                  <a:schemeClr val="tx1"/>
                </a:solidFill>
                <a:latin typeface="+mn-lt"/>
                <a:ea typeface="+mn-ea"/>
                <a:cs typeface="Segoe Sans Display Semibold" pitchFamily="2" charset="0"/>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bg1"/>
                </a:solidFill>
                <a:latin typeface="+mn-lt"/>
                <a:ea typeface="+mn-ea"/>
                <a:cs typeface="Segoe Sans Display Semibold" pitchFamily="2" charset="0"/>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bg1"/>
                </a:solidFill>
                <a:latin typeface="+mn-lt"/>
                <a:ea typeface="+mn-ea"/>
                <a:cs typeface="Segoe Sans Display Semibold" pitchFamily="2" charset="0"/>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bg1"/>
                </a:solidFill>
                <a:latin typeface="+mn-lt"/>
                <a:ea typeface="+mn-ea"/>
                <a:cs typeface="Segoe Sans Display Semibold" pitchFamily="2" charset="0"/>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bg1"/>
                </a:solidFill>
                <a:latin typeface="+mn-lt"/>
                <a:ea typeface="+mn-ea"/>
                <a:cs typeface="Segoe Sans Display Semibold" pitchFamily="2" charset="0"/>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bg1"/>
                </a:solidFill>
                <a:latin typeface="+mn-lt"/>
                <a:ea typeface="+mn-ea"/>
                <a:cs typeface="Segoe Sans Display Semibold" pitchFamily="2" charset="0"/>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bg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bg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bg1"/>
                </a:solidFill>
              </a:rPr>
              <a:t>Edge</a:t>
            </a:r>
          </a:p>
        </p:txBody>
      </p:sp>
      <p:pic>
        <p:nvPicPr>
          <p:cNvPr id="35" name="Picture 34">
            <a:extLst>
              <a:ext uri="{FF2B5EF4-FFF2-40B4-BE49-F238E27FC236}">
                <a16:creationId xmlns:a16="http://schemas.microsoft.com/office/drawing/2014/main" id="{41F15A6C-116E-C573-4167-38CF8AE9F2CA}"/>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19213" y="2243021"/>
            <a:ext cx="598115" cy="598115"/>
          </a:xfrm>
          <a:prstGeom prst="rect">
            <a:avLst/>
          </a:prstGeom>
        </p:spPr>
      </p:pic>
      <p:pic>
        <p:nvPicPr>
          <p:cNvPr id="36" name="Picture 35">
            <a:extLst>
              <a:ext uri="{FF2B5EF4-FFF2-40B4-BE49-F238E27FC236}">
                <a16:creationId xmlns:a16="http://schemas.microsoft.com/office/drawing/2014/main" id="{8BE59675-A258-5486-83A5-668EB0364F9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554533" y="2239475"/>
            <a:ext cx="605206" cy="605206"/>
          </a:xfrm>
          <a:prstGeom prst="rect">
            <a:avLst/>
          </a:prstGeom>
        </p:spPr>
      </p:pic>
      <p:pic>
        <p:nvPicPr>
          <p:cNvPr id="37" name="Picture 36">
            <a:extLst>
              <a:ext uri="{FF2B5EF4-FFF2-40B4-BE49-F238E27FC236}">
                <a16:creationId xmlns:a16="http://schemas.microsoft.com/office/drawing/2014/main" id="{4346C610-815C-0511-589E-A799868ACD2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64693" y="2271906"/>
            <a:ext cx="540345" cy="540345"/>
          </a:xfrm>
          <a:prstGeom prst="rect">
            <a:avLst/>
          </a:prstGeom>
        </p:spPr>
      </p:pic>
      <p:pic>
        <p:nvPicPr>
          <p:cNvPr id="38" name="Picture 37">
            <a:extLst>
              <a:ext uri="{FF2B5EF4-FFF2-40B4-BE49-F238E27FC236}">
                <a16:creationId xmlns:a16="http://schemas.microsoft.com/office/drawing/2014/main" id="{05D59A90-994A-61BD-D06D-17D48C100626}"/>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74672" y="2243021"/>
            <a:ext cx="598115" cy="598115"/>
          </a:xfrm>
          <a:prstGeom prst="rect">
            <a:avLst/>
          </a:prstGeom>
        </p:spPr>
      </p:pic>
      <p:pic>
        <p:nvPicPr>
          <p:cNvPr id="39" name="Picture 38">
            <a:extLst>
              <a:ext uri="{FF2B5EF4-FFF2-40B4-BE49-F238E27FC236}">
                <a16:creationId xmlns:a16="http://schemas.microsoft.com/office/drawing/2014/main" id="{D7171E9C-E7DF-8429-E868-FF5F9FB4E6FB}"/>
              </a:ext>
            </a:extLst>
          </p:cNvPr>
          <p:cNvPicPr>
            <a:picLocks noChangeAspect="1"/>
          </p:cNvPicPr>
          <p:nvPr/>
        </p:nvPicPr>
        <p:blipFill>
          <a:blip r:embed="rId9"/>
          <a:stretch>
            <a:fillRect/>
          </a:stretch>
        </p:blipFill>
        <p:spPr>
          <a:xfrm>
            <a:off x="5794248" y="2240326"/>
            <a:ext cx="603504" cy="603504"/>
          </a:xfrm>
          <a:prstGeom prst="rect">
            <a:avLst/>
          </a:prstGeom>
        </p:spPr>
      </p:pic>
      <p:pic>
        <p:nvPicPr>
          <p:cNvPr id="40" name="Picture 39">
            <a:extLst>
              <a:ext uri="{FF2B5EF4-FFF2-40B4-BE49-F238E27FC236}">
                <a16:creationId xmlns:a16="http://schemas.microsoft.com/office/drawing/2014/main" id="{937CE601-1A5F-7FE3-7D7F-FF70B71B4C98}"/>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812520" y="3646355"/>
            <a:ext cx="535432" cy="535432"/>
          </a:xfrm>
          <a:prstGeom prst="rect">
            <a:avLst/>
          </a:prstGeom>
        </p:spPr>
      </p:pic>
    </p:spTree>
    <p:custDataLst>
      <p:tags r:id="rId1"/>
    </p:custDataLst>
    <p:extLst>
      <p:ext uri="{BB962C8B-B14F-4D97-AF65-F5344CB8AC3E}">
        <p14:creationId xmlns:p14="http://schemas.microsoft.com/office/powerpoint/2010/main" val="27302175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22DF2-AE17-437B-0ECC-24F324F2D029}"/>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446DDE7F-2777-F9BF-A3E0-D639C7D0A1FD}"/>
              </a:ext>
            </a:extLst>
          </p:cNvPr>
          <p:cNvSpPr>
            <a:spLocks noGrp="1"/>
          </p:cNvSpPr>
          <p:nvPr>
            <p:ph type="sldNum" sz="quarter" idx="13"/>
          </p:nvPr>
        </p:nvSpPr>
        <p:spPr/>
        <p:txBody>
          <a:bodyPr/>
          <a:lstStyle/>
          <a:p>
            <a:fld id="{C3C3236D-FB65-584A-8227-5A449D06E62A}" type="slidenum">
              <a:rPr lang="en-US" smtClean="0"/>
              <a:pPr/>
              <a:t>26</a:t>
            </a:fld>
            <a:endParaRPr lang="en-US"/>
          </a:p>
        </p:txBody>
      </p:sp>
      <p:sp>
        <p:nvSpPr>
          <p:cNvPr id="6" name="Footer Placeholder 5">
            <a:extLst>
              <a:ext uri="{FF2B5EF4-FFF2-40B4-BE49-F238E27FC236}">
                <a16:creationId xmlns:a16="http://schemas.microsoft.com/office/drawing/2014/main" id="{8CA9503C-FF5D-7955-17C6-BFEEDA307486}"/>
              </a:ext>
            </a:extLst>
          </p:cNvPr>
          <p:cNvSpPr>
            <a:spLocks noGrp="1"/>
          </p:cNvSpPr>
          <p:nvPr>
            <p:ph type="ftr" sz="quarter" idx="18"/>
          </p:nvPr>
        </p:nvSpPr>
        <p:spPr/>
        <p:txBody>
          <a:bodyPr/>
          <a:lstStyle/>
          <a:p>
            <a:r>
              <a:rPr lang="en-US"/>
              <a:t>#CCHConnections</a:t>
            </a:r>
            <a:endParaRPr lang="en-US" dirty="0"/>
          </a:p>
        </p:txBody>
      </p:sp>
      <p:sp>
        <p:nvSpPr>
          <p:cNvPr id="16" name="TextBox 15">
            <a:extLst>
              <a:ext uri="{FF2B5EF4-FFF2-40B4-BE49-F238E27FC236}">
                <a16:creationId xmlns:a16="http://schemas.microsoft.com/office/drawing/2014/main" id="{025FECA6-BA7B-B175-C0C2-9DA3D2C8B8D8}"/>
              </a:ext>
            </a:extLst>
          </p:cNvPr>
          <p:cNvSpPr txBox="1"/>
          <p:nvPr/>
        </p:nvSpPr>
        <p:spPr>
          <a:xfrm>
            <a:off x="1033696" y="3409406"/>
            <a:ext cx="1041567" cy="553741"/>
          </a:xfrm>
          <a:prstGeom prst="rect">
            <a:avLst/>
          </a:prstGeom>
          <a:noFill/>
        </p:spPr>
        <p:txBody>
          <a:bodyPr wrap="none" lIns="0" tIns="0" rIns="0" bIns="0" rtlCol="0" anchor="ctr">
            <a:spAutoFit/>
          </a:bodyPr>
          <a:lstStyle/>
          <a:p>
            <a:pPr marL="0" marR="0" lvl="0" indent="0" algn="ctr" defTabSz="914064" rtl="0" eaLnBrk="1" fontAlgn="auto" latinLnBrk="0" hangingPunct="1">
              <a:lnSpc>
                <a:spcPct val="100000"/>
              </a:lnSpc>
              <a:spcBef>
                <a:spcPts val="0"/>
              </a:spcBef>
              <a:spcAft>
                <a:spcPts val="0"/>
              </a:spcAft>
              <a:buClrTx/>
              <a:buSzTx/>
              <a:buFontTx/>
              <a:buNone/>
              <a:tabLst/>
              <a:defRPr/>
            </a:pPr>
            <a:r>
              <a:rPr kumimoji="0" lang="en-US" sz="1799" i="0" u="none" strike="noStrike" kern="1200" cap="none" spc="0" normalizeH="0" baseline="0" noProof="0">
                <a:ln>
                  <a:noFill/>
                </a:ln>
                <a:effectLst/>
                <a:uLnTx/>
                <a:uFillTx/>
                <a:ea typeface="+mn-ea"/>
                <a:cs typeface="+mn-cs"/>
              </a:rPr>
              <a:t>Microsoft </a:t>
            </a:r>
            <a:br>
              <a:rPr kumimoji="0" lang="en-US" sz="1799" i="0" u="none" strike="noStrike" kern="1200" cap="none" spc="0" normalizeH="0" baseline="0" noProof="0">
                <a:ln>
                  <a:noFill/>
                </a:ln>
                <a:effectLst/>
                <a:uLnTx/>
                <a:uFillTx/>
                <a:ea typeface="+mn-ea"/>
                <a:cs typeface="+mn-cs"/>
              </a:rPr>
            </a:br>
            <a:r>
              <a:rPr kumimoji="0" lang="en-US" sz="1799" i="0" u="none" strike="noStrike" kern="1200" cap="none" spc="0" normalizeH="0" baseline="0" noProof="0">
                <a:ln>
                  <a:noFill/>
                </a:ln>
                <a:effectLst/>
                <a:uLnTx/>
                <a:uFillTx/>
                <a:ea typeface="+mn-ea"/>
                <a:cs typeface="+mn-cs"/>
              </a:rPr>
              <a:t>Copilot</a:t>
            </a:r>
            <a:endParaRPr kumimoji="0" lang="en-US" sz="1200" i="0" u="none" strike="noStrike" kern="1200" cap="none" spc="0" normalizeH="0" baseline="0" noProof="0">
              <a:ln>
                <a:noFill/>
              </a:ln>
              <a:effectLst/>
              <a:uLnTx/>
              <a:uFillTx/>
              <a:ea typeface="+mn-ea"/>
              <a:cs typeface="+mn-cs"/>
            </a:endParaRPr>
          </a:p>
        </p:txBody>
      </p:sp>
      <p:sp>
        <p:nvSpPr>
          <p:cNvPr id="17" name="TextBox 16">
            <a:extLst>
              <a:ext uri="{FF2B5EF4-FFF2-40B4-BE49-F238E27FC236}">
                <a16:creationId xmlns:a16="http://schemas.microsoft.com/office/drawing/2014/main" id="{67E319F7-E77C-D4F8-0E54-CD21AF876F7E}"/>
              </a:ext>
            </a:extLst>
          </p:cNvPr>
          <p:cNvSpPr txBox="1"/>
          <p:nvPr/>
        </p:nvSpPr>
        <p:spPr>
          <a:xfrm>
            <a:off x="3089654" y="3409406"/>
            <a:ext cx="1471172" cy="553741"/>
          </a:xfrm>
          <a:prstGeom prst="rect">
            <a:avLst/>
          </a:prstGeom>
          <a:noFill/>
        </p:spPr>
        <p:txBody>
          <a:bodyPr wrap="none" lIns="0" tIns="0" rIns="0" bIns="0" rtlCol="0" anchor="t">
            <a:spAutoFit/>
          </a:bodyPr>
          <a:lstStyle/>
          <a:p>
            <a:pPr marL="0" marR="0" lvl="0" indent="0" algn="ctr" defTabSz="914064" rtl="0" eaLnBrk="1" fontAlgn="auto" latinLnBrk="0" hangingPunct="1">
              <a:lnSpc>
                <a:spcPct val="100000"/>
              </a:lnSpc>
              <a:spcBef>
                <a:spcPts val="0"/>
              </a:spcBef>
              <a:spcAft>
                <a:spcPts val="0"/>
              </a:spcAft>
              <a:buClrTx/>
              <a:buSzTx/>
              <a:buFontTx/>
              <a:buNone/>
              <a:tabLst>
                <a:tab pos="176213" algn="l"/>
              </a:tabLst>
              <a:defRPr/>
            </a:pPr>
            <a:r>
              <a:rPr kumimoji="0" lang="en-US" sz="1799" i="0" u="none" strike="noStrike" kern="1200" cap="none" spc="0" normalizeH="0" baseline="0" noProof="0">
                <a:ln>
                  <a:noFill/>
                </a:ln>
                <a:effectLst/>
                <a:uLnTx/>
                <a:uFillTx/>
                <a:ea typeface="+mn-ea"/>
                <a:cs typeface="+mn-cs"/>
              </a:rPr>
              <a:t>Microsoft 365 </a:t>
            </a:r>
            <a:br>
              <a:rPr kumimoji="0" lang="en-US" sz="1799" i="0" u="none" strike="noStrike" kern="1200" cap="none" spc="0" normalizeH="0" baseline="0" noProof="0">
                <a:ln>
                  <a:noFill/>
                </a:ln>
                <a:effectLst/>
                <a:uLnTx/>
                <a:uFillTx/>
                <a:ea typeface="+mn-ea"/>
                <a:cs typeface="+mn-cs"/>
              </a:rPr>
            </a:br>
            <a:r>
              <a:rPr kumimoji="0" lang="en-US" sz="1799" i="0" u="none" strike="noStrike" kern="1200" cap="none" spc="0" normalizeH="0" baseline="0" noProof="0">
                <a:ln>
                  <a:noFill/>
                </a:ln>
                <a:effectLst/>
                <a:uLnTx/>
                <a:uFillTx/>
                <a:ea typeface="+mn-ea"/>
                <a:cs typeface="+mn-cs"/>
              </a:rPr>
              <a:t>Copilot</a:t>
            </a:r>
            <a:endParaRPr kumimoji="0" lang="en-US" sz="1200" i="0" u="none" strike="noStrike" kern="1200" cap="none" spc="0" normalizeH="0" baseline="0" noProof="0">
              <a:ln>
                <a:noFill/>
              </a:ln>
              <a:effectLst/>
              <a:uLnTx/>
              <a:uFillTx/>
              <a:ea typeface="+mn-ea"/>
              <a:cs typeface="+mn-cs"/>
            </a:endParaRPr>
          </a:p>
        </p:txBody>
      </p:sp>
      <p:sp>
        <p:nvSpPr>
          <p:cNvPr id="18" name="TextBox 17">
            <a:extLst>
              <a:ext uri="{FF2B5EF4-FFF2-40B4-BE49-F238E27FC236}">
                <a16:creationId xmlns:a16="http://schemas.microsoft.com/office/drawing/2014/main" id="{35770EA3-2CEF-C795-955F-54E389A81C0A}"/>
              </a:ext>
            </a:extLst>
          </p:cNvPr>
          <p:cNvSpPr txBox="1"/>
          <p:nvPr/>
        </p:nvSpPr>
        <p:spPr>
          <a:xfrm>
            <a:off x="5133589" y="3409406"/>
            <a:ext cx="1924821" cy="553741"/>
          </a:xfrm>
          <a:prstGeom prst="rect">
            <a:avLst/>
          </a:prstGeom>
          <a:noFill/>
        </p:spPr>
        <p:txBody>
          <a:bodyPr wrap="none" lIns="0" tIns="0" rIns="0" bIns="0" rtlCol="0" anchor="t">
            <a:spAutoFit/>
          </a:bodyPr>
          <a:lstStyle/>
          <a:p>
            <a:pPr marL="0" marR="0" lvl="0" indent="0" algn="ctr" defTabSz="914064" rtl="0" eaLnBrk="1" fontAlgn="auto" latinLnBrk="0" hangingPunct="1">
              <a:lnSpc>
                <a:spcPct val="100000"/>
              </a:lnSpc>
              <a:spcBef>
                <a:spcPts val="0"/>
              </a:spcBef>
              <a:spcAft>
                <a:spcPts val="0"/>
              </a:spcAft>
              <a:buClrTx/>
              <a:buSzTx/>
              <a:buFontTx/>
              <a:buNone/>
              <a:tabLst/>
              <a:defRPr/>
            </a:pPr>
            <a:r>
              <a:rPr kumimoji="0" lang="en-US" sz="1799" i="0" u="none" strike="noStrike" kern="1200" cap="none" spc="0" normalizeH="0" baseline="0" noProof="0">
                <a:ln>
                  <a:noFill/>
                </a:ln>
                <a:effectLst/>
                <a:uLnTx/>
                <a:uFillTx/>
                <a:ea typeface="+mn-ea"/>
                <a:cs typeface="+mn-cs"/>
              </a:rPr>
              <a:t>Microsoft Security </a:t>
            </a:r>
            <a:br>
              <a:rPr kumimoji="0" lang="en-US" sz="1799" i="0" u="none" strike="noStrike" kern="1200" cap="none" spc="0" normalizeH="0" baseline="0" noProof="0">
                <a:ln>
                  <a:noFill/>
                </a:ln>
                <a:effectLst/>
                <a:uLnTx/>
                <a:uFillTx/>
                <a:ea typeface="+mn-ea"/>
                <a:cs typeface="+mn-cs"/>
              </a:rPr>
            </a:br>
            <a:r>
              <a:rPr kumimoji="0" lang="en-US" sz="1799" i="0" u="none" strike="noStrike" kern="1200" cap="none" spc="0" normalizeH="0" baseline="0" noProof="0">
                <a:ln>
                  <a:noFill/>
                </a:ln>
                <a:effectLst/>
                <a:uLnTx/>
                <a:uFillTx/>
                <a:ea typeface="+mn-ea"/>
                <a:cs typeface="+mn-cs"/>
              </a:rPr>
              <a:t>Copilot</a:t>
            </a:r>
            <a:endParaRPr kumimoji="0" lang="en-US" sz="1200" i="0" u="none" strike="noStrike" kern="1200" cap="none" spc="0" normalizeH="0" baseline="0" noProof="0">
              <a:ln>
                <a:noFill/>
              </a:ln>
              <a:effectLst/>
              <a:uLnTx/>
              <a:uFillTx/>
              <a:ea typeface="+mn-ea"/>
              <a:cs typeface="+mn-cs"/>
            </a:endParaRPr>
          </a:p>
        </p:txBody>
      </p:sp>
      <p:sp>
        <p:nvSpPr>
          <p:cNvPr id="19" name="TextBox 18">
            <a:extLst>
              <a:ext uri="{FF2B5EF4-FFF2-40B4-BE49-F238E27FC236}">
                <a16:creationId xmlns:a16="http://schemas.microsoft.com/office/drawing/2014/main" id="{E4225885-70E0-E5DD-61B0-DE6E60D5A90F}"/>
              </a:ext>
            </a:extLst>
          </p:cNvPr>
          <p:cNvSpPr txBox="1"/>
          <p:nvPr/>
        </p:nvSpPr>
        <p:spPr>
          <a:xfrm>
            <a:off x="7978032" y="3409406"/>
            <a:ext cx="777456" cy="553741"/>
          </a:xfrm>
          <a:prstGeom prst="rect">
            <a:avLst/>
          </a:prstGeom>
          <a:noFill/>
        </p:spPr>
        <p:txBody>
          <a:bodyPr wrap="none" lIns="0" tIns="0" rIns="0" bIns="0" rtlCol="0" anchor="t">
            <a:spAutoFit/>
          </a:bodyPr>
          <a:lstStyle/>
          <a:p>
            <a:pPr marL="0" marR="0" lvl="0" indent="0" algn="ctr" defTabSz="914064" rtl="0" eaLnBrk="1" fontAlgn="auto" latinLnBrk="0" hangingPunct="1">
              <a:lnSpc>
                <a:spcPct val="100000"/>
              </a:lnSpc>
              <a:spcBef>
                <a:spcPts val="0"/>
              </a:spcBef>
              <a:spcAft>
                <a:spcPts val="0"/>
              </a:spcAft>
              <a:buClrTx/>
              <a:buSzTx/>
              <a:buFontTx/>
              <a:buNone/>
              <a:tabLst/>
              <a:defRPr/>
            </a:pPr>
            <a:r>
              <a:rPr kumimoji="0" lang="en-US" sz="1799" i="0" u="none" strike="noStrike" kern="1200" cap="none" spc="0" normalizeH="0" baseline="0" noProof="0">
                <a:ln>
                  <a:noFill/>
                </a:ln>
                <a:effectLst/>
                <a:uLnTx/>
                <a:uFillTx/>
                <a:ea typeface="+mn-ea"/>
                <a:cs typeface="+mn-cs"/>
              </a:rPr>
              <a:t>GitHub </a:t>
            </a:r>
            <a:br>
              <a:rPr kumimoji="0" lang="en-US" sz="1799" i="0" u="none" strike="noStrike" kern="1200" cap="none" spc="0" normalizeH="0" baseline="0" noProof="0">
                <a:ln>
                  <a:noFill/>
                </a:ln>
                <a:effectLst/>
                <a:uLnTx/>
                <a:uFillTx/>
                <a:ea typeface="+mn-ea"/>
                <a:cs typeface="+mn-cs"/>
              </a:rPr>
            </a:br>
            <a:r>
              <a:rPr kumimoji="0" lang="en-US" sz="1799" i="0" u="none" strike="noStrike" kern="1200" cap="none" spc="0" normalizeH="0" baseline="0" noProof="0">
                <a:ln>
                  <a:noFill/>
                </a:ln>
                <a:effectLst/>
                <a:uLnTx/>
                <a:uFillTx/>
                <a:ea typeface="+mn-ea"/>
                <a:cs typeface="+mn-cs"/>
              </a:rPr>
              <a:t>Copilot</a:t>
            </a:r>
            <a:endParaRPr kumimoji="0" lang="en-US" sz="1200" i="0" u="none" strike="noStrike" kern="1200" cap="none" spc="0" normalizeH="0" baseline="0" noProof="0">
              <a:ln>
                <a:noFill/>
              </a:ln>
              <a:effectLst/>
              <a:uLnTx/>
              <a:uFillTx/>
              <a:ea typeface="+mn-ea"/>
              <a:cs typeface="+mn-cs"/>
            </a:endParaRPr>
          </a:p>
        </p:txBody>
      </p:sp>
      <p:sp>
        <p:nvSpPr>
          <p:cNvPr id="20" name="TextBox 19">
            <a:extLst>
              <a:ext uri="{FF2B5EF4-FFF2-40B4-BE49-F238E27FC236}">
                <a16:creationId xmlns:a16="http://schemas.microsoft.com/office/drawing/2014/main" id="{B402124D-7564-2DE4-5A4C-E9A9424FF3DD}"/>
              </a:ext>
            </a:extLst>
          </p:cNvPr>
          <p:cNvSpPr txBox="1"/>
          <p:nvPr/>
        </p:nvSpPr>
        <p:spPr>
          <a:xfrm>
            <a:off x="10260879" y="3409406"/>
            <a:ext cx="753283" cy="553741"/>
          </a:xfrm>
          <a:prstGeom prst="rect">
            <a:avLst/>
          </a:prstGeom>
          <a:noFill/>
        </p:spPr>
        <p:txBody>
          <a:bodyPr wrap="none" lIns="0" tIns="0" rIns="0" bIns="0" rtlCol="0" anchor="t">
            <a:spAutoFit/>
          </a:bodyPr>
          <a:lstStyle/>
          <a:p>
            <a:pPr marL="0" marR="0" lvl="0" indent="0" algn="ctr" defTabSz="914064" rtl="0" eaLnBrk="1" fontAlgn="auto" latinLnBrk="0" hangingPunct="1">
              <a:lnSpc>
                <a:spcPct val="100000"/>
              </a:lnSpc>
              <a:spcBef>
                <a:spcPts val="0"/>
              </a:spcBef>
              <a:spcAft>
                <a:spcPts val="0"/>
              </a:spcAft>
              <a:buClrTx/>
              <a:buSzTx/>
              <a:buFontTx/>
              <a:buNone/>
              <a:tabLst/>
              <a:defRPr/>
            </a:pPr>
            <a:r>
              <a:rPr kumimoji="0" lang="en-US" sz="1799" i="0" u="none" strike="noStrike" kern="1200" cap="none" spc="0" normalizeH="0" baseline="0" noProof="0">
                <a:ln>
                  <a:noFill/>
                </a:ln>
                <a:effectLst/>
                <a:uLnTx/>
                <a:uFillTx/>
                <a:ea typeface="+mn-ea"/>
                <a:cs typeface="+mn-cs"/>
              </a:rPr>
              <a:t>DAX </a:t>
            </a:r>
            <a:br>
              <a:rPr kumimoji="0" lang="en-US" sz="1799" i="0" u="none" strike="noStrike" kern="1200" cap="none" spc="0" normalizeH="0" baseline="0" noProof="0">
                <a:ln>
                  <a:noFill/>
                </a:ln>
                <a:effectLst/>
                <a:uLnTx/>
                <a:uFillTx/>
                <a:ea typeface="+mn-ea"/>
                <a:cs typeface="+mn-cs"/>
              </a:rPr>
            </a:br>
            <a:r>
              <a:rPr kumimoji="0" lang="en-US" sz="1799" i="0" u="none" strike="noStrike" kern="1200" cap="none" spc="0" normalizeH="0" baseline="0" noProof="0">
                <a:ln>
                  <a:noFill/>
                </a:ln>
                <a:effectLst/>
                <a:uLnTx/>
                <a:uFillTx/>
                <a:ea typeface="+mn-ea"/>
                <a:cs typeface="+mn-cs"/>
              </a:rPr>
              <a:t>Copilot</a:t>
            </a:r>
            <a:endParaRPr kumimoji="0" lang="en-US" sz="1200" i="0" u="none" strike="noStrike" kern="1200" cap="none" spc="0" normalizeH="0" baseline="0" noProof="0">
              <a:ln>
                <a:noFill/>
              </a:ln>
              <a:effectLst/>
              <a:uLnTx/>
              <a:uFillTx/>
              <a:ea typeface="+mn-ea"/>
              <a:cs typeface="+mn-cs"/>
            </a:endParaRPr>
          </a:p>
        </p:txBody>
      </p:sp>
      <p:sp>
        <p:nvSpPr>
          <p:cNvPr id="41" name="Rectangle: Rounded Corners 40">
            <a:extLst>
              <a:ext uri="{FF2B5EF4-FFF2-40B4-BE49-F238E27FC236}">
                <a16:creationId xmlns:a16="http://schemas.microsoft.com/office/drawing/2014/main" id="{77AF49D4-FFAB-3F73-FCB9-17469ACE99D8}"/>
              </a:ext>
              <a:ext uri="{C183D7F6-B498-43B3-948B-1728B52AA6E4}">
                <adec:decorative xmlns:adec="http://schemas.microsoft.com/office/drawing/2017/decorative" val="1"/>
              </a:ext>
            </a:extLst>
          </p:cNvPr>
          <p:cNvSpPr/>
          <p:nvPr/>
        </p:nvSpPr>
        <p:spPr bwMode="auto">
          <a:xfrm>
            <a:off x="5709682" y="1152000"/>
            <a:ext cx="6206545" cy="1062978"/>
          </a:xfrm>
          <a:prstGeom prst="roundRect">
            <a:avLst>
              <a:gd name="adj" fmla="val 50000"/>
            </a:avLst>
          </a:prstGeom>
          <a:solidFill>
            <a:srgbClr val="161B8A"/>
          </a:solidFill>
          <a:ln w="28575" cap="flat" cmpd="sng" algn="ctr">
            <a:noFill/>
            <a:prstDash val="solid"/>
            <a:headEnd type="none" w="med" len="med"/>
            <a:tailEnd type="none" w="med" len="me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CA" sz="2000" i="0" u="none" strike="noStrike" kern="0" cap="none" spc="0" normalizeH="0" baseline="0" noProof="0">
              <a:ln>
                <a:noFill/>
              </a:ln>
              <a:solidFill>
                <a:srgbClr val="FFFFFF"/>
              </a:solidFill>
              <a:effectLst/>
              <a:uLnTx/>
              <a:uFillTx/>
              <a:latin typeface="+mj-lt"/>
              <a:ea typeface="+mn-ea"/>
              <a:cs typeface="Segoe Sans Text" pitchFamily="2" charset="0"/>
            </a:endParaRPr>
          </a:p>
        </p:txBody>
      </p:sp>
      <p:sp>
        <p:nvSpPr>
          <p:cNvPr id="42" name="Title 2">
            <a:extLst>
              <a:ext uri="{FF2B5EF4-FFF2-40B4-BE49-F238E27FC236}">
                <a16:creationId xmlns:a16="http://schemas.microsoft.com/office/drawing/2014/main" id="{164FAFC0-3EB5-4521-2020-D0A048A0F96C}"/>
              </a:ext>
            </a:extLst>
          </p:cNvPr>
          <p:cNvSpPr txBox="1">
            <a:spLocks/>
          </p:cNvSpPr>
          <p:nvPr/>
        </p:nvSpPr>
        <p:spPr bwMode="auto">
          <a:xfrm>
            <a:off x="944563" y="1384607"/>
            <a:ext cx="10302875" cy="609600"/>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l" defTabSz="932742" rtl="0" eaLnBrk="1" latinLnBrk="0" hangingPunct="1">
              <a:lnSpc>
                <a:spcPct val="100000"/>
              </a:lnSpc>
              <a:spcBef>
                <a:spcPct val="0"/>
              </a:spcBef>
              <a:buNone/>
              <a:defRPr lang="en-US" sz="3600" b="0" i="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097" fontAlgn="base">
              <a:lnSpc>
                <a:spcPct val="90000"/>
              </a:lnSpc>
              <a:spcAft>
                <a:spcPct val="0"/>
              </a:spcAft>
              <a:defRPr/>
            </a:pPr>
            <a:r>
              <a:rPr lang="en-CA" sz="4400" spc="0" dirty="0">
                <a:ln>
                  <a:noFill/>
                </a:ln>
                <a:solidFill>
                  <a:schemeClr val="tx1"/>
                </a:solidFill>
                <a:latin typeface="+mj-lt"/>
                <a:cs typeface="Segoe Sans Text" pitchFamily="2" charset="0"/>
              </a:rPr>
              <a:t>Microsoft runs on 	</a:t>
            </a:r>
            <a:r>
              <a:rPr lang="en-CA" sz="4400" spc="0" dirty="0">
                <a:ln>
                  <a:noFill/>
                </a:ln>
                <a:solidFill>
                  <a:schemeClr val="bg1"/>
                </a:solidFill>
                <a:latin typeface="Segoe Sans Display Semibold" pitchFamily="2" charset="0"/>
                <a:cs typeface="Segoe Sans Display Semibold" pitchFamily="2" charset="0"/>
              </a:rPr>
              <a:t>Microsoft </a:t>
            </a:r>
            <a:r>
              <a:rPr lang="en-CA" sz="4400" spc="0" dirty="0">
                <a:ln>
                  <a:noFill/>
                </a:ln>
                <a:solidFill>
                  <a:schemeClr val="bg1"/>
                </a:solidFill>
                <a:latin typeface="Segoe Sans Display Semibold" pitchFamily="2" charset="0"/>
                <a:cs typeface="Segoe Sans Display Semibold" pitchFamily="2" charset="0"/>
                <a:sym typeface="Helvetica Neue Medium"/>
              </a:rPr>
              <a:t>Foundry</a:t>
            </a:r>
          </a:p>
        </p:txBody>
      </p:sp>
      <p:sp>
        <p:nvSpPr>
          <p:cNvPr id="43" name="Text Placeholder 27 - 1">
            <a:extLst>
              <a:ext uri="{FF2B5EF4-FFF2-40B4-BE49-F238E27FC236}">
                <a16:creationId xmlns:a16="http://schemas.microsoft.com/office/drawing/2014/main" id="{216AC068-D566-37B1-6DD6-8DEFDEFCE195}"/>
              </a:ext>
            </a:extLst>
          </p:cNvPr>
          <p:cNvSpPr txBox="1">
            <a:spLocks noChangeAspect="1"/>
          </p:cNvSpPr>
          <p:nvPr/>
        </p:nvSpPr>
        <p:spPr>
          <a:xfrm>
            <a:off x="2689860" y="3029185"/>
            <a:ext cx="0" cy="1314183"/>
          </a:xfrm>
          <a:custGeom>
            <a:avLst/>
            <a:gdLst>
              <a:gd name="csX0" fmla="*/ 0 w 2916524"/>
              <a:gd name="csY0" fmla="*/ 0 h 1241431"/>
              <a:gd name="csX1" fmla="*/ 2916524 w 2916524"/>
              <a:gd name="csY1" fmla="*/ 0 h 1241431"/>
              <a:gd name="csX2" fmla="*/ 2916524 w 2916524"/>
              <a:gd name="csY2" fmla="*/ 1241431 h 1241431"/>
              <a:gd name="csX3" fmla="*/ 0 w 2916524"/>
              <a:gd name="csY3" fmla="*/ 1241431 h 1241431"/>
              <a:gd name="csX4" fmla="*/ 0 w 2916524"/>
              <a:gd name="csY4" fmla="*/ 0 h 1241431"/>
              <a:gd name="csX0" fmla="*/ 2916524 w 3007964"/>
              <a:gd name="csY0" fmla="*/ 0 h 1241431"/>
              <a:gd name="csX1" fmla="*/ 2916524 w 3007964"/>
              <a:gd name="csY1" fmla="*/ 1241431 h 1241431"/>
              <a:gd name="csX2" fmla="*/ 0 w 3007964"/>
              <a:gd name="csY2" fmla="*/ 1241431 h 1241431"/>
              <a:gd name="csX3" fmla="*/ 0 w 3007964"/>
              <a:gd name="csY3" fmla="*/ 0 h 1241431"/>
              <a:gd name="csX4" fmla="*/ 3007964 w 3007964"/>
              <a:gd name="csY4" fmla="*/ 91440 h 1241431"/>
              <a:gd name="csX0" fmla="*/ 2916524 w 2916524"/>
              <a:gd name="csY0" fmla="*/ 0 h 1241431"/>
              <a:gd name="csX1" fmla="*/ 2916524 w 2916524"/>
              <a:gd name="csY1" fmla="*/ 1241431 h 1241431"/>
              <a:gd name="csX2" fmla="*/ 0 w 2916524"/>
              <a:gd name="csY2" fmla="*/ 1241431 h 1241431"/>
              <a:gd name="csX3" fmla="*/ 0 w 2916524"/>
              <a:gd name="csY3" fmla="*/ 0 h 1241431"/>
              <a:gd name="csX0" fmla="*/ 2916524 w 2916524"/>
              <a:gd name="csY0" fmla="*/ 1241431 h 1241431"/>
              <a:gd name="csX1" fmla="*/ 0 w 2916524"/>
              <a:gd name="csY1" fmla="*/ 1241431 h 1241431"/>
              <a:gd name="csX2" fmla="*/ 0 w 2916524"/>
              <a:gd name="csY2" fmla="*/ 0 h 1241431"/>
              <a:gd name="csX0" fmla="*/ 0 w 0"/>
              <a:gd name="csY0" fmla="*/ 1241431 h 1241431"/>
              <a:gd name="csX1" fmla="*/ 0 w 0"/>
              <a:gd name="csY1" fmla="*/ 0 h 1241431"/>
            </a:gdLst>
            <a:ahLst/>
            <a:cxnLst>
              <a:cxn ang="0">
                <a:pos x="csX0" y="csY0"/>
              </a:cxn>
              <a:cxn ang="0">
                <a:pos x="csX1" y="csY1"/>
              </a:cxn>
            </a:cxnLst>
            <a:rect l="l" t="t" r="r" b="b"/>
            <a:pathLst>
              <a:path h="1241431">
                <a:moveTo>
                  <a:pt x="0" y="1241431"/>
                </a:moveTo>
                <a:lnTo>
                  <a:pt x="0" y="0"/>
                </a:lnTo>
              </a:path>
            </a:pathLst>
          </a:custGeom>
          <a:ln w="12700" cap="flat" cmpd="sng" algn="ctr">
            <a:solidFill>
              <a:srgbClr val="7030A0"/>
            </a:solidFill>
            <a:prstDash val="solid"/>
            <a:miter lim="800000"/>
          </a:ln>
        </p:spPr>
        <p:style>
          <a:lnRef idx="1">
            <a:schemeClr val="accent1"/>
          </a:lnRef>
          <a:fillRef idx="0">
            <a:schemeClr val="accent1"/>
          </a:fillRef>
          <a:effectRef idx="0">
            <a:schemeClr val="accent1"/>
          </a:effectRef>
          <a:fontRef idx="minor">
            <a:schemeClr val="tx1"/>
          </a:fontRef>
        </p:style>
        <p:txBody>
          <a:bodyPr lIns="91440" tIns="777240" rIns="91440" bIns="45720">
            <a:noAutofit/>
          </a:bodyPr>
          <a:lstStyle>
            <a:defPPr>
              <a:defRPr lang="en-US"/>
            </a:defPPr>
            <a:lvl1pPr indent="0" algn="ctr" defTabSz="457109">
              <a:lnSpc>
                <a:spcPct val="100000"/>
              </a:lnSpc>
              <a:spcBef>
                <a:spcPts val="336"/>
              </a:spcBef>
              <a:buFont typeface="Arial" panose="020B0604020202020204" pitchFamily="34" charset="0"/>
              <a:buNone/>
              <a:defRPr sz="1400" b="0" i="0" kern="0" spc="0" baseline="0"/>
            </a:lvl1pPr>
            <a:lvl2pPr marL="228554" indent="0" defTabSz="457109">
              <a:lnSpc>
                <a:spcPct val="100000"/>
              </a:lnSpc>
              <a:spcBef>
                <a:spcPts val="336"/>
              </a:spcBef>
              <a:buFont typeface="Arial" panose="020B0604020202020204" pitchFamily="34" charset="0"/>
              <a:buNone/>
              <a:defRPr sz="2400" b="0" i="0" kern="0" spc="-50" baseline="0"/>
            </a:lvl2pPr>
            <a:lvl3pPr marL="457109" indent="0" defTabSz="457109">
              <a:lnSpc>
                <a:spcPct val="100000"/>
              </a:lnSpc>
              <a:spcBef>
                <a:spcPts val="336"/>
              </a:spcBef>
              <a:buFont typeface="Arial" panose="020B0604020202020204" pitchFamily="34" charset="0"/>
              <a:buNone/>
              <a:defRPr b="0" i="0" kern="0" spc="0" baseline="0"/>
            </a:lvl3pPr>
            <a:lvl4pPr marL="685663" indent="0" defTabSz="457109">
              <a:lnSpc>
                <a:spcPct val="100000"/>
              </a:lnSpc>
              <a:spcBef>
                <a:spcPts val="336"/>
              </a:spcBef>
              <a:buFont typeface="Arial" panose="020B0604020202020204" pitchFamily="34" charset="0"/>
              <a:buNone/>
              <a:defRPr sz="1200" b="0" i="0" kern="0" spc="0" baseline="0"/>
            </a:lvl4pPr>
            <a:lvl5pPr marL="914217" indent="0" defTabSz="457109">
              <a:lnSpc>
                <a:spcPct val="100000"/>
              </a:lnSpc>
              <a:spcBef>
                <a:spcPts val="336"/>
              </a:spcBef>
              <a:buFont typeface="Arial" panose="020B0604020202020204" pitchFamily="34" charset="0"/>
              <a:buNone/>
              <a:defRPr sz="1100" b="0" i="0" kern="0" spc="0" baseline="0"/>
            </a:lvl5pPr>
            <a:lvl6pPr marL="1142771" indent="0" defTabSz="457109">
              <a:spcBef>
                <a:spcPct val="20000"/>
              </a:spcBef>
              <a:buFont typeface="Arial" panose="020B0604020202020204" pitchFamily="34" charset="0"/>
              <a:buNone/>
              <a:defRPr sz="1000" b="0" i="0" kern="0" spc="0" baseline="0"/>
            </a:lvl6pPr>
            <a:lvl7pPr marL="1371326" indent="0" defTabSz="457109">
              <a:spcBef>
                <a:spcPct val="20000"/>
              </a:spcBef>
              <a:buFont typeface="Arial" panose="020B0604020202020204" pitchFamily="34" charset="0"/>
              <a:buNone/>
              <a:defRPr sz="1100" kern="0" spc="-50" baseline="0"/>
            </a:lvl7pPr>
            <a:lvl8pPr marL="1599880" indent="0" defTabSz="457109">
              <a:spcBef>
                <a:spcPct val="20000"/>
              </a:spcBef>
              <a:buFont typeface="Arial" pitchFamily="34" charset="0"/>
              <a:buNone/>
              <a:defRPr sz="1000"/>
            </a:lvl8pPr>
            <a:lvl9pPr marL="1942711" indent="-114277" defTabSz="457109">
              <a:spcBef>
                <a:spcPct val="20000"/>
              </a:spcBef>
              <a:buFont typeface="Arial" pitchFamily="34" charset="0"/>
              <a:buChar char="•"/>
              <a:defRPr sz="1000"/>
            </a:lvl9pPr>
          </a:lstStyle>
          <a:p>
            <a:r>
              <a:rPr lang="en-US"/>
              <a:t> </a:t>
            </a:r>
          </a:p>
        </p:txBody>
      </p:sp>
      <p:sp>
        <p:nvSpPr>
          <p:cNvPr id="44" name="Text Placeholder 27 - 1">
            <a:extLst>
              <a:ext uri="{FF2B5EF4-FFF2-40B4-BE49-F238E27FC236}">
                <a16:creationId xmlns:a16="http://schemas.microsoft.com/office/drawing/2014/main" id="{FED914E9-3611-8A97-2256-4F4456899F5B}"/>
              </a:ext>
            </a:extLst>
          </p:cNvPr>
          <p:cNvSpPr txBox="1">
            <a:spLocks noChangeAspect="1"/>
          </p:cNvSpPr>
          <p:nvPr/>
        </p:nvSpPr>
        <p:spPr>
          <a:xfrm>
            <a:off x="4960620" y="3029185"/>
            <a:ext cx="0" cy="1314183"/>
          </a:xfrm>
          <a:custGeom>
            <a:avLst/>
            <a:gdLst>
              <a:gd name="csX0" fmla="*/ 0 w 2916524"/>
              <a:gd name="csY0" fmla="*/ 0 h 1241431"/>
              <a:gd name="csX1" fmla="*/ 2916524 w 2916524"/>
              <a:gd name="csY1" fmla="*/ 0 h 1241431"/>
              <a:gd name="csX2" fmla="*/ 2916524 w 2916524"/>
              <a:gd name="csY2" fmla="*/ 1241431 h 1241431"/>
              <a:gd name="csX3" fmla="*/ 0 w 2916524"/>
              <a:gd name="csY3" fmla="*/ 1241431 h 1241431"/>
              <a:gd name="csX4" fmla="*/ 0 w 2916524"/>
              <a:gd name="csY4" fmla="*/ 0 h 1241431"/>
              <a:gd name="csX0" fmla="*/ 2916524 w 3007964"/>
              <a:gd name="csY0" fmla="*/ 0 h 1241431"/>
              <a:gd name="csX1" fmla="*/ 2916524 w 3007964"/>
              <a:gd name="csY1" fmla="*/ 1241431 h 1241431"/>
              <a:gd name="csX2" fmla="*/ 0 w 3007964"/>
              <a:gd name="csY2" fmla="*/ 1241431 h 1241431"/>
              <a:gd name="csX3" fmla="*/ 0 w 3007964"/>
              <a:gd name="csY3" fmla="*/ 0 h 1241431"/>
              <a:gd name="csX4" fmla="*/ 3007964 w 3007964"/>
              <a:gd name="csY4" fmla="*/ 91440 h 1241431"/>
              <a:gd name="csX0" fmla="*/ 2916524 w 2916524"/>
              <a:gd name="csY0" fmla="*/ 0 h 1241431"/>
              <a:gd name="csX1" fmla="*/ 2916524 w 2916524"/>
              <a:gd name="csY1" fmla="*/ 1241431 h 1241431"/>
              <a:gd name="csX2" fmla="*/ 0 w 2916524"/>
              <a:gd name="csY2" fmla="*/ 1241431 h 1241431"/>
              <a:gd name="csX3" fmla="*/ 0 w 2916524"/>
              <a:gd name="csY3" fmla="*/ 0 h 1241431"/>
              <a:gd name="csX0" fmla="*/ 2916524 w 2916524"/>
              <a:gd name="csY0" fmla="*/ 1241431 h 1241431"/>
              <a:gd name="csX1" fmla="*/ 0 w 2916524"/>
              <a:gd name="csY1" fmla="*/ 1241431 h 1241431"/>
              <a:gd name="csX2" fmla="*/ 0 w 2916524"/>
              <a:gd name="csY2" fmla="*/ 0 h 1241431"/>
              <a:gd name="csX0" fmla="*/ 0 w 0"/>
              <a:gd name="csY0" fmla="*/ 1241431 h 1241431"/>
              <a:gd name="csX1" fmla="*/ 0 w 0"/>
              <a:gd name="csY1" fmla="*/ 0 h 1241431"/>
            </a:gdLst>
            <a:ahLst/>
            <a:cxnLst>
              <a:cxn ang="0">
                <a:pos x="csX0" y="csY0"/>
              </a:cxn>
              <a:cxn ang="0">
                <a:pos x="csX1" y="csY1"/>
              </a:cxn>
            </a:cxnLst>
            <a:rect l="l" t="t" r="r" b="b"/>
            <a:pathLst>
              <a:path h="1241431">
                <a:moveTo>
                  <a:pt x="0" y="1241431"/>
                </a:moveTo>
                <a:lnTo>
                  <a:pt x="0" y="0"/>
                </a:lnTo>
              </a:path>
            </a:pathLst>
          </a:custGeom>
          <a:ln w="12700" cap="flat" cmpd="sng" algn="ctr">
            <a:solidFill>
              <a:srgbClr val="7030A0"/>
            </a:solidFill>
            <a:prstDash val="solid"/>
            <a:miter lim="800000"/>
          </a:ln>
        </p:spPr>
        <p:style>
          <a:lnRef idx="1">
            <a:schemeClr val="accent1"/>
          </a:lnRef>
          <a:fillRef idx="0">
            <a:schemeClr val="accent1"/>
          </a:fillRef>
          <a:effectRef idx="0">
            <a:schemeClr val="accent1"/>
          </a:effectRef>
          <a:fontRef idx="minor">
            <a:schemeClr val="tx1"/>
          </a:fontRef>
        </p:style>
        <p:txBody>
          <a:bodyPr lIns="91440" tIns="777240" rIns="91440" bIns="45720">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mn-cs"/>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tx1"/>
                </a:solidFill>
                <a:latin typeface="+mn-lt"/>
                <a:ea typeface="+mn-ea"/>
                <a:cs typeface="+mn-cs"/>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tx1"/>
                </a:solidFill>
                <a:latin typeface="+mn-lt"/>
                <a:ea typeface="+mn-ea"/>
                <a:cs typeface="+mn-cs"/>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tx1"/>
                </a:solidFill>
                <a:latin typeface="+mn-lt"/>
                <a:ea typeface="+mn-ea"/>
                <a:cs typeface="+mn-cs"/>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tx1"/>
                </a:solidFill>
                <a:latin typeface="+mn-lt"/>
                <a:ea typeface="+mn-ea"/>
                <a:cs typeface="+mn-cs"/>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tx1"/>
                </a:solidFill>
                <a:latin typeface="+mn-lt"/>
                <a:ea typeface="+mn-ea"/>
                <a:cs typeface="+mn-cs"/>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tx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tx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 </a:t>
            </a:r>
          </a:p>
        </p:txBody>
      </p:sp>
      <p:sp>
        <p:nvSpPr>
          <p:cNvPr id="45" name="Text Placeholder 27 - 1">
            <a:extLst>
              <a:ext uri="{FF2B5EF4-FFF2-40B4-BE49-F238E27FC236}">
                <a16:creationId xmlns:a16="http://schemas.microsoft.com/office/drawing/2014/main" id="{29B777EB-B535-A968-1754-4A74AC2A0A2F}"/>
              </a:ext>
            </a:extLst>
          </p:cNvPr>
          <p:cNvSpPr txBox="1">
            <a:spLocks noChangeAspect="1"/>
          </p:cNvSpPr>
          <p:nvPr/>
        </p:nvSpPr>
        <p:spPr>
          <a:xfrm>
            <a:off x="7231380" y="3029185"/>
            <a:ext cx="0" cy="1314183"/>
          </a:xfrm>
          <a:custGeom>
            <a:avLst/>
            <a:gdLst>
              <a:gd name="csX0" fmla="*/ 0 w 2916524"/>
              <a:gd name="csY0" fmla="*/ 0 h 1241431"/>
              <a:gd name="csX1" fmla="*/ 2916524 w 2916524"/>
              <a:gd name="csY1" fmla="*/ 0 h 1241431"/>
              <a:gd name="csX2" fmla="*/ 2916524 w 2916524"/>
              <a:gd name="csY2" fmla="*/ 1241431 h 1241431"/>
              <a:gd name="csX3" fmla="*/ 0 w 2916524"/>
              <a:gd name="csY3" fmla="*/ 1241431 h 1241431"/>
              <a:gd name="csX4" fmla="*/ 0 w 2916524"/>
              <a:gd name="csY4" fmla="*/ 0 h 1241431"/>
              <a:gd name="csX0" fmla="*/ 2916524 w 3007964"/>
              <a:gd name="csY0" fmla="*/ 0 h 1241431"/>
              <a:gd name="csX1" fmla="*/ 2916524 w 3007964"/>
              <a:gd name="csY1" fmla="*/ 1241431 h 1241431"/>
              <a:gd name="csX2" fmla="*/ 0 w 3007964"/>
              <a:gd name="csY2" fmla="*/ 1241431 h 1241431"/>
              <a:gd name="csX3" fmla="*/ 0 w 3007964"/>
              <a:gd name="csY3" fmla="*/ 0 h 1241431"/>
              <a:gd name="csX4" fmla="*/ 3007964 w 3007964"/>
              <a:gd name="csY4" fmla="*/ 91440 h 1241431"/>
              <a:gd name="csX0" fmla="*/ 2916524 w 2916524"/>
              <a:gd name="csY0" fmla="*/ 0 h 1241431"/>
              <a:gd name="csX1" fmla="*/ 2916524 w 2916524"/>
              <a:gd name="csY1" fmla="*/ 1241431 h 1241431"/>
              <a:gd name="csX2" fmla="*/ 0 w 2916524"/>
              <a:gd name="csY2" fmla="*/ 1241431 h 1241431"/>
              <a:gd name="csX3" fmla="*/ 0 w 2916524"/>
              <a:gd name="csY3" fmla="*/ 0 h 1241431"/>
              <a:gd name="csX0" fmla="*/ 2916524 w 2916524"/>
              <a:gd name="csY0" fmla="*/ 1241431 h 1241431"/>
              <a:gd name="csX1" fmla="*/ 0 w 2916524"/>
              <a:gd name="csY1" fmla="*/ 1241431 h 1241431"/>
              <a:gd name="csX2" fmla="*/ 0 w 2916524"/>
              <a:gd name="csY2" fmla="*/ 0 h 1241431"/>
              <a:gd name="csX0" fmla="*/ 0 w 0"/>
              <a:gd name="csY0" fmla="*/ 1241431 h 1241431"/>
              <a:gd name="csX1" fmla="*/ 0 w 0"/>
              <a:gd name="csY1" fmla="*/ 0 h 1241431"/>
            </a:gdLst>
            <a:ahLst/>
            <a:cxnLst>
              <a:cxn ang="0">
                <a:pos x="csX0" y="csY0"/>
              </a:cxn>
              <a:cxn ang="0">
                <a:pos x="csX1" y="csY1"/>
              </a:cxn>
            </a:cxnLst>
            <a:rect l="l" t="t" r="r" b="b"/>
            <a:pathLst>
              <a:path h="1241431">
                <a:moveTo>
                  <a:pt x="0" y="1241431"/>
                </a:moveTo>
                <a:lnTo>
                  <a:pt x="0" y="0"/>
                </a:lnTo>
              </a:path>
            </a:pathLst>
          </a:custGeom>
          <a:ln w="12700" cap="flat" cmpd="sng" algn="ctr">
            <a:solidFill>
              <a:srgbClr val="7030A0"/>
            </a:solidFill>
            <a:prstDash val="solid"/>
            <a:miter lim="800000"/>
          </a:ln>
        </p:spPr>
        <p:style>
          <a:lnRef idx="1">
            <a:schemeClr val="accent1"/>
          </a:lnRef>
          <a:fillRef idx="0">
            <a:schemeClr val="accent1"/>
          </a:fillRef>
          <a:effectRef idx="0">
            <a:schemeClr val="accent1"/>
          </a:effectRef>
          <a:fontRef idx="minor">
            <a:schemeClr val="tx1"/>
          </a:fontRef>
        </p:style>
        <p:txBody>
          <a:bodyPr lIns="91440" tIns="777240" rIns="91440" bIns="45720">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mn-cs"/>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tx1"/>
                </a:solidFill>
                <a:latin typeface="+mn-lt"/>
                <a:ea typeface="+mn-ea"/>
                <a:cs typeface="+mn-cs"/>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tx1"/>
                </a:solidFill>
                <a:latin typeface="+mn-lt"/>
                <a:ea typeface="+mn-ea"/>
                <a:cs typeface="+mn-cs"/>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tx1"/>
                </a:solidFill>
                <a:latin typeface="+mn-lt"/>
                <a:ea typeface="+mn-ea"/>
                <a:cs typeface="+mn-cs"/>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tx1"/>
                </a:solidFill>
                <a:latin typeface="+mn-lt"/>
                <a:ea typeface="+mn-ea"/>
                <a:cs typeface="+mn-cs"/>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tx1"/>
                </a:solidFill>
                <a:latin typeface="+mn-lt"/>
                <a:ea typeface="+mn-ea"/>
                <a:cs typeface="+mn-cs"/>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tx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tx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 </a:t>
            </a:r>
          </a:p>
        </p:txBody>
      </p:sp>
      <p:sp>
        <p:nvSpPr>
          <p:cNvPr id="46" name="Text Placeholder 27 - 1">
            <a:extLst>
              <a:ext uri="{FF2B5EF4-FFF2-40B4-BE49-F238E27FC236}">
                <a16:creationId xmlns:a16="http://schemas.microsoft.com/office/drawing/2014/main" id="{7C296FAB-B334-EB2A-BD7A-6D79B9AFCC54}"/>
              </a:ext>
            </a:extLst>
          </p:cNvPr>
          <p:cNvSpPr txBox="1">
            <a:spLocks noChangeAspect="1"/>
          </p:cNvSpPr>
          <p:nvPr/>
        </p:nvSpPr>
        <p:spPr>
          <a:xfrm>
            <a:off x="9502140" y="3029185"/>
            <a:ext cx="0" cy="1314183"/>
          </a:xfrm>
          <a:custGeom>
            <a:avLst/>
            <a:gdLst>
              <a:gd name="csX0" fmla="*/ 0 w 2916524"/>
              <a:gd name="csY0" fmla="*/ 0 h 1241431"/>
              <a:gd name="csX1" fmla="*/ 2916524 w 2916524"/>
              <a:gd name="csY1" fmla="*/ 0 h 1241431"/>
              <a:gd name="csX2" fmla="*/ 2916524 w 2916524"/>
              <a:gd name="csY2" fmla="*/ 1241431 h 1241431"/>
              <a:gd name="csX3" fmla="*/ 0 w 2916524"/>
              <a:gd name="csY3" fmla="*/ 1241431 h 1241431"/>
              <a:gd name="csX4" fmla="*/ 0 w 2916524"/>
              <a:gd name="csY4" fmla="*/ 0 h 1241431"/>
              <a:gd name="csX0" fmla="*/ 2916524 w 3007964"/>
              <a:gd name="csY0" fmla="*/ 0 h 1241431"/>
              <a:gd name="csX1" fmla="*/ 2916524 w 3007964"/>
              <a:gd name="csY1" fmla="*/ 1241431 h 1241431"/>
              <a:gd name="csX2" fmla="*/ 0 w 3007964"/>
              <a:gd name="csY2" fmla="*/ 1241431 h 1241431"/>
              <a:gd name="csX3" fmla="*/ 0 w 3007964"/>
              <a:gd name="csY3" fmla="*/ 0 h 1241431"/>
              <a:gd name="csX4" fmla="*/ 3007964 w 3007964"/>
              <a:gd name="csY4" fmla="*/ 91440 h 1241431"/>
              <a:gd name="csX0" fmla="*/ 2916524 w 2916524"/>
              <a:gd name="csY0" fmla="*/ 0 h 1241431"/>
              <a:gd name="csX1" fmla="*/ 2916524 w 2916524"/>
              <a:gd name="csY1" fmla="*/ 1241431 h 1241431"/>
              <a:gd name="csX2" fmla="*/ 0 w 2916524"/>
              <a:gd name="csY2" fmla="*/ 1241431 h 1241431"/>
              <a:gd name="csX3" fmla="*/ 0 w 2916524"/>
              <a:gd name="csY3" fmla="*/ 0 h 1241431"/>
              <a:gd name="csX0" fmla="*/ 2916524 w 2916524"/>
              <a:gd name="csY0" fmla="*/ 1241431 h 1241431"/>
              <a:gd name="csX1" fmla="*/ 0 w 2916524"/>
              <a:gd name="csY1" fmla="*/ 1241431 h 1241431"/>
              <a:gd name="csX2" fmla="*/ 0 w 2916524"/>
              <a:gd name="csY2" fmla="*/ 0 h 1241431"/>
              <a:gd name="csX0" fmla="*/ 0 w 0"/>
              <a:gd name="csY0" fmla="*/ 1241431 h 1241431"/>
              <a:gd name="csX1" fmla="*/ 0 w 0"/>
              <a:gd name="csY1" fmla="*/ 0 h 1241431"/>
            </a:gdLst>
            <a:ahLst/>
            <a:cxnLst>
              <a:cxn ang="0">
                <a:pos x="csX0" y="csY0"/>
              </a:cxn>
              <a:cxn ang="0">
                <a:pos x="csX1" y="csY1"/>
              </a:cxn>
            </a:cxnLst>
            <a:rect l="l" t="t" r="r" b="b"/>
            <a:pathLst>
              <a:path h="1241431">
                <a:moveTo>
                  <a:pt x="0" y="1241431"/>
                </a:moveTo>
                <a:lnTo>
                  <a:pt x="0" y="0"/>
                </a:lnTo>
              </a:path>
            </a:pathLst>
          </a:custGeom>
          <a:ln w="12700" cap="flat" cmpd="sng" algn="ctr">
            <a:solidFill>
              <a:srgbClr val="7030A0"/>
            </a:solidFill>
            <a:prstDash val="solid"/>
            <a:miter lim="800000"/>
          </a:ln>
        </p:spPr>
        <p:style>
          <a:lnRef idx="1">
            <a:schemeClr val="accent1"/>
          </a:lnRef>
          <a:fillRef idx="0">
            <a:schemeClr val="accent1"/>
          </a:fillRef>
          <a:effectRef idx="0">
            <a:schemeClr val="accent1"/>
          </a:effectRef>
          <a:fontRef idx="minor">
            <a:schemeClr val="tx1"/>
          </a:fontRef>
        </p:style>
        <p:txBody>
          <a:bodyPr lIns="91440" tIns="777240" rIns="91440" bIns="45720">
            <a:noAutofit/>
          </a:bodyPr>
          <a:lstStyle>
            <a:lvl1pPr marL="0" indent="0" algn="ctr" defTabSz="457109" rtl="0" eaLnBrk="1" latinLnBrk="0" hangingPunct="1">
              <a:lnSpc>
                <a:spcPct val="100000"/>
              </a:lnSpc>
              <a:spcBef>
                <a:spcPts val="336"/>
              </a:spcBef>
              <a:buFont typeface="Arial" panose="020B0604020202020204" pitchFamily="34" charset="0"/>
              <a:buNone/>
              <a:defRPr sz="1400" b="0" i="0" kern="0" spc="0" baseline="0">
                <a:solidFill>
                  <a:schemeClr val="bg1"/>
                </a:solidFill>
                <a:latin typeface="+mn-lt"/>
                <a:ea typeface="+mn-ea"/>
                <a:cs typeface="+mn-cs"/>
              </a:defRPr>
            </a:lvl1pPr>
            <a:lvl2pPr marL="228554" indent="0" algn="l" defTabSz="457109" rtl="0" eaLnBrk="1" latinLnBrk="0" hangingPunct="1">
              <a:lnSpc>
                <a:spcPct val="100000"/>
              </a:lnSpc>
              <a:spcBef>
                <a:spcPts val="336"/>
              </a:spcBef>
              <a:buFont typeface="Arial" panose="020B0604020202020204" pitchFamily="34" charset="0"/>
              <a:buNone/>
              <a:defRPr sz="2400" b="0" i="0" kern="0" spc="-50" baseline="0">
                <a:solidFill>
                  <a:schemeClr val="tx1"/>
                </a:solidFill>
                <a:latin typeface="+mn-lt"/>
                <a:ea typeface="+mn-ea"/>
                <a:cs typeface="+mn-cs"/>
              </a:defRPr>
            </a:lvl2pPr>
            <a:lvl3pPr marL="457109" indent="0" algn="l" defTabSz="457109" rtl="0" eaLnBrk="1" latinLnBrk="0" hangingPunct="1">
              <a:lnSpc>
                <a:spcPct val="100000"/>
              </a:lnSpc>
              <a:spcBef>
                <a:spcPts val="336"/>
              </a:spcBef>
              <a:buFont typeface="Arial" panose="020B0604020202020204" pitchFamily="34" charset="0"/>
              <a:buNone/>
              <a:defRPr sz="1800" b="0" i="0" kern="0" spc="0" baseline="0">
                <a:solidFill>
                  <a:schemeClr val="tx1"/>
                </a:solidFill>
                <a:latin typeface="+mn-lt"/>
                <a:ea typeface="+mn-ea"/>
                <a:cs typeface="+mn-cs"/>
              </a:defRPr>
            </a:lvl3pPr>
            <a:lvl4pPr marL="685663" indent="0" algn="l" defTabSz="457109" rtl="0" eaLnBrk="1" latinLnBrk="0" hangingPunct="1">
              <a:lnSpc>
                <a:spcPct val="100000"/>
              </a:lnSpc>
              <a:spcBef>
                <a:spcPts val="336"/>
              </a:spcBef>
              <a:buFont typeface="Arial" panose="020B0604020202020204" pitchFamily="34" charset="0"/>
              <a:buNone/>
              <a:defRPr sz="1200" b="0" i="0" kern="0" spc="0" baseline="0">
                <a:solidFill>
                  <a:schemeClr val="tx1"/>
                </a:solidFill>
                <a:latin typeface="+mn-lt"/>
                <a:ea typeface="+mn-ea"/>
                <a:cs typeface="+mn-cs"/>
              </a:defRPr>
            </a:lvl4pPr>
            <a:lvl5pPr marL="914217" indent="0" algn="l" defTabSz="457109" rtl="0" eaLnBrk="1" latinLnBrk="0" hangingPunct="1">
              <a:lnSpc>
                <a:spcPct val="100000"/>
              </a:lnSpc>
              <a:spcBef>
                <a:spcPts val="336"/>
              </a:spcBef>
              <a:buFont typeface="Arial" panose="020B0604020202020204" pitchFamily="34" charset="0"/>
              <a:buNone/>
              <a:defRPr sz="1100" b="0" i="0" kern="0" spc="0" baseline="0">
                <a:solidFill>
                  <a:schemeClr val="tx1"/>
                </a:solidFill>
                <a:latin typeface="+mn-lt"/>
                <a:ea typeface="+mn-ea"/>
                <a:cs typeface="+mn-cs"/>
              </a:defRPr>
            </a:lvl5pPr>
            <a:lvl6pPr marL="1142771" indent="0" algn="l" defTabSz="457109" rtl="0" eaLnBrk="1" latinLnBrk="0" hangingPunct="1">
              <a:spcBef>
                <a:spcPct val="20000"/>
              </a:spcBef>
              <a:buFont typeface="Arial" panose="020B0604020202020204" pitchFamily="34" charset="0"/>
              <a:buNone/>
              <a:defRPr sz="1000" b="0" i="0" kern="0" spc="0" baseline="0">
                <a:solidFill>
                  <a:schemeClr val="tx1"/>
                </a:solidFill>
                <a:latin typeface="+mn-lt"/>
                <a:ea typeface="+mn-ea"/>
                <a:cs typeface="+mn-cs"/>
              </a:defRPr>
            </a:lvl6pPr>
            <a:lvl7pPr marL="1371326" indent="0" algn="l" defTabSz="457109" rtl="0" eaLnBrk="1" latinLnBrk="0" hangingPunct="1">
              <a:spcBef>
                <a:spcPct val="20000"/>
              </a:spcBef>
              <a:buFont typeface="Arial" panose="020B0604020202020204" pitchFamily="34" charset="0"/>
              <a:buNone/>
              <a:defRPr sz="1100" kern="0" spc="-50" baseline="0">
                <a:solidFill>
                  <a:schemeClr val="tx1"/>
                </a:solidFill>
                <a:latin typeface="+mn-lt"/>
                <a:ea typeface="+mn-ea"/>
                <a:cs typeface="+mn-cs"/>
              </a:defRPr>
            </a:lvl7pPr>
            <a:lvl8pPr marL="1599880" indent="0" algn="l" defTabSz="457109" rtl="0" eaLnBrk="1" latinLnBrk="0" hangingPunct="1">
              <a:spcBef>
                <a:spcPct val="20000"/>
              </a:spcBef>
              <a:buFont typeface="Arial" pitchFamily="34" charset="0"/>
              <a:buNone/>
              <a:defRPr sz="1000" kern="1200">
                <a:solidFill>
                  <a:schemeClr val="tx1"/>
                </a:solidFill>
                <a:latin typeface="+mn-lt"/>
                <a:ea typeface="+mn-ea"/>
                <a:cs typeface="+mn-cs"/>
              </a:defRPr>
            </a:lvl8pPr>
            <a:lvl9pPr marL="1942711" indent="-114277" algn="l" defTabSz="457109"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 </a:t>
            </a:r>
          </a:p>
        </p:txBody>
      </p:sp>
    </p:spTree>
    <p:custDataLst>
      <p:tags r:id="rId1"/>
    </p:custDataLst>
    <p:extLst>
      <p:ext uri="{BB962C8B-B14F-4D97-AF65-F5344CB8AC3E}">
        <p14:creationId xmlns:p14="http://schemas.microsoft.com/office/powerpoint/2010/main" val="858897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42AF1D0-51D3-4A4F-6B31-AE1F485699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CC3D0D3-8013-82AC-1200-5CFEDDDE5122}"/>
              </a:ext>
            </a:extLst>
          </p:cNvPr>
          <p:cNvSpPr>
            <a:spLocks noGrp="1"/>
          </p:cNvSpPr>
          <p:nvPr>
            <p:ph type="title"/>
          </p:nvPr>
        </p:nvSpPr>
        <p:spPr/>
        <p:txBody>
          <a:bodyPr lIns="91440" tIns="0" rIns="0" bIns="0" anchor="t"/>
          <a:lstStyle/>
          <a:p>
            <a:pPr>
              <a:spcAft>
                <a:spcPts val="700"/>
              </a:spcAft>
            </a:pPr>
            <a:r>
              <a:rPr lang="en-US" sz="3000" dirty="0">
                <a:solidFill>
                  <a:srgbClr val="000000"/>
                </a:solidFill>
                <a:latin typeface="Fira Sans Light" panose="020B0403050000020004" pitchFamily="34" charset="0"/>
              </a:rPr>
              <a:t>Microsoft Foundry supports custom agents with models and tools</a:t>
            </a:r>
            <a:endParaRPr lang="en-CA" sz="3000" dirty="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8F0B8F21-ABC1-3863-C90B-85FF8B9D49E2}"/>
              </a:ext>
            </a:extLst>
          </p:cNvPr>
          <p:cNvSpPr>
            <a:spLocks noGrp="1"/>
          </p:cNvSpPr>
          <p:nvPr>
            <p:ph type="sldNum" sz="quarter" idx="13"/>
          </p:nvPr>
        </p:nvSpPr>
        <p:spPr/>
        <p:txBody>
          <a:bodyPr/>
          <a:lstStyle/>
          <a:p>
            <a:fld id="{C3C3236D-FB65-584A-8227-5A449D06E62A}" type="slidenum">
              <a:rPr lang="en-US" smtClean="0"/>
              <a:pPr/>
              <a:t>27</a:t>
            </a:fld>
            <a:endParaRPr lang="en-US"/>
          </a:p>
        </p:txBody>
      </p:sp>
      <p:sp>
        <p:nvSpPr>
          <p:cNvPr id="6" name="Footer Placeholder 5">
            <a:extLst>
              <a:ext uri="{FF2B5EF4-FFF2-40B4-BE49-F238E27FC236}">
                <a16:creationId xmlns:a16="http://schemas.microsoft.com/office/drawing/2014/main" id="{05E15387-CC3B-8F64-C50C-FAFF471A3BE1}"/>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2236C924-96C1-FC98-C634-6CE9D0E4E954}"/>
              </a:ext>
            </a:extLst>
          </p:cNvPr>
          <p:cNvSpPr/>
          <p:nvPr/>
        </p:nvSpPr>
        <p:spPr>
          <a:xfrm>
            <a:off x="273406" y="1543507"/>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A3FC55E4-6159-AC61-DBA4-0CE9C0185439}"/>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a:t>
            </a:r>
          </a:p>
        </p:txBody>
      </p:sp>
      <p:sp>
        <p:nvSpPr>
          <p:cNvPr id="9" name="Card body">
            <a:extLst>
              <a:ext uri="{FF2B5EF4-FFF2-40B4-BE49-F238E27FC236}">
                <a16:creationId xmlns:a16="http://schemas.microsoft.com/office/drawing/2014/main" id="{B0A9F4F9-BF8F-7C6C-49BD-85A5176C2311}"/>
              </a:ext>
            </a:extLst>
          </p:cNvPr>
          <p:cNvSpPr txBox="1"/>
          <p:nvPr/>
        </p:nvSpPr>
        <p:spPr>
          <a:xfrm>
            <a:off x="419710" y="2278075"/>
            <a:ext cx="5331866"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Define the agent and connect the required tools.</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501264C9-54F5-5BB3-6CBF-17C37F9A7776}"/>
              </a:ext>
            </a:extLst>
          </p:cNvPr>
          <p:cNvSpPr/>
          <p:nvPr/>
        </p:nvSpPr>
        <p:spPr>
          <a:xfrm>
            <a:off x="273406" y="3794760"/>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811236C0-68C1-866A-284C-42C039385F61}"/>
              </a:ext>
            </a:extLst>
          </p:cNvPr>
          <p:cNvSpPr txBox="1"/>
          <p:nvPr/>
        </p:nvSpPr>
        <p:spPr>
          <a:xfrm>
            <a:off x="419710" y="394106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Operate</a:t>
            </a:r>
          </a:p>
        </p:txBody>
      </p:sp>
      <p:sp>
        <p:nvSpPr>
          <p:cNvPr id="12" name="Card body">
            <a:extLst>
              <a:ext uri="{FF2B5EF4-FFF2-40B4-BE49-F238E27FC236}">
                <a16:creationId xmlns:a16="http://schemas.microsoft.com/office/drawing/2014/main" id="{D3CC2EA7-1819-AB55-C212-BBB87A4D184A}"/>
              </a:ext>
            </a:extLst>
          </p:cNvPr>
          <p:cNvSpPr txBox="1"/>
          <p:nvPr/>
        </p:nvSpPr>
        <p:spPr>
          <a:xfrm>
            <a:off x="419710" y="4529328"/>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Monitor the custom solution.</a:t>
            </a:r>
          </a:p>
        </p:txBody>
      </p:sp>
      <p:sp>
        <p:nvSpPr>
          <p:cNvPr id="13" name="Rectangle 12">
            <a:extLst>
              <a:ext uri="{FF2B5EF4-FFF2-40B4-BE49-F238E27FC236}">
                <a16:creationId xmlns:a16="http://schemas.microsoft.com/office/drawing/2014/main" id="{A4A7F15B-7FE5-0E75-E07E-5CB8BF94FDD7}"/>
              </a:ext>
            </a:extLst>
          </p:cNvPr>
          <p:cNvSpPr/>
          <p:nvPr/>
        </p:nvSpPr>
        <p:spPr>
          <a:xfrm>
            <a:off x="6292901" y="1543507"/>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A28BC8FD-6539-1DD7-113E-CB61C999A01D}"/>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Evaluate</a:t>
            </a:r>
          </a:p>
        </p:txBody>
      </p:sp>
      <p:sp>
        <p:nvSpPr>
          <p:cNvPr id="15" name="Card body">
            <a:extLst>
              <a:ext uri="{FF2B5EF4-FFF2-40B4-BE49-F238E27FC236}">
                <a16:creationId xmlns:a16="http://schemas.microsoft.com/office/drawing/2014/main" id="{C769365C-CC4C-45D9-1261-1E3DE33A8CE4}"/>
              </a:ext>
            </a:extLst>
          </p:cNvPr>
          <p:cNvSpPr txBox="1"/>
          <p:nvPr/>
        </p:nvSpPr>
        <p:spPr>
          <a:xfrm>
            <a:off x="6439205" y="2278075"/>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Check the behavior before wider use.</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5B447EE5-D7AC-2584-2DEB-D423F0DFCDA1}"/>
              </a:ext>
            </a:extLst>
          </p:cNvPr>
          <p:cNvSpPr/>
          <p:nvPr/>
        </p:nvSpPr>
        <p:spPr>
          <a:xfrm>
            <a:off x="6292901" y="3794760"/>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6E9531C7-8C78-8F84-0855-2CCE6BA0F9FA}"/>
              </a:ext>
            </a:extLst>
          </p:cNvPr>
          <p:cNvSpPr txBox="1"/>
          <p:nvPr/>
        </p:nvSpPr>
        <p:spPr>
          <a:xfrm>
            <a:off x="6439205" y="394106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Example</a:t>
            </a:r>
          </a:p>
        </p:txBody>
      </p:sp>
      <p:sp>
        <p:nvSpPr>
          <p:cNvPr id="18" name="Card body">
            <a:extLst>
              <a:ext uri="{FF2B5EF4-FFF2-40B4-BE49-F238E27FC236}">
                <a16:creationId xmlns:a16="http://schemas.microsoft.com/office/drawing/2014/main" id="{D8FB7F51-7F78-F0AC-C304-BB49143915D8}"/>
              </a:ext>
            </a:extLst>
          </p:cNvPr>
          <p:cNvSpPr txBox="1"/>
          <p:nvPr/>
        </p:nvSpPr>
        <p:spPr>
          <a:xfrm>
            <a:off x="6439205" y="4529328"/>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A custom agent could interpret results from an approved API tool.</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099660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FD85A-1550-A873-7452-00AF1F1C75E8}"/>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9F7DC30-9D33-2187-3807-5C38579A7DC7}"/>
              </a:ext>
            </a:extLst>
          </p:cNvPr>
          <p:cNvSpPr>
            <a:spLocks noGrp="1"/>
          </p:cNvSpPr>
          <p:nvPr>
            <p:ph type="sldNum" sz="quarter" idx="13"/>
          </p:nvPr>
        </p:nvSpPr>
        <p:spPr/>
        <p:txBody>
          <a:bodyPr/>
          <a:lstStyle/>
          <a:p>
            <a:fld id="{C3C3236D-FB65-584A-8227-5A449D06E62A}" type="slidenum">
              <a:rPr lang="en-US" smtClean="0"/>
              <a:pPr/>
              <a:t>28</a:t>
            </a:fld>
            <a:endParaRPr lang="en-US"/>
          </a:p>
        </p:txBody>
      </p:sp>
      <p:sp>
        <p:nvSpPr>
          <p:cNvPr id="6" name="Footer Placeholder 5">
            <a:extLst>
              <a:ext uri="{FF2B5EF4-FFF2-40B4-BE49-F238E27FC236}">
                <a16:creationId xmlns:a16="http://schemas.microsoft.com/office/drawing/2014/main" id="{9512D6FC-4BBD-0735-A40B-558F3A2A90AB}"/>
              </a:ext>
            </a:extLst>
          </p:cNvPr>
          <p:cNvSpPr>
            <a:spLocks noGrp="1"/>
          </p:cNvSpPr>
          <p:nvPr>
            <p:ph type="ftr" sz="quarter" idx="18"/>
          </p:nvPr>
        </p:nvSpPr>
        <p:spPr/>
        <p:txBody>
          <a:bodyPr/>
          <a:lstStyle/>
          <a:p>
            <a:r>
              <a:rPr lang="en-US"/>
              <a:t>#CCHConnections</a:t>
            </a:r>
            <a:endParaRPr lang="en-US" dirty="0"/>
          </a:p>
        </p:txBody>
      </p:sp>
      <p:sp>
        <p:nvSpPr>
          <p:cNvPr id="20" name="Title 1">
            <a:extLst>
              <a:ext uri="{FF2B5EF4-FFF2-40B4-BE49-F238E27FC236}">
                <a16:creationId xmlns:a16="http://schemas.microsoft.com/office/drawing/2014/main" id="{BA0F3DCB-7F94-83B2-7534-805F934CC04D}"/>
              </a:ext>
            </a:extLst>
          </p:cNvPr>
          <p:cNvSpPr>
            <a:spLocks noGrp="1"/>
          </p:cNvSpPr>
          <p:nvPr>
            <p:ph type="title"/>
          </p:nvPr>
        </p:nvSpPr>
        <p:spPr>
          <a:xfrm>
            <a:off x="457200" y="365760"/>
            <a:ext cx="11247120" cy="822960"/>
          </a:xfrm>
        </p:spPr>
        <p:txBody>
          <a:bodyPr>
            <a:normAutofit/>
          </a:bodyPr>
          <a:lstStyle/>
          <a:p>
            <a:r>
              <a:rPr lang="en-US" sz="3400"/>
              <a:t>Foundry agents call the API as an OpenAPI tool</a:t>
            </a:r>
            <a:endParaRPr lang="en-CA" sz="3400"/>
          </a:p>
        </p:txBody>
      </p:sp>
      <p:sp>
        <p:nvSpPr>
          <p:cNvPr id="21" name="Where it works - heading">
            <a:extLst>
              <a:ext uri="{FF2B5EF4-FFF2-40B4-BE49-F238E27FC236}">
                <a16:creationId xmlns:a16="http://schemas.microsoft.com/office/drawing/2014/main" id="{EB7109D1-2EF5-DCE8-1A1B-E8978C3D3D53}"/>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22" name="Where it works - points">
            <a:extLst>
              <a:ext uri="{FF2B5EF4-FFF2-40B4-BE49-F238E27FC236}">
                <a16:creationId xmlns:a16="http://schemas.microsoft.com/office/drawing/2014/main" id="{BFD4E400-8ACA-B121-5A07-948E7BC359AA}"/>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Custom agents with your choice of model and tools.</a:t>
            </a:r>
          </a:p>
          <a:p>
            <a:pPr marL="342900" indent="-342900">
              <a:spcAft>
                <a:spcPts val="1000"/>
              </a:spcAft>
              <a:buFont typeface="+mj-lt"/>
              <a:buChar char="•"/>
            </a:pPr>
            <a:r>
              <a:rPr lang="en-US" sz="1600">
                <a:solidFill>
                  <a:srgbClr val="000000"/>
                </a:solidFill>
              </a:rPr>
              <a:t>Tracing, monitoring and evaluations built in.</a:t>
            </a:r>
            <a:endParaRPr lang="en-CA" sz="1600">
              <a:solidFill>
                <a:srgbClr val="000000"/>
              </a:solidFill>
            </a:endParaRPr>
          </a:p>
        </p:txBody>
      </p:sp>
      <p:sp>
        <p:nvSpPr>
          <p:cNvPr id="23" name="With the CCH Axcess API - heading">
            <a:extLst>
              <a:ext uri="{FF2B5EF4-FFF2-40B4-BE49-F238E27FC236}">
                <a16:creationId xmlns:a16="http://schemas.microsoft.com/office/drawing/2014/main" id="{8E54E1B2-45AF-F3F4-A927-3609E3B0420E}"/>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24" name="With the CCH Axcess API - points">
            <a:extLst>
              <a:ext uri="{FF2B5EF4-FFF2-40B4-BE49-F238E27FC236}">
                <a16:creationId xmlns:a16="http://schemas.microsoft.com/office/drawing/2014/main" id="{701F4701-E3FD-8ADB-36FF-C5FA8EAB30C6}"/>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Uses </a:t>
            </a:r>
            <a:r>
              <a:rPr lang="en-US" sz="1600" dirty="0" err="1">
                <a:solidFill>
                  <a:srgbClr val="000000"/>
                </a:solidFill>
              </a:rPr>
              <a:t>OpenAPI</a:t>
            </a:r>
            <a:r>
              <a:rPr lang="en-US" sz="1600" dirty="0">
                <a:solidFill>
                  <a:srgbClr val="000000"/>
                </a:solidFill>
              </a:rPr>
              <a:t> 3.0 definitions directly, and the CCH Axcess files are 3.0.</a:t>
            </a:r>
          </a:p>
        </p:txBody>
      </p:sp>
      <p:sp>
        <p:nvSpPr>
          <p:cNvPr id="25" name="Example - heading">
            <a:extLst>
              <a:ext uri="{FF2B5EF4-FFF2-40B4-BE49-F238E27FC236}">
                <a16:creationId xmlns:a16="http://schemas.microsoft.com/office/drawing/2014/main" id="{A4A86A35-20BB-DF31-A2E6-B924B41CB67B}"/>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6" name="Example - points">
            <a:extLst>
              <a:ext uri="{FF2B5EF4-FFF2-40B4-BE49-F238E27FC236}">
                <a16:creationId xmlns:a16="http://schemas.microsoft.com/office/drawing/2014/main" id="{6D9E5020-9C3E-398E-652A-6A16F0336449}"/>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An agent reviews open returns for a client list and drafts a partner summary.</a:t>
            </a:r>
          </a:p>
          <a:p>
            <a:pPr marL="342900" indent="-342900">
              <a:spcAft>
                <a:spcPts val="1000"/>
              </a:spcAft>
              <a:buFont typeface="+mj-lt"/>
              <a:buChar char="•"/>
            </a:pPr>
            <a:r>
              <a:rPr lang="en-US" sz="1600" dirty="0">
                <a:solidFill>
                  <a:srgbClr val="000000"/>
                </a:solidFill>
              </a:rPr>
              <a:t>Evaluations check its answers before wider use.</a:t>
            </a:r>
            <a:endParaRPr lang="en-CA" sz="1600" dirty="0">
              <a:solidFill>
                <a:srgbClr val="000000"/>
              </a:solidFill>
            </a:endParaRPr>
          </a:p>
        </p:txBody>
      </p:sp>
      <p:pic>
        <p:nvPicPr>
          <p:cNvPr id="3" name="Picture 2">
            <a:extLst>
              <a:ext uri="{FF2B5EF4-FFF2-40B4-BE49-F238E27FC236}">
                <a16:creationId xmlns:a16="http://schemas.microsoft.com/office/drawing/2014/main" id="{C2DCB4AB-45BC-0C17-09E9-38D2C9C0C5CA}"/>
              </a:ext>
            </a:extLst>
          </p:cNvPr>
          <p:cNvPicPr>
            <a:picLocks noChangeAspect="1"/>
          </p:cNvPicPr>
          <p:nvPr/>
        </p:nvPicPr>
        <p:blipFill>
          <a:blip r:embed="rId4"/>
          <a:stretch>
            <a:fillRect/>
          </a:stretch>
        </p:blipFill>
        <p:spPr>
          <a:xfrm>
            <a:off x="1088835" y="3291840"/>
            <a:ext cx="7079807" cy="3566160"/>
          </a:xfrm>
          <a:prstGeom prst="rect">
            <a:avLst/>
          </a:prstGeom>
        </p:spPr>
      </p:pic>
    </p:spTree>
    <p:custDataLst>
      <p:tags r:id="rId1"/>
    </p:custDataLst>
    <p:extLst>
      <p:ext uri="{BB962C8B-B14F-4D97-AF65-F5344CB8AC3E}">
        <p14:creationId xmlns:p14="http://schemas.microsoft.com/office/powerpoint/2010/main" val="1923728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E1694F6-F423-CDE6-68E9-A1E9C6C7A319}"/>
              </a:ext>
            </a:extLst>
          </p:cNvPr>
          <p:cNvSpPr>
            <a:spLocks noGrp="1"/>
          </p:cNvSpPr>
          <p:nvPr>
            <p:ph type="sldNum" sz="quarter" idx="13"/>
          </p:nvPr>
        </p:nvSpPr>
        <p:spPr/>
        <p:txBody>
          <a:bodyPr/>
          <a:lstStyle/>
          <a:p>
            <a:fld id="{C3C3236D-FB65-584A-8227-5A449D06E62A}" type="slidenum">
              <a:rPr lang="en-US" smtClean="0"/>
              <a:pPr/>
              <a:t>29</a:t>
            </a:fld>
            <a:endParaRPr lang="en-US"/>
          </a:p>
        </p:txBody>
      </p:sp>
      <p:sp>
        <p:nvSpPr>
          <p:cNvPr id="7" name="Footer Placeholder 6">
            <a:extLst>
              <a:ext uri="{FF2B5EF4-FFF2-40B4-BE49-F238E27FC236}">
                <a16:creationId xmlns:a16="http://schemas.microsoft.com/office/drawing/2014/main" id="{B3517B9B-8B98-19F8-9EC2-221FD495A8BF}"/>
              </a:ext>
            </a:extLst>
          </p:cNvPr>
          <p:cNvSpPr>
            <a:spLocks noGrp="1"/>
          </p:cNvSpPr>
          <p:nvPr>
            <p:ph type="ftr" sz="quarter" idx="18"/>
          </p:nvPr>
        </p:nvSpPr>
        <p:spPr/>
        <p:txBody>
          <a:bodyPr/>
          <a:lstStyle/>
          <a:p>
            <a:r>
              <a:rPr lang="en-US"/>
              <a:t>#CCHConnections</a:t>
            </a:r>
            <a:endParaRPr lang="en-US" dirty="0"/>
          </a:p>
        </p:txBody>
      </p:sp>
      <p:pic>
        <p:nvPicPr>
          <p:cNvPr id="3" name="Picture 2">
            <a:extLst>
              <a:ext uri="{FF2B5EF4-FFF2-40B4-BE49-F238E27FC236}">
                <a16:creationId xmlns:a16="http://schemas.microsoft.com/office/drawing/2014/main" id="{073AB3AB-F720-AE5E-8990-D8EA2623FCD8}"/>
              </a:ext>
            </a:extLst>
          </p:cNvPr>
          <p:cNvPicPr>
            <a:picLocks noChangeAspect="1"/>
          </p:cNvPicPr>
          <p:nvPr/>
        </p:nvPicPr>
        <p:blipFill>
          <a:blip r:embed="rId4"/>
          <a:stretch>
            <a:fillRect/>
          </a:stretch>
        </p:blipFill>
        <p:spPr>
          <a:xfrm>
            <a:off x="511861" y="460828"/>
            <a:ext cx="10847309" cy="5758543"/>
          </a:xfrm>
          <a:prstGeom prst="rect">
            <a:avLst/>
          </a:prstGeom>
        </p:spPr>
      </p:pic>
    </p:spTree>
    <p:custDataLst>
      <p:tags r:id="rId1"/>
    </p:custDataLst>
    <p:extLst>
      <p:ext uri="{BB962C8B-B14F-4D97-AF65-F5344CB8AC3E}">
        <p14:creationId xmlns:p14="http://schemas.microsoft.com/office/powerpoint/2010/main" val="40921769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B7981-974F-5D54-3912-AD4032FBA05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29C52B7-EA9D-302C-E41B-1B27915565A0}"/>
              </a:ext>
            </a:extLst>
          </p:cNvPr>
          <p:cNvSpPr>
            <a:spLocks noGrp="1"/>
          </p:cNvSpPr>
          <p:nvPr>
            <p:ph type="sldNum" sz="quarter" idx="13"/>
          </p:nvPr>
        </p:nvSpPr>
        <p:spPr/>
        <p:txBody>
          <a:bodyPr/>
          <a:lstStyle/>
          <a:p>
            <a:fld id="{C3C3236D-FB65-584A-8227-5A449D06E62A}" type="slidenum">
              <a:rPr lang="en-US" smtClean="0"/>
              <a:pPr/>
              <a:t>30</a:t>
            </a:fld>
            <a:endParaRPr lang="en-US"/>
          </a:p>
        </p:txBody>
      </p:sp>
      <p:sp>
        <p:nvSpPr>
          <p:cNvPr id="6" name="Footer Placeholder 5">
            <a:extLst>
              <a:ext uri="{FF2B5EF4-FFF2-40B4-BE49-F238E27FC236}">
                <a16:creationId xmlns:a16="http://schemas.microsoft.com/office/drawing/2014/main" id="{6630FBC2-44B9-4221-B421-7BE0526493D7}"/>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FE666D58-2378-ED76-AFD9-BC5CCF9943DF}"/>
              </a:ext>
            </a:extLst>
          </p:cNvPr>
          <p:cNvSpPr>
            <a:spLocks noGrp="1"/>
          </p:cNvSpPr>
          <p:nvPr>
            <p:ph type="title"/>
          </p:nvPr>
        </p:nvSpPr>
        <p:spPr>
          <a:xfrm>
            <a:off x="457200" y="365760"/>
            <a:ext cx="11247120" cy="822960"/>
          </a:xfrm>
        </p:spPr>
        <p:txBody>
          <a:bodyPr>
            <a:normAutofit fontScale="90000"/>
          </a:bodyPr>
          <a:lstStyle/>
          <a:p>
            <a:r>
              <a:rPr lang="en-US" sz="3400" dirty="0"/>
              <a:t>Microsoft AI platforms &amp; sample CCH Axcess API use cases</a:t>
            </a:r>
            <a:endParaRPr lang="en-CA" sz="3400" dirty="0"/>
          </a:p>
        </p:txBody>
      </p:sp>
      <p:graphicFrame>
        <p:nvGraphicFramePr>
          <p:cNvPr id="7" name="Table 6">
            <a:extLst>
              <a:ext uri="{FF2B5EF4-FFF2-40B4-BE49-F238E27FC236}">
                <a16:creationId xmlns:a16="http://schemas.microsoft.com/office/drawing/2014/main" id="{7FC05B62-4949-3236-739F-273B1E0CF2CE}"/>
              </a:ext>
            </a:extLst>
          </p:cNvPr>
          <p:cNvGraphicFramePr>
            <a:graphicFrameLocks noGrp="1"/>
          </p:cNvGraphicFramePr>
          <p:nvPr/>
        </p:nvGraphicFramePr>
        <p:xfrm>
          <a:off x="457200" y="1463040"/>
          <a:ext cx="11247120" cy="4206240"/>
        </p:xfrm>
        <a:graphic>
          <a:graphicData uri="http://schemas.openxmlformats.org/drawingml/2006/table">
            <a:tbl>
              <a:tblPr firstRow="1" bandRow="1">
                <a:tableStyleId>{5940675A-B579-460E-94D1-54222C63F5DA}</a:tableStyleId>
              </a:tblPr>
              <a:tblGrid>
                <a:gridCol w="2514600">
                  <a:extLst>
                    <a:ext uri="{9D8B030D-6E8A-4147-A177-3AD203B41FA5}">
                      <a16:colId xmlns:a16="http://schemas.microsoft.com/office/drawing/2014/main" val="3324338690"/>
                    </a:ext>
                  </a:extLst>
                </a:gridCol>
                <a:gridCol w="1828800">
                  <a:extLst>
                    <a:ext uri="{9D8B030D-6E8A-4147-A177-3AD203B41FA5}">
                      <a16:colId xmlns:a16="http://schemas.microsoft.com/office/drawing/2014/main" val="4007098087"/>
                    </a:ext>
                  </a:extLst>
                </a:gridCol>
                <a:gridCol w="3474720">
                  <a:extLst>
                    <a:ext uri="{9D8B030D-6E8A-4147-A177-3AD203B41FA5}">
                      <a16:colId xmlns:a16="http://schemas.microsoft.com/office/drawing/2014/main" val="1351373501"/>
                    </a:ext>
                  </a:extLst>
                </a:gridCol>
                <a:gridCol w="3429000">
                  <a:extLst>
                    <a:ext uri="{9D8B030D-6E8A-4147-A177-3AD203B41FA5}">
                      <a16:colId xmlns:a16="http://schemas.microsoft.com/office/drawing/2014/main" val="1234589427"/>
                    </a:ext>
                  </a:extLst>
                </a:gridCol>
              </a:tblGrid>
              <a:tr h="841248">
                <a:tc>
                  <a:txBody>
                    <a:bodyPr/>
                    <a:lstStyle/>
                    <a:p>
                      <a:r>
                        <a:rPr lang="en-CA" sz="1400" b="1">
                          <a:solidFill>
                            <a:srgbClr val="000000"/>
                          </a:solidFill>
                        </a:rPr>
                        <a:t>Platform</a:t>
                      </a:r>
                    </a:p>
                  </a:txBody>
                  <a:tcPr/>
                </a:tc>
                <a:tc>
                  <a:txBody>
                    <a:bodyPr/>
                    <a:lstStyle/>
                    <a:p>
                      <a:r>
                        <a:rPr lang="en-CA" sz="1400" b="1">
                          <a:solidFill>
                            <a:srgbClr val="000000"/>
                          </a:solidFill>
                        </a:rPr>
                        <a:t>Its job</a:t>
                      </a:r>
                    </a:p>
                  </a:txBody>
                  <a:tcPr/>
                </a:tc>
                <a:tc>
                  <a:txBody>
                    <a:bodyPr/>
                    <a:lstStyle/>
                    <a:p>
                      <a:r>
                        <a:rPr lang="en-US" sz="1400" b="1">
                          <a:solidFill>
                            <a:srgbClr val="000000"/>
                          </a:solidFill>
                        </a:rPr>
                        <a:t>Builds from the API definition</a:t>
                      </a:r>
                      <a:endParaRPr lang="en-CA" sz="1400" b="1">
                        <a:solidFill>
                          <a:srgbClr val="000000"/>
                        </a:solidFill>
                      </a:endParaRPr>
                    </a:p>
                  </a:txBody>
                  <a:tcPr/>
                </a:tc>
                <a:tc>
                  <a:txBody>
                    <a:bodyPr/>
                    <a:lstStyle/>
                    <a:p>
                      <a:r>
                        <a:rPr lang="en-US" sz="1400" b="1">
                          <a:solidFill>
                            <a:srgbClr val="000000"/>
                          </a:solidFill>
                        </a:rPr>
                        <a:t>Calls the API at run time</a:t>
                      </a:r>
                      <a:endParaRPr lang="en-CA" sz="1400" b="1">
                        <a:solidFill>
                          <a:srgbClr val="000000"/>
                        </a:solidFill>
                      </a:endParaRPr>
                    </a:p>
                  </a:txBody>
                  <a:tcPr/>
                </a:tc>
                <a:extLst>
                  <a:ext uri="{0D108BD9-81ED-4DB2-BD59-A6C34878D82A}">
                    <a16:rowId xmlns:a16="http://schemas.microsoft.com/office/drawing/2014/main" val="2084257075"/>
                  </a:ext>
                </a:extLst>
              </a:tr>
              <a:tr h="841248">
                <a:tc>
                  <a:txBody>
                    <a:bodyPr/>
                    <a:lstStyle/>
                    <a:p>
                      <a:r>
                        <a:rPr lang="en-CA" sz="1400" b="1">
                          <a:solidFill>
                            <a:srgbClr val="000000"/>
                          </a:solidFill>
                        </a:rPr>
                        <a:t>GitHub Copilot and Codespaces</a:t>
                      </a:r>
                    </a:p>
                  </a:txBody>
                  <a:tcPr/>
                </a:tc>
                <a:tc>
                  <a:txBody>
                    <a:bodyPr/>
                    <a:lstStyle/>
                    <a:p>
                      <a:r>
                        <a:rPr lang="en-CA" sz="1400">
                          <a:solidFill>
                            <a:srgbClr val="000000"/>
                          </a:solidFill>
                        </a:rPr>
                        <a:t>Build an application</a:t>
                      </a:r>
                    </a:p>
                  </a:txBody>
                  <a:tcPr/>
                </a:tc>
                <a:tc>
                  <a:txBody>
                    <a:bodyPr/>
                    <a:lstStyle/>
                    <a:p>
                      <a:r>
                        <a:rPr lang="en-US" sz="1400">
                          <a:solidFill>
                            <a:srgbClr val="000000"/>
                          </a:solidFill>
                        </a:rPr>
                        <a:t>Reads the OpenAPI files, then writes, runs and tests the calls.</a:t>
                      </a:r>
                      <a:endParaRPr lang="en-CA" sz="1400">
                        <a:solidFill>
                          <a:srgbClr val="000000"/>
                        </a:solidFill>
                      </a:endParaRPr>
                    </a:p>
                  </a:txBody>
                  <a:tcPr/>
                </a:tc>
                <a:tc>
                  <a:txBody>
                    <a:bodyPr/>
                    <a:lstStyle/>
                    <a:p>
                      <a:r>
                        <a:rPr lang="en-US" sz="1400">
                          <a:solidFill>
                            <a:srgbClr val="000000"/>
                          </a:solidFill>
                        </a:rPr>
                        <a:t>The finished application calls the API on its own, with no AI.</a:t>
                      </a:r>
                      <a:endParaRPr lang="en-CA" sz="1400">
                        <a:solidFill>
                          <a:srgbClr val="000000"/>
                        </a:solidFill>
                      </a:endParaRPr>
                    </a:p>
                  </a:txBody>
                  <a:tcPr/>
                </a:tc>
                <a:extLst>
                  <a:ext uri="{0D108BD9-81ED-4DB2-BD59-A6C34878D82A}">
                    <a16:rowId xmlns:a16="http://schemas.microsoft.com/office/drawing/2014/main" val="2487658265"/>
                  </a:ext>
                </a:extLst>
              </a:tr>
              <a:tr h="841248">
                <a:tc>
                  <a:txBody>
                    <a:bodyPr/>
                    <a:lstStyle/>
                    <a:p>
                      <a:r>
                        <a:rPr lang="en-US" sz="1400" b="1">
                          <a:solidFill>
                            <a:srgbClr val="000000"/>
                          </a:solidFill>
                        </a:rPr>
                        <a:t>Microsoft 365 Copilot and Copilot Studio</a:t>
                      </a:r>
                      <a:endParaRPr lang="en-CA" sz="1400" b="1">
                        <a:solidFill>
                          <a:srgbClr val="000000"/>
                        </a:solidFill>
                      </a:endParaRPr>
                    </a:p>
                  </a:txBody>
                  <a:tcPr/>
                </a:tc>
                <a:tc>
                  <a:txBody>
                    <a:bodyPr/>
                    <a:lstStyle/>
                    <a:p>
                      <a:r>
                        <a:rPr lang="en-CA" sz="1400">
                          <a:solidFill>
                            <a:srgbClr val="000000"/>
                          </a:solidFill>
                        </a:rPr>
                        <a:t>Extend everyday work</a:t>
                      </a:r>
                    </a:p>
                  </a:txBody>
                  <a:tcPr/>
                </a:tc>
                <a:tc>
                  <a:txBody>
                    <a:bodyPr/>
                    <a:lstStyle/>
                    <a:p>
                      <a:r>
                        <a:rPr lang="en-US" sz="1400">
                          <a:solidFill>
                            <a:srgbClr val="000000"/>
                          </a:solidFill>
                        </a:rPr>
                        <a:t>Imports the definition as a tool, connector or plugin; you choose the operations.</a:t>
                      </a:r>
                      <a:endParaRPr lang="en-CA" sz="1400">
                        <a:solidFill>
                          <a:srgbClr val="000000"/>
                        </a:solidFill>
                      </a:endParaRPr>
                    </a:p>
                  </a:txBody>
                  <a:tcPr/>
                </a:tc>
                <a:tc>
                  <a:txBody>
                    <a:bodyPr/>
                    <a:lstStyle/>
                    <a:p>
                      <a:r>
                        <a:rPr lang="en-US" sz="1400">
                          <a:solidFill>
                            <a:srgbClr val="000000"/>
                          </a:solidFill>
                        </a:rPr>
                        <a:t>The agent calls those operations in Teams or Microsoft 365 Copilot.</a:t>
                      </a:r>
                      <a:endParaRPr lang="en-CA" sz="1400">
                        <a:solidFill>
                          <a:srgbClr val="000000"/>
                        </a:solidFill>
                      </a:endParaRPr>
                    </a:p>
                  </a:txBody>
                  <a:tcPr/>
                </a:tc>
                <a:extLst>
                  <a:ext uri="{0D108BD9-81ED-4DB2-BD59-A6C34878D82A}">
                    <a16:rowId xmlns:a16="http://schemas.microsoft.com/office/drawing/2014/main" val="1111551312"/>
                  </a:ext>
                </a:extLst>
              </a:tr>
              <a:tr h="841248">
                <a:tc>
                  <a:txBody>
                    <a:bodyPr/>
                    <a:lstStyle/>
                    <a:p>
                      <a:r>
                        <a:rPr lang="en-CA" sz="1400" b="1">
                          <a:solidFill>
                            <a:srgbClr val="000000"/>
                          </a:solidFill>
                        </a:rPr>
                        <a:t>Microsoft Foundry</a:t>
                      </a:r>
                    </a:p>
                  </a:txBody>
                  <a:tcPr/>
                </a:tc>
                <a:tc>
                  <a:txBody>
                    <a:bodyPr/>
                    <a:lstStyle/>
                    <a:p>
                      <a:r>
                        <a:rPr lang="en-CA" sz="1400">
                          <a:solidFill>
                            <a:srgbClr val="000000"/>
                          </a:solidFill>
                        </a:rPr>
                        <a:t>Build a custom agent</a:t>
                      </a:r>
                    </a:p>
                  </a:txBody>
                  <a:tcPr/>
                </a:tc>
                <a:tc>
                  <a:txBody>
                    <a:bodyPr/>
                    <a:lstStyle/>
                    <a:p>
                      <a:r>
                        <a:rPr lang="en-US" sz="1400">
                          <a:solidFill>
                            <a:srgbClr val="000000"/>
                          </a:solidFill>
                        </a:rPr>
                        <a:t>Attaches the definition as an OpenAPI tool; version 3.0 works directly.</a:t>
                      </a:r>
                      <a:endParaRPr lang="en-CA" sz="1400">
                        <a:solidFill>
                          <a:srgbClr val="000000"/>
                        </a:solidFill>
                      </a:endParaRPr>
                    </a:p>
                  </a:txBody>
                  <a:tcPr/>
                </a:tc>
                <a:tc>
                  <a:txBody>
                    <a:bodyPr/>
                    <a:lstStyle/>
                    <a:p>
                      <a:r>
                        <a:rPr lang="en-US" sz="1400">
                          <a:solidFill>
                            <a:srgbClr val="000000"/>
                          </a:solidFill>
                        </a:rPr>
                        <a:t>A custom agent calls the API and reasons over the response.</a:t>
                      </a:r>
                      <a:endParaRPr lang="en-CA" sz="1400">
                        <a:solidFill>
                          <a:srgbClr val="000000"/>
                        </a:solidFill>
                      </a:endParaRPr>
                    </a:p>
                  </a:txBody>
                  <a:tcPr/>
                </a:tc>
                <a:extLst>
                  <a:ext uri="{0D108BD9-81ED-4DB2-BD59-A6C34878D82A}">
                    <a16:rowId xmlns:a16="http://schemas.microsoft.com/office/drawing/2014/main" val="3220561751"/>
                  </a:ext>
                </a:extLst>
              </a:tr>
              <a:tr h="841248">
                <a:tc>
                  <a:txBody>
                    <a:bodyPr/>
                    <a:lstStyle/>
                    <a:p>
                      <a:r>
                        <a:rPr lang="en-CA" sz="1400" b="1">
                          <a:solidFill>
                            <a:srgbClr val="000000"/>
                          </a:solidFill>
                        </a:rPr>
                        <a:t>Microsoft Agent 365</a:t>
                      </a:r>
                    </a:p>
                  </a:txBody>
                  <a:tcPr/>
                </a:tc>
                <a:tc>
                  <a:txBody>
                    <a:bodyPr/>
                    <a:lstStyle/>
                    <a:p>
                      <a:r>
                        <a:rPr lang="en-CA" sz="1400">
                          <a:solidFill>
                            <a:srgbClr val="000000"/>
                          </a:solidFill>
                        </a:rPr>
                        <a:t>Oversee agents</a:t>
                      </a:r>
                    </a:p>
                  </a:txBody>
                  <a:tcPr/>
                </a:tc>
                <a:tc>
                  <a:txBody>
                    <a:bodyPr/>
                    <a:lstStyle/>
                    <a:p>
                      <a:endParaRPr lang="en-CA" sz="1400">
                        <a:solidFill>
                          <a:srgbClr val="000000"/>
                        </a:solidFill>
                      </a:endParaRPr>
                    </a:p>
                  </a:txBody>
                  <a:tcPr/>
                </a:tc>
                <a:tc>
                  <a:txBody>
                    <a:bodyPr/>
                    <a:lstStyle/>
                    <a:p>
                      <a:r>
                        <a:rPr lang="en-US" sz="1400" dirty="0">
                          <a:solidFill>
                            <a:srgbClr val="000000"/>
                          </a:solidFill>
                        </a:rPr>
                        <a:t>Keeps every agent that calls the API in one registry, with an owner and identity.</a:t>
                      </a:r>
                      <a:endParaRPr lang="en-CA" sz="1400" dirty="0">
                        <a:solidFill>
                          <a:srgbClr val="000000"/>
                        </a:solidFill>
                      </a:endParaRPr>
                    </a:p>
                  </a:txBody>
                  <a:tcPr/>
                </a:tc>
                <a:extLst>
                  <a:ext uri="{0D108BD9-81ED-4DB2-BD59-A6C34878D82A}">
                    <a16:rowId xmlns:a16="http://schemas.microsoft.com/office/drawing/2014/main" val="2107474875"/>
                  </a:ext>
                </a:extLst>
              </a:tr>
            </a:tbl>
          </a:graphicData>
        </a:graphic>
      </p:graphicFrame>
    </p:spTree>
    <p:custDataLst>
      <p:tags r:id="rId1"/>
    </p:custDataLst>
    <p:extLst>
      <p:ext uri="{BB962C8B-B14F-4D97-AF65-F5344CB8AC3E}">
        <p14:creationId xmlns:p14="http://schemas.microsoft.com/office/powerpoint/2010/main" val="3980155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32E44-2C64-1CB3-CEAC-01B61FDD973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E76654-65D1-4D1D-27C4-D37D824E038A}"/>
              </a:ext>
            </a:extLst>
          </p:cNvPr>
          <p:cNvSpPr>
            <a:spLocks noGrp="1"/>
          </p:cNvSpPr>
          <p:nvPr>
            <p:ph type="sldNum" sz="quarter" idx="13"/>
          </p:nvPr>
        </p:nvSpPr>
        <p:spPr/>
        <p:txBody>
          <a:bodyPr/>
          <a:lstStyle/>
          <a:p>
            <a:fld id="{C3C3236D-FB65-584A-8227-5A449D06E62A}" type="slidenum">
              <a:rPr lang="en-US" smtClean="0"/>
              <a:pPr/>
              <a:t>31</a:t>
            </a:fld>
            <a:endParaRPr lang="en-US"/>
          </a:p>
        </p:txBody>
      </p:sp>
      <p:sp>
        <p:nvSpPr>
          <p:cNvPr id="5" name="Footer Placeholder 4">
            <a:extLst>
              <a:ext uri="{FF2B5EF4-FFF2-40B4-BE49-F238E27FC236}">
                <a16:creationId xmlns:a16="http://schemas.microsoft.com/office/drawing/2014/main" id="{6E85D3C6-5D98-FA74-ED91-20B9A72D80BE}"/>
              </a:ext>
            </a:extLst>
          </p:cNvPr>
          <p:cNvSpPr>
            <a:spLocks noGrp="1"/>
          </p:cNvSpPr>
          <p:nvPr>
            <p:ph type="ftr" sz="quarter" idx="18"/>
          </p:nvPr>
        </p:nvSpPr>
        <p:spPr/>
        <p:txBody>
          <a:bodyPr/>
          <a:lstStyle/>
          <a:p>
            <a:r>
              <a:rPr lang="en-US"/>
              <a:t>#CCHConnections</a:t>
            </a:r>
            <a:endParaRPr lang="en-US" dirty="0"/>
          </a:p>
        </p:txBody>
      </p:sp>
      <p:sp>
        <p:nvSpPr>
          <p:cNvPr id="33" name="Title 1">
            <a:extLst>
              <a:ext uri="{FF2B5EF4-FFF2-40B4-BE49-F238E27FC236}">
                <a16:creationId xmlns:a16="http://schemas.microsoft.com/office/drawing/2014/main" id="{2929E0B4-524D-2A42-E5C0-03BAA4865B85}"/>
              </a:ext>
            </a:extLst>
          </p:cNvPr>
          <p:cNvSpPr>
            <a:spLocks noGrp="1"/>
          </p:cNvSpPr>
          <p:nvPr>
            <p:ph type="title"/>
          </p:nvPr>
        </p:nvSpPr>
        <p:spPr>
          <a:xfrm>
            <a:off x="457200" y="365760"/>
            <a:ext cx="11247120" cy="822960"/>
          </a:xfrm>
        </p:spPr>
        <p:txBody>
          <a:bodyPr>
            <a:normAutofit fontScale="90000"/>
          </a:bodyPr>
          <a:lstStyle/>
          <a:p>
            <a:r>
              <a:rPr lang="en-US" sz="3400"/>
              <a:t>Work with AI the way you work with a new staff accountant</a:t>
            </a:r>
            <a:endParaRPr lang="en-CA" sz="3400"/>
          </a:p>
        </p:txBody>
      </p:sp>
      <p:sp>
        <p:nvSpPr>
          <p:cNvPr id="34" name="1. Brief it">
            <a:extLst>
              <a:ext uri="{FF2B5EF4-FFF2-40B4-BE49-F238E27FC236}">
                <a16:creationId xmlns:a16="http://schemas.microsoft.com/office/drawing/2014/main" id="{73E587C8-AD27-19FD-F459-7936A7D5FFEB}"/>
              </a:ext>
            </a:extLst>
          </p:cNvPr>
          <p:cNvSpPr/>
          <p:nvPr/>
        </p:nvSpPr>
        <p:spPr>
          <a:xfrm>
            <a:off x="457200" y="1554480"/>
            <a:ext cx="2514600" cy="25146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1. Brief it</a:t>
            </a:r>
          </a:p>
          <a:p>
            <a:pPr>
              <a:spcAft>
                <a:spcPts val="800"/>
              </a:spcAft>
            </a:pPr>
            <a:r>
              <a:rPr lang="en-US" sz="1500">
                <a:solidFill>
                  <a:srgbClr val="000000"/>
                </a:solidFill>
              </a:rPr>
              <a:t>Say what you want, from which data, and what done looks like.</a:t>
            </a:r>
          </a:p>
          <a:p>
            <a:pPr>
              <a:spcAft>
                <a:spcPts val="800"/>
              </a:spcAft>
            </a:pPr>
            <a:r>
              <a:rPr lang="en-US" sz="1500" i="1">
                <a:solidFill>
                  <a:srgbClr val="000000"/>
                </a:solidFill>
              </a:rPr>
              <a:t>Like assigning the work.</a:t>
            </a:r>
            <a:endParaRPr lang="en-CA" sz="1500" i="1">
              <a:solidFill>
                <a:srgbClr val="000000"/>
              </a:solidFill>
            </a:endParaRPr>
          </a:p>
        </p:txBody>
      </p:sp>
      <p:cxnSp>
        <p:nvCxnSpPr>
          <p:cNvPr id="35" name="Straight Connector 34">
            <a:extLst>
              <a:ext uri="{FF2B5EF4-FFF2-40B4-BE49-F238E27FC236}">
                <a16:creationId xmlns:a16="http://schemas.microsoft.com/office/drawing/2014/main" id="{17A3AF1E-F247-B7DA-36F1-EEEAC2AEE595}"/>
              </a:ext>
            </a:extLst>
          </p:cNvPr>
          <p:cNvCxnSpPr/>
          <p:nvPr/>
        </p:nvCxnSpPr>
        <p:spPr>
          <a:xfrm>
            <a:off x="2999232" y="28072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36" name="2. Hand it the reference">
            <a:extLst>
              <a:ext uri="{FF2B5EF4-FFF2-40B4-BE49-F238E27FC236}">
                <a16:creationId xmlns:a16="http://schemas.microsoft.com/office/drawing/2014/main" id="{73A2899F-4AE5-85BE-9C0D-B06343DA5F23}"/>
              </a:ext>
            </a:extLst>
          </p:cNvPr>
          <p:cNvSpPr/>
          <p:nvPr/>
        </p:nvSpPr>
        <p:spPr>
          <a:xfrm>
            <a:off x="3364992" y="1554480"/>
            <a:ext cx="2514600" cy="25146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2. Hand it the reference</a:t>
            </a:r>
          </a:p>
          <a:p>
            <a:pPr>
              <a:spcAft>
                <a:spcPts val="800"/>
              </a:spcAft>
            </a:pPr>
            <a:r>
              <a:rPr lang="en-US" sz="1500">
                <a:solidFill>
                  <a:srgbClr val="000000"/>
                </a:solidFill>
              </a:rPr>
              <a:t>Point it to the API documentation and the project's rules.</a:t>
            </a:r>
          </a:p>
          <a:p>
            <a:pPr>
              <a:spcAft>
                <a:spcPts val="800"/>
              </a:spcAft>
            </a:pPr>
            <a:r>
              <a:rPr lang="en-US" sz="1500" i="1">
                <a:solidFill>
                  <a:srgbClr val="000000"/>
                </a:solidFill>
              </a:rPr>
              <a:t>Like the procedures binder.</a:t>
            </a:r>
            <a:endParaRPr lang="en-CA" sz="1500" i="1">
              <a:solidFill>
                <a:srgbClr val="000000"/>
              </a:solidFill>
            </a:endParaRPr>
          </a:p>
        </p:txBody>
      </p:sp>
      <p:cxnSp>
        <p:nvCxnSpPr>
          <p:cNvPr id="37" name="Straight Connector 36">
            <a:extLst>
              <a:ext uri="{FF2B5EF4-FFF2-40B4-BE49-F238E27FC236}">
                <a16:creationId xmlns:a16="http://schemas.microsoft.com/office/drawing/2014/main" id="{1A3C1EE4-8C34-662A-415E-D2ED7BC43444}"/>
              </a:ext>
            </a:extLst>
          </p:cNvPr>
          <p:cNvCxnSpPr/>
          <p:nvPr/>
        </p:nvCxnSpPr>
        <p:spPr>
          <a:xfrm>
            <a:off x="5907024" y="28072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38" name="3. Check the work">
            <a:extLst>
              <a:ext uri="{FF2B5EF4-FFF2-40B4-BE49-F238E27FC236}">
                <a16:creationId xmlns:a16="http://schemas.microsoft.com/office/drawing/2014/main" id="{AC2CD064-59EC-6435-E1B1-797BCC040BBF}"/>
              </a:ext>
            </a:extLst>
          </p:cNvPr>
          <p:cNvSpPr/>
          <p:nvPr/>
        </p:nvSpPr>
        <p:spPr>
          <a:xfrm>
            <a:off x="6272784" y="1554480"/>
            <a:ext cx="2514601" cy="25146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3. Check the work</a:t>
            </a:r>
          </a:p>
          <a:p>
            <a:pPr>
              <a:spcAft>
                <a:spcPts val="800"/>
              </a:spcAft>
            </a:pPr>
            <a:r>
              <a:rPr lang="en-US" sz="1500">
                <a:solidFill>
                  <a:srgbClr val="000000"/>
                </a:solidFill>
              </a:rPr>
              <a:t>Run it on the demo firm and compare with what you expect.</a:t>
            </a:r>
          </a:p>
          <a:p>
            <a:pPr>
              <a:spcAft>
                <a:spcPts val="800"/>
              </a:spcAft>
            </a:pPr>
            <a:r>
              <a:rPr lang="en-US" sz="1500" i="1">
                <a:solidFill>
                  <a:srgbClr val="000000"/>
                </a:solidFill>
              </a:rPr>
              <a:t>Like reviewing a workpaper.</a:t>
            </a:r>
            <a:endParaRPr lang="en-CA" sz="1500" i="1">
              <a:solidFill>
                <a:srgbClr val="000000"/>
              </a:solidFill>
            </a:endParaRPr>
          </a:p>
        </p:txBody>
      </p:sp>
      <p:cxnSp>
        <p:nvCxnSpPr>
          <p:cNvPr id="39" name="Straight Connector 38">
            <a:extLst>
              <a:ext uri="{FF2B5EF4-FFF2-40B4-BE49-F238E27FC236}">
                <a16:creationId xmlns:a16="http://schemas.microsoft.com/office/drawing/2014/main" id="{C4754E84-1343-3503-9277-93D7C1090ABE}"/>
              </a:ext>
            </a:extLst>
          </p:cNvPr>
          <p:cNvCxnSpPr/>
          <p:nvPr/>
        </p:nvCxnSpPr>
        <p:spPr>
          <a:xfrm>
            <a:off x="8814816" y="28072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40" name="4. Send it back with notes">
            <a:extLst>
              <a:ext uri="{FF2B5EF4-FFF2-40B4-BE49-F238E27FC236}">
                <a16:creationId xmlns:a16="http://schemas.microsoft.com/office/drawing/2014/main" id="{9651B7E4-EF99-A02C-4383-7E05DB9AFDD0}"/>
              </a:ext>
            </a:extLst>
          </p:cNvPr>
          <p:cNvSpPr/>
          <p:nvPr/>
        </p:nvSpPr>
        <p:spPr>
          <a:xfrm>
            <a:off x="9180576" y="1554480"/>
            <a:ext cx="2514600" cy="25146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4. Send it back with notes</a:t>
            </a:r>
          </a:p>
          <a:p>
            <a:pPr>
              <a:spcAft>
                <a:spcPts val="800"/>
              </a:spcAft>
            </a:pPr>
            <a:r>
              <a:rPr lang="en-US" sz="1500">
                <a:solidFill>
                  <a:srgbClr val="000000"/>
                </a:solidFill>
              </a:rPr>
              <a:t>Say exactly what is wrong, one fix at a time.</a:t>
            </a:r>
          </a:p>
          <a:p>
            <a:pPr>
              <a:spcAft>
                <a:spcPts val="800"/>
              </a:spcAft>
            </a:pPr>
            <a:r>
              <a:rPr lang="en-US" sz="1500" i="1">
                <a:solidFill>
                  <a:srgbClr val="000000"/>
                </a:solidFill>
              </a:rPr>
              <a:t>Like review notes, until sign-off.</a:t>
            </a:r>
            <a:endParaRPr lang="en-CA" sz="1500" i="1">
              <a:solidFill>
                <a:srgbClr val="000000"/>
              </a:solidFill>
            </a:endParaRPr>
          </a:p>
        </p:txBody>
      </p:sp>
      <p:cxnSp>
        <p:nvCxnSpPr>
          <p:cNvPr id="41" name="Straight Connector 40">
            <a:extLst>
              <a:ext uri="{FF2B5EF4-FFF2-40B4-BE49-F238E27FC236}">
                <a16:creationId xmlns:a16="http://schemas.microsoft.com/office/drawing/2014/main" id="{ACC579F0-270D-6B44-598D-055C0019BB45}"/>
              </a:ext>
            </a:extLst>
          </p:cNvPr>
          <p:cNvCxnSpPr/>
          <p:nvPr/>
        </p:nvCxnSpPr>
        <p:spPr>
          <a:xfrm>
            <a:off x="10437876" y="4096512"/>
            <a:ext cx="0" cy="384048"/>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A39D966B-9C44-4AB2-FF1B-607615862D02}"/>
              </a:ext>
            </a:extLst>
          </p:cNvPr>
          <p:cNvCxnSpPr/>
          <p:nvPr/>
        </p:nvCxnSpPr>
        <p:spPr>
          <a:xfrm flipH="1">
            <a:off x="1714500" y="4480560"/>
            <a:ext cx="8723376"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4C132F9F-278B-0E8B-457C-F62433C12C59}"/>
              </a:ext>
            </a:extLst>
          </p:cNvPr>
          <p:cNvCxnSpPr/>
          <p:nvPr/>
        </p:nvCxnSpPr>
        <p:spPr>
          <a:xfrm flipV="1">
            <a:off x="1714500" y="4096512"/>
            <a:ext cx="0" cy="384048"/>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44" name="Repeat label">
            <a:extLst>
              <a:ext uri="{FF2B5EF4-FFF2-40B4-BE49-F238E27FC236}">
                <a16:creationId xmlns:a16="http://schemas.microsoft.com/office/drawing/2014/main" id="{FCD0898C-0FB2-A501-95E7-EA994CBF018D}"/>
              </a:ext>
            </a:extLst>
          </p:cNvPr>
          <p:cNvSpPr txBox="1"/>
          <p:nvPr/>
        </p:nvSpPr>
        <p:spPr>
          <a:xfrm>
            <a:off x="4114800" y="4526280"/>
            <a:ext cx="3931920" cy="365760"/>
          </a:xfrm>
          <a:prstGeom prst="rect">
            <a:avLst/>
          </a:prstGeom>
          <a:noFill/>
        </p:spPr>
        <p:txBody>
          <a:bodyPr vert="horz" wrap="square" rtlCol="0">
            <a:noAutofit/>
          </a:bodyPr>
          <a:lstStyle/>
          <a:p>
            <a:pPr algn="ctr">
              <a:spcAft>
                <a:spcPts val="600"/>
              </a:spcAft>
            </a:pPr>
            <a:r>
              <a:rPr lang="en-US" sz="1500" i="1">
                <a:solidFill>
                  <a:srgbClr val="000000"/>
                </a:solidFill>
              </a:rPr>
              <a:t>Repeat until it is right</a:t>
            </a:r>
            <a:endParaRPr lang="en-CA" sz="1500" i="1">
              <a:solidFill>
                <a:srgbClr val="000000"/>
              </a:solidFill>
            </a:endParaRPr>
          </a:p>
        </p:txBody>
      </p:sp>
      <p:sp>
        <p:nvSpPr>
          <p:cNvPr id="45" name="Sign-off">
            <a:extLst>
              <a:ext uri="{FF2B5EF4-FFF2-40B4-BE49-F238E27FC236}">
                <a16:creationId xmlns:a16="http://schemas.microsoft.com/office/drawing/2014/main" id="{53E80463-ED90-C932-F70A-9A56E37B7849}"/>
              </a:ext>
            </a:extLst>
          </p:cNvPr>
          <p:cNvSpPr txBox="1"/>
          <p:nvPr/>
        </p:nvSpPr>
        <p:spPr>
          <a:xfrm>
            <a:off x="457200" y="5257800"/>
            <a:ext cx="11247120" cy="548640"/>
          </a:xfrm>
          <a:prstGeom prst="rect">
            <a:avLst/>
          </a:prstGeom>
          <a:noFill/>
        </p:spPr>
        <p:txBody>
          <a:bodyPr vert="horz" wrap="square" rtlCol="0">
            <a:noAutofit/>
          </a:bodyPr>
          <a:lstStyle/>
          <a:p>
            <a:pPr algn="ctr">
              <a:spcAft>
                <a:spcPts val="600"/>
              </a:spcAft>
            </a:pPr>
            <a:r>
              <a:rPr lang="en-US" sz="2000" b="1">
                <a:solidFill>
                  <a:srgbClr val="000000"/>
                </a:solidFill>
              </a:rPr>
              <a:t>Nothing changes in client data until you sign off.</a:t>
            </a:r>
            <a:endParaRPr lang="en-CA" sz="2000" b="1">
              <a:solidFill>
                <a:srgbClr val="000000"/>
              </a:solidFill>
            </a:endParaRPr>
          </a:p>
        </p:txBody>
      </p:sp>
    </p:spTree>
    <p:custDataLst>
      <p:tags r:id="rId1"/>
    </p:custDataLst>
    <p:extLst>
      <p:ext uri="{BB962C8B-B14F-4D97-AF65-F5344CB8AC3E}">
        <p14:creationId xmlns:p14="http://schemas.microsoft.com/office/powerpoint/2010/main" val="35656008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0803F-A09E-FBB6-64BA-B263EE22E306}"/>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A2DFC7D-0D4F-224D-D90C-861EF55D81C4}"/>
              </a:ext>
            </a:extLst>
          </p:cNvPr>
          <p:cNvSpPr>
            <a:spLocks noGrp="1"/>
          </p:cNvSpPr>
          <p:nvPr>
            <p:ph type="sldNum" sz="quarter" idx="13"/>
          </p:nvPr>
        </p:nvSpPr>
        <p:spPr/>
        <p:txBody>
          <a:bodyPr/>
          <a:lstStyle/>
          <a:p>
            <a:fld id="{C3C3236D-FB65-584A-8227-5A449D06E62A}" type="slidenum">
              <a:rPr lang="en-US" smtClean="0"/>
              <a:pPr/>
              <a:t>32</a:t>
            </a:fld>
            <a:endParaRPr lang="en-US"/>
          </a:p>
        </p:txBody>
      </p:sp>
      <p:sp>
        <p:nvSpPr>
          <p:cNvPr id="7" name="Footer Placeholder 6">
            <a:extLst>
              <a:ext uri="{FF2B5EF4-FFF2-40B4-BE49-F238E27FC236}">
                <a16:creationId xmlns:a16="http://schemas.microsoft.com/office/drawing/2014/main" id="{814BE5C3-3BD6-C6AD-1837-E74BB48A60CF}"/>
              </a:ext>
            </a:extLst>
          </p:cNvPr>
          <p:cNvSpPr>
            <a:spLocks noGrp="1"/>
          </p:cNvSpPr>
          <p:nvPr>
            <p:ph type="ftr" sz="quarter" idx="18"/>
          </p:nvPr>
        </p:nvSpPr>
        <p:spPr/>
        <p:txBody>
          <a:bodyPr/>
          <a:lstStyle/>
          <a:p>
            <a:r>
              <a:rPr lang="en-US"/>
              <a:t>#CCHConnections</a:t>
            </a:r>
            <a:endParaRPr lang="en-US" dirty="0"/>
          </a:p>
        </p:txBody>
      </p:sp>
      <p:sp>
        <p:nvSpPr>
          <p:cNvPr id="15" name="Title 1">
            <a:extLst>
              <a:ext uri="{FF2B5EF4-FFF2-40B4-BE49-F238E27FC236}">
                <a16:creationId xmlns:a16="http://schemas.microsoft.com/office/drawing/2014/main" id="{A0EDDA5B-6921-C38B-383F-A858714D7394}"/>
              </a:ext>
            </a:extLst>
          </p:cNvPr>
          <p:cNvSpPr>
            <a:spLocks noGrp="1"/>
          </p:cNvSpPr>
          <p:nvPr>
            <p:ph type="title"/>
          </p:nvPr>
        </p:nvSpPr>
        <p:spPr>
          <a:xfrm>
            <a:off x="457200" y="365760"/>
            <a:ext cx="11247120" cy="822960"/>
          </a:xfrm>
        </p:spPr>
        <p:txBody>
          <a:bodyPr>
            <a:normAutofit/>
          </a:bodyPr>
          <a:lstStyle/>
          <a:p>
            <a:r>
              <a:rPr lang="en-US" sz="3400"/>
              <a:t>Give AI the binder you would give a new hire</a:t>
            </a:r>
            <a:endParaRPr lang="en-CA" sz="3400"/>
          </a:p>
        </p:txBody>
      </p:sp>
      <p:sp>
        <p:nvSpPr>
          <p:cNvPr id="16" name="The reference manual">
            <a:extLst>
              <a:ext uri="{FF2B5EF4-FFF2-40B4-BE49-F238E27FC236}">
                <a16:creationId xmlns:a16="http://schemas.microsoft.com/office/drawing/2014/main" id="{0ECAFBFA-8185-31D3-DFC4-761FFA773818}"/>
              </a:ext>
            </a:extLst>
          </p:cNvPr>
          <p:cNvSpPr/>
          <p:nvPr/>
        </p:nvSpPr>
        <p:spPr>
          <a:xfrm>
            <a:off x="457200" y="1554480"/>
            <a:ext cx="3566160" cy="210312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The reference manual</a:t>
            </a:r>
          </a:p>
          <a:p>
            <a:pPr>
              <a:spcAft>
                <a:spcPts val="800"/>
              </a:spcAft>
            </a:pPr>
            <a:r>
              <a:rPr lang="en-US" sz="1500">
                <a:solidFill>
                  <a:srgbClr val="000000"/>
                </a:solidFill>
              </a:rPr>
              <a:t>What CCH Axcess can do, what to send and what comes back.</a:t>
            </a:r>
          </a:p>
          <a:p>
            <a:pPr>
              <a:spcAft>
                <a:spcPts val="800"/>
              </a:spcAft>
            </a:pPr>
            <a:r>
              <a:rPr lang="en-US" sz="1200">
                <a:solidFill>
                  <a:srgbClr val="000000"/>
                </a:solidFill>
              </a:rPr>
              <a:t>(OpenAPI definitions)</a:t>
            </a:r>
            <a:endParaRPr lang="en-CA" sz="1200">
              <a:solidFill>
                <a:srgbClr val="000000"/>
              </a:solidFill>
            </a:endParaRPr>
          </a:p>
        </p:txBody>
      </p:sp>
      <p:sp>
        <p:nvSpPr>
          <p:cNvPr id="17" name="The house rules">
            <a:extLst>
              <a:ext uri="{FF2B5EF4-FFF2-40B4-BE49-F238E27FC236}">
                <a16:creationId xmlns:a16="http://schemas.microsoft.com/office/drawing/2014/main" id="{FE75943A-0897-73A2-657D-E830C406C5BB}"/>
              </a:ext>
            </a:extLst>
          </p:cNvPr>
          <p:cNvSpPr/>
          <p:nvPr/>
        </p:nvSpPr>
        <p:spPr>
          <a:xfrm>
            <a:off x="4315968" y="1554480"/>
            <a:ext cx="3566160" cy="210312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The house rules</a:t>
            </a:r>
          </a:p>
          <a:p>
            <a:pPr>
              <a:spcAft>
                <a:spcPts val="800"/>
              </a:spcAft>
            </a:pPr>
            <a:r>
              <a:rPr lang="en-US" sz="1500">
                <a:solidFill>
                  <a:srgbClr val="000000"/>
                </a:solidFill>
              </a:rPr>
              <a:t>How the project works and the rules to follow, such as trusting the API documentation over guesses.</a:t>
            </a:r>
          </a:p>
          <a:p>
            <a:pPr>
              <a:spcAft>
                <a:spcPts val="800"/>
              </a:spcAft>
            </a:pPr>
            <a:r>
              <a:rPr lang="en-US" sz="1200">
                <a:solidFill>
                  <a:srgbClr val="000000"/>
                </a:solidFill>
              </a:rPr>
              <a:t>(AGENTS.md)</a:t>
            </a:r>
            <a:endParaRPr lang="en-CA" sz="1200">
              <a:solidFill>
                <a:srgbClr val="000000"/>
              </a:solidFill>
            </a:endParaRPr>
          </a:p>
        </p:txBody>
      </p:sp>
      <p:sp>
        <p:nvSpPr>
          <p:cNvPr id="18" name="A task checklist">
            <a:extLst>
              <a:ext uri="{FF2B5EF4-FFF2-40B4-BE49-F238E27FC236}">
                <a16:creationId xmlns:a16="http://schemas.microsoft.com/office/drawing/2014/main" id="{0E4BDD77-A940-2FF7-CBF8-657A79C32938}"/>
              </a:ext>
            </a:extLst>
          </p:cNvPr>
          <p:cNvSpPr/>
          <p:nvPr/>
        </p:nvSpPr>
        <p:spPr>
          <a:xfrm>
            <a:off x="8174736" y="1554480"/>
            <a:ext cx="3566160" cy="210312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800"/>
              </a:spcAft>
            </a:pPr>
            <a:r>
              <a:rPr lang="en-US" sz="1900" b="1">
                <a:solidFill>
                  <a:srgbClr val="000000"/>
                </a:solidFill>
              </a:rPr>
              <a:t>A task checklist</a:t>
            </a:r>
          </a:p>
          <a:p>
            <a:pPr>
              <a:spcAft>
                <a:spcPts val="800"/>
              </a:spcAft>
            </a:pPr>
            <a:r>
              <a:rPr lang="en-US" sz="1500">
                <a:solidFill>
                  <a:srgbClr val="000000"/>
                </a:solidFill>
              </a:rPr>
              <a:t>Step-by-step guidance for a recurring job: adding a new action to the app.</a:t>
            </a:r>
          </a:p>
          <a:p>
            <a:pPr>
              <a:spcAft>
                <a:spcPts val="800"/>
              </a:spcAft>
            </a:pPr>
            <a:r>
              <a:rPr lang="en-US" sz="1200">
                <a:solidFill>
                  <a:srgbClr val="000000"/>
                </a:solidFill>
              </a:rPr>
              <a:t>(Copilot skill)</a:t>
            </a:r>
            <a:endParaRPr lang="en-CA" sz="1200">
              <a:solidFill>
                <a:srgbClr val="000000"/>
              </a:solidFill>
            </a:endParaRPr>
          </a:p>
        </p:txBody>
      </p:sp>
      <p:sp>
        <p:nvSpPr>
          <p:cNvPr id="19" name="Already included">
            <a:extLst>
              <a:ext uri="{FF2B5EF4-FFF2-40B4-BE49-F238E27FC236}">
                <a16:creationId xmlns:a16="http://schemas.microsoft.com/office/drawing/2014/main" id="{956BCF24-80E9-B056-709F-74A00C9DB7F5}"/>
              </a:ext>
            </a:extLst>
          </p:cNvPr>
          <p:cNvSpPr txBox="1"/>
          <p:nvPr/>
        </p:nvSpPr>
        <p:spPr>
          <a:xfrm>
            <a:off x="457200" y="4069080"/>
            <a:ext cx="11247120" cy="1097280"/>
          </a:xfrm>
          <a:prstGeom prst="rect">
            <a:avLst/>
          </a:prstGeom>
          <a:noFill/>
        </p:spPr>
        <p:txBody>
          <a:bodyPr vert="horz" wrap="square" rtlCol="0">
            <a:noAutofit/>
          </a:bodyPr>
          <a:lstStyle/>
          <a:p>
            <a:pPr algn="ctr">
              <a:spcAft>
                <a:spcPts val="600"/>
              </a:spcAft>
            </a:pPr>
            <a:r>
              <a:rPr lang="en-US" sz="2200" b="1">
                <a:solidFill>
                  <a:srgbClr val="000000"/>
                </a:solidFill>
              </a:rPr>
              <a:t>All three are already in the starter project.</a:t>
            </a:r>
          </a:p>
          <a:p>
            <a:pPr algn="ctr">
              <a:spcAft>
                <a:spcPts val="600"/>
              </a:spcAft>
            </a:pPr>
            <a:r>
              <a:rPr lang="en-US">
                <a:solidFill>
                  <a:srgbClr val="000000"/>
                </a:solidFill>
              </a:rPr>
              <a:t>You bring the workflow and the review.</a:t>
            </a:r>
            <a:endParaRPr lang="en-CA">
              <a:solidFill>
                <a:srgbClr val="000000"/>
              </a:solidFill>
            </a:endParaRPr>
          </a:p>
        </p:txBody>
      </p:sp>
    </p:spTree>
    <p:custDataLst>
      <p:tags r:id="rId1"/>
    </p:custDataLst>
    <p:extLst>
      <p:ext uri="{BB962C8B-B14F-4D97-AF65-F5344CB8AC3E}">
        <p14:creationId xmlns:p14="http://schemas.microsoft.com/office/powerpoint/2010/main" val="293857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E953F59-C4F6-7EA3-8D46-212DC8B82508}"/>
              </a:ext>
            </a:extLst>
          </p:cNvPr>
          <p:cNvSpPr>
            <a:spLocks noGrp="1"/>
          </p:cNvSpPr>
          <p:nvPr>
            <p:ph type="sldNum" sz="quarter" idx="13"/>
          </p:nvPr>
        </p:nvSpPr>
        <p:spPr/>
        <p:txBody>
          <a:bodyPr/>
          <a:lstStyle/>
          <a:p>
            <a:fld id="{C3C3236D-FB65-584A-8227-5A449D06E62A}" type="slidenum">
              <a:rPr lang="en-US" smtClean="0"/>
              <a:pPr/>
              <a:t>33</a:t>
            </a:fld>
            <a:endParaRPr lang="en-US"/>
          </a:p>
        </p:txBody>
      </p:sp>
      <p:sp>
        <p:nvSpPr>
          <p:cNvPr id="7" name="Footer Placeholder 6">
            <a:extLst>
              <a:ext uri="{FF2B5EF4-FFF2-40B4-BE49-F238E27FC236}">
                <a16:creationId xmlns:a16="http://schemas.microsoft.com/office/drawing/2014/main" id="{35FBF068-B6D3-8886-AE2D-446EB0E28D7F}"/>
              </a:ext>
            </a:extLst>
          </p:cNvPr>
          <p:cNvSpPr>
            <a:spLocks noGrp="1"/>
          </p:cNvSpPr>
          <p:nvPr>
            <p:ph type="ftr" sz="quarter" idx="18"/>
          </p:nvPr>
        </p:nvSpPr>
        <p:spPr/>
        <p:txBody>
          <a:bodyPr/>
          <a:lstStyle/>
          <a:p>
            <a:r>
              <a:rPr lang="en-US"/>
              <a:t>#CCHConnections</a:t>
            </a:r>
            <a:endParaRPr lang="en-US" dirty="0"/>
          </a:p>
        </p:txBody>
      </p:sp>
      <p:sp>
        <p:nvSpPr>
          <p:cNvPr id="17" name="Title 1">
            <a:extLst>
              <a:ext uri="{FF2B5EF4-FFF2-40B4-BE49-F238E27FC236}">
                <a16:creationId xmlns:a16="http://schemas.microsoft.com/office/drawing/2014/main" id="{9164FCCF-39CC-5F9D-4ACB-31DCDFBBC1E3}"/>
              </a:ext>
            </a:extLst>
          </p:cNvPr>
          <p:cNvSpPr>
            <a:spLocks noGrp="1"/>
          </p:cNvSpPr>
          <p:nvPr>
            <p:ph type="title"/>
          </p:nvPr>
        </p:nvSpPr>
        <p:spPr>
          <a:xfrm>
            <a:off x="457200" y="365760"/>
            <a:ext cx="11247120" cy="822960"/>
          </a:xfrm>
        </p:spPr>
        <p:txBody>
          <a:bodyPr>
            <a:normAutofit/>
          </a:bodyPr>
          <a:lstStyle/>
          <a:p>
            <a:r>
              <a:rPr lang="en-US" sz="3400"/>
              <a:t>A good request reads like a good assignment</a:t>
            </a:r>
            <a:endParaRPr lang="en-CA" sz="3400"/>
          </a:p>
        </p:txBody>
      </p:sp>
      <p:sp>
        <p:nvSpPr>
          <p:cNvPr id="18" name="Tips">
            <a:extLst>
              <a:ext uri="{FF2B5EF4-FFF2-40B4-BE49-F238E27FC236}">
                <a16:creationId xmlns:a16="http://schemas.microsoft.com/office/drawing/2014/main" id="{6B818492-80B9-1C67-3581-7D9657658CAF}"/>
              </a:ext>
            </a:extLst>
          </p:cNvPr>
          <p:cNvSpPr txBox="1"/>
          <p:nvPr/>
        </p:nvSpPr>
        <p:spPr>
          <a:xfrm>
            <a:off x="457200" y="1417320"/>
            <a:ext cx="5120640" cy="4480560"/>
          </a:xfrm>
          <a:prstGeom prst="rect">
            <a:avLst/>
          </a:prstGeom>
          <a:noFill/>
        </p:spPr>
        <p:txBody>
          <a:bodyPr vert="horz" wrap="square" rtlCol="0">
            <a:noAutofit/>
          </a:bodyPr>
          <a:lstStyle/>
          <a:p>
            <a:pPr marL="342900" indent="-342900">
              <a:spcAft>
                <a:spcPts val="1200"/>
              </a:spcAft>
              <a:buFont typeface="+mj-lt"/>
              <a:buChar char="•"/>
            </a:pPr>
            <a:r>
              <a:rPr lang="en-US" sz="1700" b="1">
                <a:solidFill>
                  <a:srgbClr val="000000"/>
                </a:solidFill>
              </a:rPr>
              <a:t>Name the result:</a:t>
            </a:r>
            <a:r>
              <a:rPr lang="en-US" sz="1700">
                <a:solidFill>
                  <a:srgbClr val="000000"/>
                </a:solidFill>
              </a:rPr>
              <a:t> the columns, the file, what done looks like.</a:t>
            </a:r>
          </a:p>
          <a:p>
            <a:pPr marL="342900" indent="-342900">
              <a:spcAft>
                <a:spcPts val="1200"/>
              </a:spcAft>
              <a:buFont typeface="+mj-lt"/>
              <a:buChar char="•"/>
            </a:pPr>
            <a:r>
              <a:rPr lang="en-US" sz="1700" b="1">
                <a:solidFill>
                  <a:srgbClr val="000000"/>
                </a:solidFill>
              </a:rPr>
              <a:t>Name the data:</a:t>
            </a:r>
            <a:r>
              <a:rPr lang="en-US" sz="1700">
                <a:solidFill>
                  <a:srgbClr val="000000"/>
                </a:solidFill>
              </a:rPr>
              <a:t> which clients, tax year or return type.</a:t>
            </a:r>
          </a:p>
          <a:p>
            <a:pPr marL="342900" indent="-342900">
              <a:spcAft>
                <a:spcPts val="1200"/>
              </a:spcAft>
              <a:buFont typeface="+mj-lt"/>
              <a:buChar char="•"/>
            </a:pPr>
            <a:r>
              <a:rPr lang="en-US" sz="1700" b="1">
                <a:solidFill>
                  <a:srgbClr val="000000"/>
                </a:solidFill>
              </a:rPr>
              <a:t>Cover the exceptions:</a:t>
            </a:r>
            <a:r>
              <a:rPr lang="en-US" sz="1700">
                <a:solidFill>
                  <a:srgbClr val="000000"/>
                </a:solidFill>
              </a:rPr>
              <a:t> what can go wrong, and what to do then.</a:t>
            </a:r>
          </a:p>
          <a:p>
            <a:pPr marL="342900" indent="-342900">
              <a:spcAft>
                <a:spcPts val="1200"/>
              </a:spcAft>
              <a:buFont typeface="+mj-lt"/>
              <a:buChar char="•"/>
            </a:pPr>
            <a:r>
              <a:rPr lang="en-US" sz="1700" b="1">
                <a:solidFill>
                  <a:srgbClr val="000000"/>
                </a:solidFill>
              </a:rPr>
              <a:t>Set the limits:</a:t>
            </a:r>
            <a:r>
              <a:rPr lang="en-US" sz="1700">
                <a:solidFill>
                  <a:srgbClr val="000000"/>
                </a:solidFill>
              </a:rPr>
              <a:t> start read-only; no changes to client data.</a:t>
            </a:r>
          </a:p>
          <a:p>
            <a:pPr marL="342900" indent="-342900">
              <a:spcAft>
                <a:spcPts val="1200"/>
              </a:spcAft>
              <a:buFont typeface="+mj-lt"/>
              <a:buChar char="•"/>
            </a:pPr>
            <a:r>
              <a:rPr lang="en-US" sz="1700" b="1">
                <a:solidFill>
                  <a:srgbClr val="000000"/>
                </a:solidFill>
              </a:rPr>
              <a:t>Ask for something to try:</a:t>
            </a:r>
            <a:r>
              <a:rPr lang="en-US" sz="1700">
                <a:solidFill>
                  <a:srgbClr val="000000"/>
                </a:solidFill>
              </a:rPr>
              <a:t> then review it.</a:t>
            </a:r>
            <a:endParaRPr lang="en-CA" sz="1700">
              <a:solidFill>
                <a:srgbClr val="000000"/>
              </a:solidFill>
            </a:endParaRPr>
          </a:p>
        </p:txBody>
      </p:sp>
      <p:sp>
        <p:nvSpPr>
          <p:cNvPr id="19" name="Lab prompt example">
            <a:extLst>
              <a:ext uri="{FF2B5EF4-FFF2-40B4-BE49-F238E27FC236}">
                <a16:creationId xmlns:a16="http://schemas.microsoft.com/office/drawing/2014/main" id="{2E45DDF6-0F53-D5E5-051C-D3871E6B86A9}"/>
              </a:ext>
            </a:extLst>
          </p:cNvPr>
          <p:cNvSpPr/>
          <p:nvPr/>
        </p:nvSpPr>
        <p:spPr>
          <a:xfrm>
            <a:off x="6035040" y="1417320"/>
            <a:ext cx="5669280" cy="32004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52400" tIns="152400" rIns="152400" rtlCol="0" anchor="t"/>
          <a:lstStyle/>
          <a:p>
            <a:pPr>
              <a:spcAft>
                <a:spcPts val="1000"/>
              </a:spcAft>
            </a:pPr>
            <a:r>
              <a:rPr lang="en-US" sz="1600" b="1">
                <a:solidFill>
                  <a:srgbClr val="000000"/>
                </a:solidFill>
              </a:rPr>
              <a:t>From the lab</a:t>
            </a:r>
          </a:p>
          <a:p>
            <a:pPr>
              <a:spcAft>
                <a:spcPts val="1000"/>
              </a:spcAft>
            </a:pPr>
            <a:r>
              <a:rPr lang="en-US" sz="1600" i="1">
                <a:solidFill>
                  <a:srgbClr val="000000"/>
                </a:solidFill>
              </a:rPr>
              <a:t>“Please enhance “Search clients” so it also fetches every address, phone number, and email address for each matching client…</a:t>
            </a:r>
          </a:p>
          <a:p>
            <a:pPr>
              <a:spcAft>
                <a:spcPts val="1000"/>
              </a:spcAft>
            </a:pPr>
            <a:r>
              <a:rPr lang="en-US" sz="1600" i="1">
                <a:solidFill>
                  <a:srgbClr val="000000"/>
                </a:solidFill>
              </a:rPr>
              <a:t>If a contact lookup fails, show that it failed instead of pretending the client has no contact information. …</a:t>
            </a:r>
          </a:p>
          <a:p>
            <a:pPr>
              <a:spcAft>
                <a:spcPts val="1000"/>
              </a:spcAft>
            </a:pPr>
            <a:r>
              <a:rPr lang="en-US" sz="1600" i="1">
                <a:solidFill>
                  <a:srgbClr val="000000"/>
                </a:solidFill>
              </a:rPr>
              <a:t>Do not change any client data. Make the app ready for me to try.”</a:t>
            </a:r>
            <a:endParaRPr lang="en-CA" sz="1600" i="1">
              <a:solidFill>
                <a:srgbClr val="000000"/>
              </a:solidFill>
            </a:endParaRPr>
          </a:p>
        </p:txBody>
      </p:sp>
      <p:sp>
        <p:nvSpPr>
          <p:cNvPr id="20" name="Lab bridge">
            <a:extLst>
              <a:ext uri="{FF2B5EF4-FFF2-40B4-BE49-F238E27FC236}">
                <a16:creationId xmlns:a16="http://schemas.microsoft.com/office/drawing/2014/main" id="{025E7559-0D66-6FE8-E368-049693AB1A4F}"/>
              </a:ext>
            </a:extLst>
          </p:cNvPr>
          <p:cNvSpPr txBox="1"/>
          <p:nvPr/>
        </p:nvSpPr>
        <p:spPr>
          <a:xfrm>
            <a:off x="6035040" y="4800600"/>
            <a:ext cx="5669280" cy="548640"/>
          </a:xfrm>
          <a:prstGeom prst="rect">
            <a:avLst/>
          </a:prstGeom>
          <a:noFill/>
        </p:spPr>
        <p:txBody>
          <a:bodyPr vert="horz" wrap="square" rtlCol="0">
            <a:noAutofit/>
          </a:bodyPr>
          <a:lstStyle/>
          <a:p>
            <a:pPr>
              <a:spcAft>
                <a:spcPts val="600"/>
              </a:spcAft>
            </a:pPr>
            <a:r>
              <a:rPr lang="en-US" sz="1700" b="1">
                <a:solidFill>
                  <a:srgbClr val="000000"/>
                </a:solidFill>
              </a:rPr>
              <a:t>In the lab, you write requests like this one.</a:t>
            </a:r>
            <a:endParaRPr lang="en-CA" sz="1700" b="1">
              <a:solidFill>
                <a:srgbClr val="000000"/>
              </a:solidFill>
            </a:endParaRPr>
          </a:p>
        </p:txBody>
      </p:sp>
    </p:spTree>
    <p:custDataLst>
      <p:tags r:id="rId1"/>
    </p:custDataLst>
    <p:extLst>
      <p:ext uri="{BB962C8B-B14F-4D97-AF65-F5344CB8AC3E}">
        <p14:creationId xmlns:p14="http://schemas.microsoft.com/office/powerpoint/2010/main" val="22472979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8EA50-8001-722B-0A6D-785FF58F756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24E0B46B-897A-FBA0-5BDC-94A8B1A7A5BE}"/>
              </a:ext>
            </a:extLst>
          </p:cNvPr>
          <p:cNvSpPr>
            <a:spLocks noGrp="1"/>
          </p:cNvSpPr>
          <p:nvPr>
            <p:ph type="title"/>
          </p:nvPr>
        </p:nvSpPr>
        <p:spPr>
          <a:xfrm>
            <a:off x="242969" y="519957"/>
            <a:ext cx="3817994" cy="5680813"/>
          </a:xfrm>
        </p:spPr>
        <p:txBody>
          <a:bodyPr lIns="91440" tIns="0" rIns="0" bIns="0" anchor="t"/>
          <a:lstStyle/>
          <a:p>
            <a:pPr>
              <a:spcAft>
                <a:spcPts val="700"/>
              </a:spcAft>
            </a:pPr>
            <a:r>
              <a:rPr lang="en-US" sz="3200" dirty="0">
                <a:latin typeface="Fira Sans Light" panose="020B0403050000020004" pitchFamily="34" charset="0"/>
              </a:rPr>
              <a:t>Build Your Own Integration with CCH Axcess APIs</a:t>
            </a:r>
            <a:endParaRPr lang="en-CA" sz="3200" dirty="0">
              <a:latin typeface="Fira Sans Light" panose="020B0403050000020004" pitchFamily="34" charset="0"/>
            </a:endParaRPr>
          </a:p>
        </p:txBody>
      </p:sp>
      <p:sp>
        <p:nvSpPr>
          <p:cNvPr id="11" name="Slide Number Placeholder 3">
            <a:extLst>
              <a:ext uri="{FF2B5EF4-FFF2-40B4-BE49-F238E27FC236}">
                <a16:creationId xmlns:a16="http://schemas.microsoft.com/office/drawing/2014/main" id="{47EF09F7-3F12-928A-3DDD-83F46B43B968}"/>
              </a:ext>
            </a:extLst>
          </p:cNvPr>
          <p:cNvSpPr>
            <a:spLocks noGrp="1"/>
          </p:cNvSpPr>
          <p:nvPr>
            <p:ph type="sldNum" sz="quarter" idx="13"/>
          </p:nvPr>
        </p:nvSpPr>
        <p:spPr>
          <a:xfrm>
            <a:off x="334963" y="6297376"/>
            <a:ext cx="652895" cy="365125"/>
          </a:xfrm>
        </p:spPr>
        <p:txBody>
          <a:bodyPr/>
          <a:lstStyle/>
          <a:p>
            <a:fld id="{C3C3236D-FB65-584A-8227-5A449D06E62A}" type="slidenum">
              <a:rPr lang="en-US" smtClean="0"/>
              <a:pPr/>
              <a:t>34</a:t>
            </a:fld>
            <a:endParaRPr lang="en-US"/>
          </a:p>
        </p:txBody>
      </p:sp>
      <p:sp>
        <p:nvSpPr>
          <p:cNvPr id="12" name="Footer Placeholder 4">
            <a:extLst>
              <a:ext uri="{FF2B5EF4-FFF2-40B4-BE49-F238E27FC236}">
                <a16:creationId xmlns:a16="http://schemas.microsoft.com/office/drawing/2014/main" id="{29584034-B831-0405-52C1-B3AD097963CA}"/>
              </a:ext>
            </a:extLst>
          </p:cNvPr>
          <p:cNvSpPr>
            <a:spLocks noGrp="1"/>
          </p:cNvSpPr>
          <p:nvPr>
            <p:ph type="ftr" sz="quarter" idx="18"/>
          </p:nvPr>
        </p:nvSpPr>
        <p:spPr>
          <a:xfrm>
            <a:off x="4233001" y="6297376"/>
            <a:ext cx="7623000" cy="365125"/>
          </a:xfrm>
        </p:spPr>
        <p:txBody>
          <a:bodyPr/>
          <a:lstStyle/>
          <a:p>
            <a:r>
              <a:rPr lang="en-US" dirty="0"/>
              <a:t>#CCHConnections</a:t>
            </a:r>
          </a:p>
        </p:txBody>
      </p:sp>
      <p:sp>
        <p:nvSpPr>
          <p:cNvPr id="13" name="List content">
            <a:extLst>
              <a:ext uri="{FF2B5EF4-FFF2-40B4-BE49-F238E27FC236}">
                <a16:creationId xmlns:a16="http://schemas.microsoft.com/office/drawing/2014/main" id="{45DD027E-521E-92D3-D79C-BEF32DCC31D1}"/>
              </a:ext>
            </a:extLst>
          </p:cNvPr>
          <p:cNvSpPr txBox="1"/>
          <p:nvPr/>
        </p:nvSpPr>
        <p:spPr>
          <a:xfrm>
            <a:off x="4289451" y="779983"/>
            <a:ext cx="7430415" cy="5191963"/>
          </a:xfrm>
          <a:prstGeom prst="rect">
            <a:avLst/>
          </a:prstGeom>
          <a:noFill/>
        </p:spPr>
        <p:txBody>
          <a:bodyPr vert="horz" lIns="0" tIns="0" rIns="0" bIns="0" rtlCol="0" anchor="t">
            <a:noAutofit/>
          </a:bodyPr>
          <a:lstStyle/>
          <a:p>
            <a:pPr fontAlgn="t">
              <a:lnSpc>
                <a:spcPct val="100000"/>
              </a:lnSpc>
              <a:buNone/>
            </a:pPr>
            <a:r>
              <a:rPr lang="en-CA" sz="2000" dirty="0">
                <a:solidFill>
                  <a:schemeClr val="bg1"/>
                </a:solidFill>
              </a:rPr>
              <a:t>Discover how AI and APIs can work together to accelerate innovation within your firm. In this hands-on lab, you'll use AI-assisted tools to build a simple application that integrates with CCH Axcess™ APIs—without requiring deep development expertise.</a:t>
            </a:r>
          </a:p>
          <a:p>
            <a:pPr fontAlgn="t">
              <a:lnSpc>
                <a:spcPct val="100000"/>
              </a:lnSpc>
              <a:buNone/>
            </a:pPr>
            <a:endParaRPr lang="en-CA" sz="2000" dirty="0">
              <a:solidFill>
                <a:schemeClr val="bg1"/>
              </a:solidFill>
            </a:endParaRPr>
          </a:p>
          <a:p>
            <a:pPr fontAlgn="t">
              <a:lnSpc>
                <a:spcPct val="100000"/>
              </a:lnSpc>
              <a:buNone/>
            </a:pPr>
            <a:r>
              <a:rPr lang="en-CA" sz="2000" dirty="0">
                <a:solidFill>
                  <a:schemeClr val="bg1"/>
                </a:solidFill>
              </a:rPr>
              <a:t>Guided by experts, you'll explore real-world scenarios such as importing client information, retrieving return data, and connecting systems through API-driven workflows. </a:t>
            </a:r>
          </a:p>
          <a:p>
            <a:pPr fontAlgn="t">
              <a:lnSpc>
                <a:spcPct val="100000"/>
              </a:lnSpc>
              <a:buNone/>
            </a:pPr>
            <a:endParaRPr lang="en-CA" sz="2000" dirty="0">
              <a:solidFill>
                <a:schemeClr val="bg1"/>
              </a:solidFill>
            </a:endParaRPr>
          </a:p>
        </p:txBody>
      </p:sp>
      <p:sp>
        <p:nvSpPr>
          <p:cNvPr id="14" name="List content">
            <a:extLst>
              <a:ext uri="{FF2B5EF4-FFF2-40B4-BE49-F238E27FC236}">
                <a16:creationId xmlns:a16="http://schemas.microsoft.com/office/drawing/2014/main" id="{725E3332-B6FC-CDA0-4B5D-813583266954}"/>
              </a:ext>
            </a:extLst>
          </p:cNvPr>
          <p:cNvSpPr txBox="1"/>
          <p:nvPr/>
        </p:nvSpPr>
        <p:spPr>
          <a:xfrm>
            <a:off x="345755" y="2206547"/>
            <a:ext cx="7430415" cy="5191963"/>
          </a:xfrm>
          <a:prstGeom prst="rect">
            <a:avLst/>
          </a:prstGeom>
          <a:noFill/>
        </p:spPr>
        <p:txBody>
          <a:bodyPr vert="horz" lIns="0" tIns="0" rIns="0" bIns="0" rtlCol="0" anchor="t">
            <a:noAutofit/>
          </a:bodyPr>
          <a:lstStyle/>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Monday 4pm</a:t>
            </a:r>
          </a:p>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Tuesday, 2pm</a:t>
            </a:r>
          </a:p>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Wednesday 7:45pm</a:t>
            </a:r>
            <a:endParaRPr lang="en-CA" dirty="0">
              <a:solidFill>
                <a:schemeClr val="bg1"/>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136408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375CF-554D-4D90-F263-F904F43DAC4F}"/>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Q&amp;A</a:t>
            </a:r>
            <a:endParaRPr lang="en-US" sz="3200" dirty="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FC5427FC-D430-8770-F39F-377A93B8FCC7}"/>
              </a:ext>
            </a:extLst>
          </p:cNvPr>
          <p:cNvSpPr>
            <a:spLocks noGrp="1"/>
          </p:cNvSpPr>
          <p:nvPr>
            <p:ph type="sldNum" sz="quarter" idx="13"/>
          </p:nvPr>
        </p:nvSpPr>
        <p:spPr/>
        <p:txBody>
          <a:bodyPr/>
          <a:lstStyle/>
          <a:p>
            <a:fld id="{C3C3236D-FB65-584A-8227-5A449D06E62A}" type="slidenum">
              <a:rPr lang="en-US" smtClean="0"/>
              <a:pPr/>
              <a:t>35</a:t>
            </a:fld>
            <a:endParaRPr lang="en-US"/>
          </a:p>
        </p:txBody>
      </p:sp>
      <p:sp>
        <p:nvSpPr>
          <p:cNvPr id="5" name="Footer Placeholder 4">
            <a:extLst>
              <a:ext uri="{FF2B5EF4-FFF2-40B4-BE49-F238E27FC236}">
                <a16:creationId xmlns:a16="http://schemas.microsoft.com/office/drawing/2014/main" id="{2370CCD0-D019-9E63-75C0-D6A60AAA64D8}"/>
              </a:ext>
            </a:extLst>
          </p:cNvPr>
          <p:cNvSpPr>
            <a:spLocks noGrp="1"/>
          </p:cNvSpPr>
          <p:nvPr>
            <p:ph type="ftr" sz="quarter" idx="18"/>
          </p:nvPr>
        </p:nvSpPr>
        <p:spPr/>
        <p:txBody>
          <a:bodyPr/>
          <a:lstStyle/>
          <a:p>
            <a:r>
              <a:rPr lang="en-US"/>
              <a:t>#CCHConnections</a:t>
            </a:r>
            <a:endParaRPr lang="en-US" dirty="0"/>
          </a:p>
        </p:txBody>
      </p:sp>
      <p:pic>
        <p:nvPicPr>
          <p:cNvPr id="6" name="Graphic 5">
            <a:extLst>
              <a:ext uri="{FF2B5EF4-FFF2-40B4-BE49-F238E27FC236}">
                <a16:creationId xmlns:a16="http://schemas.microsoft.com/office/drawing/2014/main" id="{FB0C5F8F-1EBE-2189-313F-856CB994C12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86400" y="1783080"/>
            <a:ext cx="6400800" cy="3600450"/>
          </a:xfrm>
          <a:prstGeom prst="rect">
            <a:avLst/>
          </a:prstGeom>
        </p:spPr>
      </p:pic>
      <p:sp>
        <p:nvSpPr>
          <p:cNvPr id="3" name="Original discussion question">
            <a:extLst>
              <a:ext uri="{FF2B5EF4-FFF2-40B4-BE49-F238E27FC236}">
                <a16:creationId xmlns:a16="http://schemas.microsoft.com/office/drawing/2014/main" id="{8CCD32DB-C1BB-6619-20C7-795EAC0C2320}"/>
              </a:ext>
            </a:extLst>
          </p:cNvPr>
          <p:cNvSpPr txBox="1"/>
          <p:nvPr/>
        </p:nvSpPr>
        <p:spPr>
          <a:xfrm>
            <a:off x="411480" y="1664207"/>
            <a:ext cx="5212080" cy="868680"/>
          </a:xfrm>
          <a:prstGeom prst="rect">
            <a:avLst/>
          </a:prstGeom>
          <a:noFill/>
        </p:spPr>
        <p:txBody>
          <a:bodyPr vert="horz" lIns="0" tIns="0" rIns="0" bIns="0" rtlCol="0" anchor="t">
            <a:noAutofit/>
          </a:bodyPr>
          <a:lstStyle/>
          <a:p>
            <a:pPr>
              <a:spcAft>
                <a:spcPts val="700"/>
              </a:spcAft>
            </a:pPr>
            <a:r>
              <a:rPr lang="en-US" sz="2600" b="1">
                <a:solidFill>
                  <a:srgbClr val="000000"/>
                </a:solidFill>
                <a:latin typeface="Fira Sans" panose="020B0503050000020004" pitchFamily="34" charset="0"/>
              </a:rPr>
              <a:t>Which workflow would you like to discuss?</a:t>
            </a:r>
            <a:endParaRPr lang="en-CA" sz="2600" b="1">
              <a:solidFill>
                <a:srgbClr val="000000"/>
              </a:solidFill>
              <a:latin typeface="Fira Sans" panose="020B0503050000020004" pitchFamily="34" charset="0"/>
            </a:endParaRPr>
          </a:p>
        </p:txBody>
      </p:sp>
      <p:sp>
        <p:nvSpPr>
          <p:cNvPr id="7" name="List content">
            <a:extLst>
              <a:ext uri="{FF2B5EF4-FFF2-40B4-BE49-F238E27FC236}">
                <a16:creationId xmlns:a16="http://schemas.microsoft.com/office/drawing/2014/main" id="{6B54735A-5009-94FB-B964-C80E31EB989B}"/>
              </a:ext>
            </a:extLst>
          </p:cNvPr>
          <p:cNvSpPr txBox="1"/>
          <p:nvPr/>
        </p:nvSpPr>
        <p:spPr>
          <a:xfrm>
            <a:off x="411480" y="2788920"/>
            <a:ext cx="5029200" cy="3200400"/>
          </a:xfrm>
          <a:prstGeom prst="rect">
            <a:avLst/>
          </a:prstGeom>
          <a:noFill/>
        </p:spPr>
        <p:txBody>
          <a:bodyPr vert="horz" lIns="0" tIns="0" rIns="0" bIns="0" rtlCol="0" anchor="t">
            <a:noAutofit/>
          </a:bodyPr>
          <a:lstStyle/>
          <a:p>
            <a:pPr>
              <a:spcAft>
                <a:spcPts val="1500"/>
              </a:spcAft>
            </a:pPr>
            <a:r>
              <a:rPr lang="en-US" sz="2300">
                <a:solidFill>
                  <a:srgbClr val="000000"/>
                </a:solidFill>
                <a:latin typeface="Fira Sans" panose="020B0503050000020004" pitchFamily="34" charset="0"/>
              </a:rPr>
              <a:t>What information do you need?</a:t>
            </a:r>
          </a:p>
          <a:p>
            <a:pPr>
              <a:spcAft>
                <a:spcPts val="1500"/>
              </a:spcAft>
            </a:pPr>
            <a:r>
              <a:rPr lang="en-US" sz="2300">
                <a:solidFill>
                  <a:srgbClr val="000000"/>
                </a:solidFill>
                <a:latin typeface="Fira Sans" panose="020B0503050000020004" pitchFamily="34" charset="0"/>
              </a:rPr>
              <a:t>Which result or action should the workflow produce?</a:t>
            </a:r>
          </a:p>
          <a:p>
            <a:pPr>
              <a:spcAft>
                <a:spcPts val="1500"/>
              </a:spcAft>
            </a:pPr>
            <a:r>
              <a:rPr lang="en-US" sz="2300">
                <a:solidFill>
                  <a:srgbClr val="000000"/>
                </a:solidFill>
                <a:latin typeface="Fira Sans" panose="020B0503050000020004" pitchFamily="34" charset="0"/>
              </a:rPr>
              <a:t>Where should a person review or approve it?</a:t>
            </a:r>
          </a:p>
          <a:p>
            <a:pPr>
              <a:spcAft>
                <a:spcPts val="1500"/>
              </a:spcAft>
            </a:pPr>
            <a:r>
              <a:rPr lang="en-US" sz="2300">
                <a:solidFill>
                  <a:srgbClr val="000000"/>
                </a:solidFill>
                <a:latin typeface="Fira Sans" panose="020B0503050000020004" pitchFamily="34" charset="0"/>
              </a:rPr>
              <a:t>Which tool has your firm approved?</a:t>
            </a:r>
            <a:endParaRPr lang="en-CA" sz="23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2709133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C72E7-F2FD-1494-7B3F-5CF7CE138469}"/>
              </a:ext>
            </a:extLst>
          </p:cNvPr>
          <p:cNvSpPr>
            <a:spLocks noGrp="1"/>
          </p:cNvSpPr>
          <p:nvPr>
            <p:ph type="title"/>
          </p:nvPr>
        </p:nvSpPr>
        <p:spPr>
          <a:xfrm>
            <a:off x="1359736" y="2962032"/>
            <a:ext cx="7716032" cy="933935"/>
          </a:xfrm>
        </p:spPr>
        <p:txBody>
          <a:bodyPr lIns="91440" tIns="0" rIns="0" bIns="0" anchor="t"/>
          <a:lstStyle/>
          <a:p>
            <a:pPr>
              <a:spcAft>
                <a:spcPts val="700"/>
              </a:spcAft>
            </a:pPr>
            <a:r>
              <a:rPr lang="en-US" sz="4800" dirty="0">
                <a:solidFill>
                  <a:srgbClr val="FFFFFF"/>
                </a:solidFill>
                <a:latin typeface="Fira Sans Light" panose="020B0403050000020004" pitchFamily="34" charset="0"/>
              </a:rPr>
              <a:t>Thank you</a:t>
            </a:r>
          </a:p>
        </p:txBody>
      </p:sp>
    </p:spTree>
    <p:custDataLst>
      <p:tags r:id="rId1"/>
    </p:custDataLst>
    <p:extLst>
      <p:ext uri="{BB962C8B-B14F-4D97-AF65-F5344CB8AC3E}">
        <p14:creationId xmlns:p14="http://schemas.microsoft.com/office/powerpoint/2010/main" val="4936177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CHORIGINALSLIDE" val="1"/>
  <p:tag name="WKMESSAGETREATMENT" val="cover"/>
</p:tagLst>
</file>

<file path=ppt/tags/tag2.xml><?xml version="1.0" encoding="utf-8"?>
<p:tagLst xmlns:a="http://schemas.openxmlformats.org/drawingml/2006/main" xmlns:r="http://schemas.openxmlformats.org/officeDocument/2006/relationships" xmlns:p="http://schemas.openxmlformats.org/presentationml/2006/main">
  <p:tag name="WKMESSAGETREATMENT" val="overview"/>
</p:tagLst>
</file>

<file path=ppt/tags/tag3.xml><?xml version="1.0" encoding="utf-8"?>
<p:tagLst xmlns:a="http://schemas.openxmlformats.org/drawingml/2006/main" xmlns:r="http://schemas.openxmlformats.org/officeDocument/2006/relationships" xmlns:p="http://schemas.openxmlformats.org/presentationml/2006/main">
  <p:tag name="CCHORIGINALSLIDE" val="3"/>
  <p:tag name="WKMESSAGETREATMENT" val="agenda"/>
</p:tagLst>
</file>

<file path=ppt/tags/tag4.xml><?xml version="1.0" encoding="utf-8"?>
<p:tagLst xmlns:a="http://schemas.openxmlformats.org/drawingml/2006/main" xmlns:r="http://schemas.openxmlformats.org/officeDocument/2006/relationships" xmlns:p="http://schemas.openxmlformats.org/presentationml/2006/main">
  <p:tag name="WKMESSAGETREATMENT" val="speakers"/>
</p:tagLst>
</file>

<file path=ppt/tags/tag5.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6.xml><?xml version="1.0" encoding="utf-8"?>
<p:tagLst xmlns:a="http://schemas.openxmlformats.org/drawingml/2006/main" xmlns:r="http://schemas.openxmlformats.org/officeDocument/2006/relationships" xmlns:p="http://schemas.openxmlformats.org/presentationml/2006/main">
  <p:tag name="CCHORIGINALSLIDE" val="10"/>
  <p:tag name="WKMESSAGETREATMENT" val="three-columns"/>
</p:tagLst>
</file>

<file path=ppt/tags/tag7.xml><?xml version="1.0" encoding="utf-8"?>
<p:tagLst xmlns:a="http://schemas.openxmlformats.org/drawingml/2006/main" xmlns:r="http://schemas.openxmlformats.org/officeDocument/2006/relationships" xmlns:p="http://schemas.openxmlformats.org/presentationml/2006/main">
  <p:tag name="CCHORIGINALSLIDE" val="9"/>
  <p:tag name="WKMESSAGETREATMENT" val="four-grid"/>
</p:tagLst>
</file>

<file path=ppt/tags/tag8.xml><?xml version="1.0" encoding="utf-8"?>
<p:tagLst xmlns:a="http://schemas.openxmlformats.org/drawingml/2006/main" xmlns:r="http://schemas.openxmlformats.org/officeDocument/2006/relationships" xmlns:p="http://schemas.openxmlformats.org/presentationml/2006/main">
  <p:tag name="CCHORIGINALSLIDE" val="5"/>
  <p:tag name="WKMESSAGETREATMENT" val="poll"/>
</p:tagLst>
</file>

<file path=ppt/tags/tag9.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10.xml><?xml version="1.0" encoding="utf-8"?>
<p:tagLst xmlns:a="http://schemas.openxmlformats.org/drawingml/2006/main" xmlns:r="http://schemas.openxmlformats.org/officeDocument/2006/relationships" xmlns:p="http://schemas.openxmlformats.org/presentationml/2006/main">
  <p:tag name="CCHORIGINALSLIDE" val="7"/>
  <p:tag name="WKMESSAGETREATMENT" val="four-grid"/>
</p:tagLst>
</file>

<file path=ppt/tags/tag11.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12.xml><?xml version="1.0" encoding="utf-8"?>
<p:tagLst xmlns:a="http://schemas.openxmlformats.org/drawingml/2006/main" xmlns:r="http://schemas.openxmlformats.org/officeDocument/2006/relationships" xmlns:p="http://schemas.openxmlformats.org/presentationml/2006/main">
  <p:tag name="CCHORIGINALSLIDE" val="11"/>
  <p:tag name="WKMESSAGETREATMENT" val="demo"/>
</p:tagLst>
</file>

<file path=ppt/tags/tag13.xml><?xml version="1.0" encoding="utf-8"?>
<p:tagLst xmlns:a="http://schemas.openxmlformats.org/drawingml/2006/main" xmlns:r="http://schemas.openxmlformats.org/officeDocument/2006/relationships" xmlns:p="http://schemas.openxmlformats.org/presentationml/2006/main">
  <p:tag name="CCHORIGINALSLIDE" val="31"/>
  <p:tag name="WKMESSAGETREATMENT" val="three-columns"/>
</p:tagLst>
</file>

<file path=ppt/tags/tag14.xml><?xml version="1.0" encoding="utf-8"?>
<p:tagLst xmlns:a="http://schemas.openxmlformats.org/drawingml/2006/main" xmlns:r="http://schemas.openxmlformats.org/officeDocument/2006/relationships" xmlns:p="http://schemas.openxmlformats.org/presentationml/2006/main">
  <p:tag name="CCHORIGINALSLIDE" val="11"/>
  <p:tag name="WKMESSAGETREATMENT" val="demo"/>
</p:tagLst>
</file>

<file path=ppt/tags/tag15.xml><?xml version="1.0" encoding="utf-8"?>
<p:tagLst xmlns:a="http://schemas.openxmlformats.org/drawingml/2006/main" xmlns:r="http://schemas.openxmlformats.org/officeDocument/2006/relationships" xmlns:p="http://schemas.openxmlformats.org/presentationml/2006/main">
  <p:tag name="CCHORIGINALSLIDE" val="14"/>
  <p:tag name="WKMESSAGETREATMENT" val="three-columns"/>
</p:tagLst>
</file>

<file path=ppt/tags/tag16.xml><?xml version="1.0" encoding="utf-8"?>
<p:tagLst xmlns:a="http://schemas.openxmlformats.org/drawingml/2006/main" xmlns:r="http://schemas.openxmlformats.org/officeDocument/2006/relationships" xmlns:p="http://schemas.openxmlformats.org/presentationml/2006/main">
  <p:tag name="CCHORIGINALSLIDE" val="15"/>
  <p:tag name="WKMESSAGETREATMENT" val="three-columns"/>
</p:tagLst>
</file>

<file path=ppt/tags/tag17.xml><?xml version="1.0" encoding="utf-8"?>
<p:tagLst xmlns:a="http://schemas.openxmlformats.org/drawingml/2006/main" xmlns:r="http://schemas.openxmlformats.org/officeDocument/2006/relationships" xmlns:p="http://schemas.openxmlformats.org/presentationml/2006/main">
  <p:tag name="CCHORIGINALSLIDE" val="16"/>
  <p:tag name="WKMESSAGETREATMENT" val="comparison"/>
</p:tagLst>
</file>

<file path=ppt/tags/tag18.xml><?xml version="1.0" encoding="utf-8"?>
<p:tagLst xmlns:a="http://schemas.openxmlformats.org/drawingml/2006/main" xmlns:r="http://schemas.openxmlformats.org/officeDocument/2006/relationships" xmlns:p="http://schemas.openxmlformats.org/presentationml/2006/main">
  <p:tag name="CCHORIGINALSLIDE" val="17"/>
  <p:tag name="WKMESSAGETREATMENT" val="comparison"/>
</p:tagLst>
</file>

<file path=ppt/tags/tag19.xml><?xml version="1.0" encoding="utf-8"?>
<p:tagLst xmlns:a="http://schemas.openxmlformats.org/drawingml/2006/main" xmlns:r="http://schemas.openxmlformats.org/officeDocument/2006/relationships" xmlns:p="http://schemas.openxmlformats.org/presentationml/2006/main">
  <p:tag name="CCHORIGINALSLIDE" val="11"/>
  <p:tag name="WKMESSAGETREATMENT" val="demo"/>
</p:tagLst>
</file>

<file path=ppt/tags/tag20.xml><?xml version="1.0" encoding="utf-8"?>
<p:tagLst xmlns:a="http://schemas.openxmlformats.org/drawingml/2006/main" xmlns:r="http://schemas.openxmlformats.org/officeDocument/2006/relationships" xmlns:p="http://schemas.openxmlformats.org/presentationml/2006/main">
  <p:tag name="CCHORIGINALSLIDE" val="18"/>
  <p:tag name="WKMESSAGETREATMENT" val="four-grid"/>
</p:tagLst>
</file>

<file path=ppt/tags/tag21.xml><?xml version="1.0" encoding="utf-8"?>
<p:tagLst xmlns:a="http://schemas.openxmlformats.org/drawingml/2006/main" xmlns:r="http://schemas.openxmlformats.org/officeDocument/2006/relationships" xmlns:p="http://schemas.openxmlformats.org/presentationml/2006/main">
  <p:tag name="CCHORIGINALSLIDE" val="19"/>
  <p:tag name="WKMESSAGETREATMENT" val="three-columns"/>
</p:tagLst>
</file>

<file path=ppt/tags/tag22.xml><?xml version="1.0" encoding="utf-8"?>
<p:tagLst xmlns:a="http://schemas.openxmlformats.org/drawingml/2006/main" xmlns:r="http://schemas.openxmlformats.org/officeDocument/2006/relationships" xmlns:p="http://schemas.openxmlformats.org/presentationml/2006/main">
  <p:tag name="CCHORIGINALSLIDE" val="20"/>
  <p:tag name="WKMESSAGETREATMENT" val="three-columns"/>
</p:tagLst>
</file>

<file path=ppt/tags/tag23.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4.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5.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6.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7.xml><?xml version="1.0" encoding="utf-8"?>
<p:tagLst xmlns:a="http://schemas.openxmlformats.org/drawingml/2006/main" xmlns:r="http://schemas.openxmlformats.org/officeDocument/2006/relationships" xmlns:p="http://schemas.openxmlformats.org/presentationml/2006/main">
  <p:tag name="CCHORIGINALSLIDE" val="22"/>
  <p:tag name="WKMESSAGETREATMENT" val="three-columns"/>
</p:tagLst>
</file>

<file path=ppt/tags/tag28.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9.xml><?xml version="1.0" encoding="utf-8"?>
<p:tagLst xmlns:a="http://schemas.openxmlformats.org/drawingml/2006/main" xmlns:r="http://schemas.openxmlformats.org/officeDocument/2006/relationships" xmlns:p="http://schemas.openxmlformats.org/presentationml/2006/main">
  <p:tag name="CCHORIGINALSLIDE" val="23"/>
  <p:tag name="WKMESSAGETREATMENT" val="cycle"/>
</p:tagLst>
</file>

<file path=ppt/tags/tag30.xml><?xml version="1.0" encoding="utf-8"?>
<p:tagLst xmlns:a="http://schemas.openxmlformats.org/drawingml/2006/main" xmlns:r="http://schemas.openxmlformats.org/officeDocument/2006/relationships" xmlns:p="http://schemas.openxmlformats.org/presentationml/2006/main">
  <p:tag name="CCHORIGINALSLIDE" val="24"/>
  <p:tag name="WKMESSAGETREATMENT" val="three-columns"/>
</p:tagLst>
</file>

<file path=ppt/tags/tag31.xml><?xml version="1.0" encoding="utf-8"?>
<p:tagLst xmlns:a="http://schemas.openxmlformats.org/drawingml/2006/main" xmlns:r="http://schemas.openxmlformats.org/officeDocument/2006/relationships" xmlns:p="http://schemas.openxmlformats.org/presentationml/2006/main">
  <p:tag name="CCHORIGINALSLIDE" val="24"/>
  <p:tag name="WKMESSAGETREATMENT" val="three-columns"/>
</p:tagLst>
</file>

<file path=ppt/tags/tag32.xml><?xml version="1.0" encoding="utf-8"?>
<p:tagLst xmlns:a="http://schemas.openxmlformats.org/drawingml/2006/main" xmlns:r="http://schemas.openxmlformats.org/officeDocument/2006/relationships" xmlns:p="http://schemas.openxmlformats.org/presentationml/2006/main">
  <p:tag name="CCHORIGINALSLIDE" val="25"/>
  <p:tag name="WKMESSAGETREATMENT" val="prompt"/>
</p:tagLst>
</file>

<file path=ppt/tags/tag33.xml><?xml version="1.0" encoding="utf-8"?>
<p:tagLst xmlns:a="http://schemas.openxmlformats.org/drawingml/2006/main" xmlns:r="http://schemas.openxmlformats.org/officeDocument/2006/relationships" xmlns:p="http://schemas.openxmlformats.org/presentationml/2006/main">
  <p:tag name="CCHORIGINALSLIDE" val="32"/>
  <p:tag name="WKMESSAGETREATMENT" val="qa"/>
</p:tagLst>
</file>

<file path=ppt/tags/tag34.xml><?xml version="1.0" encoding="utf-8"?>
<p:tagLst xmlns:a="http://schemas.openxmlformats.org/drawingml/2006/main" xmlns:r="http://schemas.openxmlformats.org/officeDocument/2006/relationships" xmlns:p="http://schemas.openxmlformats.org/presentationml/2006/main">
  <p:tag name="CCHORIGINALSLIDE" val="33"/>
  <p:tag name="WKMESSAGETREATMENT" val="closing"/>
</p:tagLst>
</file>

<file path=ppt/theme/theme1.xml><?xml version="1.0" encoding="utf-8"?>
<a:theme xmlns:a="http://schemas.openxmlformats.org/drawingml/2006/main" name="Wolters Kluwer (2026)">
  <a:themeElements>
    <a:clrScheme name="Wolters Kluwer (2022)">
      <a:dk1>
        <a:srgbClr val="000000"/>
      </a:dk1>
      <a:lt1>
        <a:srgbClr val="FFFFFF"/>
      </a:lt1>
      <a:dk2>
        <a:srgbClr val="000000"/>
      </a:dk2>
      <a:lt2>
        <a:srgbClr val="EDEDED"/>
      </a:lt2>
      <a:accent1>
        <a:srgbClr val="007AC3"/>
      </a:accent1>
      <a:accent2>
        <a:srgbClr val="A6D1EA"/>
      </a:accent2>
      <a:accent3>
        <a:srgbClr val="85BC20"/>
      </a:accent3>
      <a:accent4>
        <a:srgbClr val="C2DD90"/>
      </a:accent4>
      <a:accent5>
        <a:srgbClr val="E5202E"/>
      </a:accent5>
      <a:accent6>
        <a:srgbClr val="FAD2D5"/>
      </a:accent6>
      <a:hlink>
        <a:srgbClr val="007AC3"/>
      </a:hlink>
      <a:folHlink>
        <a:srgbClr val="007AC3"/>
      </a:folHlink>
    </a:clrScheme>
    <a:fontScheme name="Wolters Kluwer">
      <a:majorFont>
        <a:latin typeface="Fira Sans"/>
        <a:ea typeface=""/>
        <a:cs typeface=""/>
      </a:majorFont>
      <a:minorFont>
        <a:latin typeface="Fira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spPr>
      <a:bodyPr tIns="90000" bIns="90000" rtlCol="0" anchor="t"/>
      <a:lstStyle>
        <a:defPPr algn="l">
          <a:defRPr sz="1800" dirty="0">
            <a:solidFill>
              <a:schemeClr val="tx1"/>
            </a:solidFill>
          </a:defRPr>
        </a:defPPr>
      </a:lstStyle>
      <a:style>
        <a:lnRef idx="2">
          <a:schemeClr val="dk1">
            <a:shade val="50000"/>
          </a:schemeClr>
        </a:lnRef>
        <a:fillRef idx="1">
          <a:schemeClr val="dk1"/>
        </a:fillRef>
        <a:effectRef idx="0">
          <a:schemeClr val="dk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9" id="{04D6F9D8-44B8-574A-8405-4FEEB1014C7F}" vid="{5C767C4A-E10C-BF42-9237-82A801C91F0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2BCA327B83E3D4192D367C92DD43E4D" ma:contentTypeVersion="14" ma:contentTypeDescription="Create a new document." ma:contentTypeScope="" ma:versionID="e21b940dcd762768d8b62f4b9cdb2dc5">
  <xsd:schema xmlns:xsd="http://www.w3.org/2001/XMLSchema" xmlns:xs="http://www.w3.org/2001/XMLSchema" xmlns:p="http://schemas.microsoft.com/office/2006/metadata/properties" xmlns:ns1="http://schemas.microsoft.com/sharepoint/v3" xmlns:ns2="ea686210-f73d-400f-b88c-9c97a9284eed" targetNamespace="http://schemas.microsoft.com/office/2006/metadata/properties" ma:root="true" ma:fieldsID="c37c4fac5b18985d05e08e2b883883ff" ns1:_="" ns2:_="">
    <xsd:import namespace="http://schemas.microsoft.com/sharepoint/v3"/>
    <xsd:import namespace="ea686210-f73d-400f-b88c-9c97a9284ee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element ref="ns2:lcf76f155ced4ddcb4097134ff3c332f"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a686210-f73d-400f-b88c-9c97a9284ee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2dbaa9c1-4c41-47fa-abf7-0ca4ed4052bf"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a686210-f73d-400f-b88c-9c97a9284eed">
      <Terms xmlns="http://schemas.microsoft.com/office/infopath/2007/PartnerControls"/>
    </lcf76f155ced4ddcb4097134ff3c332f>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C81DF16-6D7F-44B1-98CD-BBBCA59FD32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ea686210-f73d-400f-b88c-9c97a9284e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BC17EEB-22D9-4605-A8CE-5810827C48BA}">
  <ds:schemaRefs>
    <ds:schemaRef ds:uri="http://schemas.microsoft.com/office/2006/metadata/properties"/>
    <ds:schemaRef ds:uri="http://purl.org/dc/elements/1.1/"/>
    <ds:schemaRef ds:uri="http://schemas.microsoft.com/office/2006/documentManagement/types"/>
    <ds:schemaRef ds:uri="http://schemas.microsoft.com/sharepoint/v3"/>
    <ds:schemaRef ds:uri="http://purl.org/dc/dcmitype/"/>
    <ds:schemaRef ds:uri="http://schemas.openxmlformats.org/package/2006/metadata/core-properties"/>
    <ds:schemaRef ds:uri="ea686210-f73d-400f-b88c-9c97a9284eed"/>
    <ds:schemaRef ds:uri="http://schemas.microsoft.com/office/infopath/2007/PartnerControls"/>
    <ds:schemaRef ds:uri="http://www.w3.org/XML/1998/namespace"/>
    <ds:schemaRef ds:uri="http://purl.org/dc/terms/"/>
  </ds:schemaRefs>
</ds:datastoreItem>
</file>

<file path=customXml/itemProps3.xml><?xml version="1.0" encoding="utf-8"?>
<ds:datastoreItem xmlns:ds="http://schemas.openxmlformats.org/officeDocument/2006/customXml" ds:itemID="{F951CA2D-65C1-429C-9F15-BBAF8995EC1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Wolters Kluwer (2024)</Template>
  <TotalTime>720</TotalTime>
  <Words>3531</Words>
  <Application>Microsoft Office PowerPoint</Application>
  <PresentationFormat>Widescreen</PresentationFormat>
  <Paragraphs>546</Paragraphs>
  <Slides>36</Slides>
  <Notes>35</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36</vt:i4>
      </vt:variant>
    </vt:vector>
  </HeadingPairs>
  <TitlesOfParts>
    <vt:vector size="46" baseType="lpstr">
      <vt:lpstr>Fira Sans</vt:lpstr>
      <vt:lpstr>Aptos</vt:lpstr>
      <vt:lpstr>Arial</vt:lpstr>
      <vt:lpstr>Segoe Sans Display</vt:lpstr>
      <vt:lpstr>Segoe Sans Display Semibold</vt:lpstr>
      <vt:lpstr>Calibri</vt:lpstr>
      <vt:lpstr>Segoe UI Semibold</vt:lpstr>
      <vt:lpstr>Fira Sans Light</vt:lpstr>
      <vt:lpstr>Fira Sans Medium</vt:lpstr>
      <vt:lpstr>Wolters Kluwer (2026)</vt:lpstr>
      <vt:lpstr>AI where you already work</vt:lpstr>
      <vt:lpstr>AI where you already work</vt:lpstr>
      <vt:lpstr>Agenda</vt:lpstr>
      <vt:lpstr>Your speakers</vt:lpstr>
      <vt:lpstr>CCH Axcess APIs open the platform to your tools and agents</vt:lpstr>
      <vt:lpstr>Start with the workflow and the available guidance</vt:lpstr>
      <vt:lpstr>Keep learning with the API Spotlight podcast</vt:lpstr>
      <vt:lpstr>The same API capabilities can serve several tools</vt:lpstr>
      <vt:lpstr>How to put CCH Axcess APIs to work</vt:lpstr>
      <vt:lpstr>Bring one task you would like to improve</vt:lpstr>
      <vt:lpstr>Choosing your first API project</vt:lpstr>
      <vt:lpstr>Choose capabilities around the business task</vt:lpstr>
      <vt:lpstr>Excel-based workflows are a good place to optimize with AI</vt:lpstr>
      <vt:lpstr>CCH Axcess API + GitHub Copilot  </vt:lpstr>
      <vt:lpstr>Take the starter project home</vt:lpstr>
      <vt:lpstr>AI is shifting business today</vt:lpstr>
      <vt:lpstr>Every application combines your expertise, the API and AI</vt:lpstr>
      <vt:lpstr>PowerPoint Presentation</vt:lpstr>
      <vt:lpstr>AI can build your tool, or be a step inside it</vt:lpstr>
      <vt:lpstr>Your expertise, multiplied</vt:lpstr>
      <vt:lpstr>Microsoft enterprise AI ecosystem overview</vt:lpstr>
      <vt:lpstr>Match the platform to the work you need to do</vt:lpstr>
      <vt:lpstr>builds from the API definition</vt:lpstr>
      <vt:lpstr>Copilot Studio turns the API definition into agent tools</vt:lpstr>
      <vt:lpstr>PowerPoint Presentation</vt:lpstr>
      <vt:lpstr>PowerPoint Presentation</vt:lpstr>
      <vt:lpstr>Microsoft Foundry supports custom agents with models and tools</vt:lpstr>
      <vt:lpstr>Foundry agents call the API as an OpenAPI tool</vt:lpstr>
      <vt:lpstr>PowerPoint Presentation</vt:lpstr>
      <vt:lpstr>Microsoft AI platforms &amp; sample CCH Axcess API use cases</vt:lpstr>
      <vt:lpstr>Work with AI the way you work with a new staff accountant</vt:lpstr>
      <vt:lpstr>Give AI the binder you would give a new hire</vt:lpstr>
      <vt:lpstr>A good request reads like a good assignment</vt:lpstr>
      <vt:lpstr>Build Your Own Integration with CCH Axcess APIs</vt:lpstr>
      <vt:lpstr>Q&amp;A</vt:lpstr>
      <vt:lpstr>Thank you</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Babinchak, Keith</dc:creator>
  <cp:lastModifiedBy>Sergey Chernykh</cp:lastModifiedBy>
  <cp:revision>11</cp:revision>
  <cp:lastPrinted>2020-01-31T13:19:22Z</cp:lastPrinted>
  <dcterms:created xsi:type="dcterms:W3CDTF">2024-12-03T17:18:01Z</dcterms:created>
  <dcterms:modified xsi:type="dcterms:W3CDTF">2026-10-26T13:15:36Z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0x01010002BCA327B83E3D4192D367C92DD43E4D</vt:lpwstr>
  </property>
  <property fmtid="{D5CDD505-2E9C-101B-9397-08002B2CF9AE}" pid="3" name="MediaServiceImageTags">
    <vt:lpwstr/>
  </property>
  <property fmtid="{D5CDD505-2E9C-101B-9397-08002B2CF9AE}" pid="4" name="MSIP_Label_fe6ee112-9e5c-4f16-b63d-fcad06e1707e_Enabled">
    <vt:lpwstr>true</vt:lpwstr>
  </property>
  <property fmtid="{D5CDD505-2E9C-101B-9397-08002B2CF9AE}" pid="5" name="MSIP_Label_fe6ee112-9e5c-4f16-b63d-fcad06e1707e_SetDate">
    <vt:lpwstr>2025-12-10T13:09:23Z</vt:lpwstr>
  </property>
  <property fmtid="{D5CDD505-2E9C-101B-9397-08002B2CF9AE}" pid="6" name="MSIP_Label_fe6ee112-9e5c-4f16-b63d-fcad06e1707e_Method">
    <vt:lpwstr>Standard</vt:lpwstr>
  </property>
  <property fmtid="{D5CDD505-2E9C-101B-9397-08002B2CF9AE}" pid="7" name="MSIP_Label_fe6ee112-9e5c-4f16-b63d-fcad06e1707e_Name">
    <vt:lpwstr>Internal Use</vt:lpwstr>
  </property>
  <property fmtid="{D5CDD505-2E9C-101B-9397-08002B2CF9AE}" pid="8" name="MSIP_Label_fe6ee112-9e5c-4f16-b63d-fcad06e1707e_SiteId">
    <vt:lpwstr>8ac76c91-e7f1-41ff-a89c-3553b2da2c17</vt:lpwstr>
  </property>
  <property fmtid="{D5CDD505-2E9C-101B-9397-08002B2CF9AE}" pid="9" name="MSIP_Label_fe6ee112-9e5c-4f16-b63d-fcad06e1707e_ActionId">
    <vt:lpwstr>83dc69d2-54ec-458c-8ac7-dd4eceb0bb90</vt:lpwstr>
  </property>
  <property fmtid="{D5CDD505-2E9C-101B-9397-08002B2CF9AE}" pid="10" name="MSIP_Label_fe6ee112-9e5c-4f16-b63d-fcad06e1707e_ContentBits">
    <vt:lpwstr>0</vt:lpwstr>
  </property>
  <property fmtid="{D5CDD505-2E9C-101B-9397-08002B2CF9AE}" pid="11" name="MSIP_Label_fe6ee112-9e5c-4f16-b63d-fcad06e1707e_Tag">
    <vt:lpwstr>50, 3, 0, 1</vt:lpwstr>
  </property>
</Properties>
</file>